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65_67511C01.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5D_52A0B324.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comments/modernComment_17B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7C_0.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67_90842B7A.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8"/>
  </p:notesMasterIdLst>
  <p:handoutMasterIdLst>
    <p:handoutMasterId r:id="rId59"/>
  </p:handoutMasterIdLst>
  <p:sldIdLst>
    <p:sldId id="346" r:id="rId5"/>
    <p:sldId id="257" r:id="rId6"/>
    <p:sldId id="357" r:id="rId7"/>
    <p:sldId id="415" r:id="rId8"/>
    <p:sldId id="349" r:id="rId9"/>
    <p:sldId id="390" r:id="rId10"/>
    <p:sldId id="410" r:id="rId11"/>
    <p:sldId id="370" r:id="rId12"/>
    <p:sldId id="379" r:id="rId13"/>
    <p:sldId id="392" r:id="rId14"/>
    <p:sldId id="393" r:id="rId15"/>
    <p:sldId id="417" r:id="rId16"/>
    <p:sldId id="402" r:id="rId17"/>
    <p:sldId id="403" r:id="rId18"/>
    <p:sldId id="404" r:id="rId19"/>
    <p:sldId id="405" r:id="rId20"/>
    <p:sldId id="406" r:id="rId21"/>
    <p:sldId id="407" r:id="rId22"/>
    <p:sldId id="380" r:id="rId23"/>
    <p:sldId id="398" r:id="rId24"/>
    <p:sldId id="394" r:id="rId25"/>
    <p:sldId id="400" r:id="rId26"/>
    <p:sldId id="413" r:id="rId27"/>
    <p:sldId id="414" r:id="rId28"/>
    <p:sldId id="401" r:id="rId29"/>
    <p:sldId id="381" r:id="rId30"/>
    <p:sldId id="382" r:id="rId31"/>
    <p:sldId id="386" r:id="rId32"/>
    <p:sldId id="387" r:id="rId33"/>
    <p:sldId id="388" r:id="rId34"/>
    <p:sldId id="389" r:id="rId35"/>
    <p:sldId id="416" r:id="rId36"/>
    <p:sldId id="383" r:id="rId37"/>
    <p:sldId id="384" r:id="rId38"/>
    <p:sldId id="372" r:id="rId39"/>
    <p:sldId id="373" r:id="rId40"/>
    <p:sldId id="374" r:id="rId41"/>
    <p:sldId id="375" r:id="rId42"/>
    <p:sldId id="376" r:id="rId43"/>
    <p:sldId id="412" r:id="rId44"/>
    <p:sldId id="344" r:id="rId45"/>
    <p:sldId id="409" r:id="rId46"/>
    <p:sldId id="408" r:id="rId47"/>
    <p:sldId id="359" r:id="rId48"/>
    <p:sldId id="385" r:id="rId49"/>
    <p:sldId id="258" r:id="rId50"/>
    <p:sldId id="365" r:id="rId51"/>
    <p:sldId id="367" r:id="rId52"/>
    <p:sldId id="368" r:id="rId53"/>
    <p:sldId id="369" r:id="rId54"/>
    <p:sldId id="362" r:id="rId55"/>
    <p:sldId id="364" r:id="rId56"/>
    <p:sldId id="411"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52"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A3D024-909B-3BC2-1496-FEEAB652808A}" name="Sher Dionisio" initials="" userId="S::Sher.Dionisio@teksystemsgs.com::02daa716-9709-4d47-a153-1943ce1675cb" providerId="AD"/>
  <p188:author id="{129DFD28-E731-E8D5-7D1E-BFEBD96854E7}" name="Prathik Anand Krishnan" initials="PA" userId="Prathik Anand Krishn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736D"/>
    <a:srgbClr val="151F14"/>
    <a:srgbClr val="7A786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6DE6FF-18FA-4D1E-B9A8-B62EB38053EA}" v="188" dt="2026-07-18T13:13:45.385"/>
  </p1510:revLst>
</p1510:revInfo>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3898" autoAdjust="0"/>
  </p:normalViewPr>
  <p:slideViewPr>
    <p:cSldViewPr snapToGrid="0">
      <p:cViewPr varScale="1">
        <p:scale>
          <a:sx n="93" d="100"/>
          <a:sy n="93" d="100"/>
        </p:scale>
        <p:origin x="1212" y="78"/>
      </p:cViewPr>
      <p:guideLst>
        <p:guide orient="horz" pos="1752"/>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10109"/>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67"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commentAuthors" Target="commentAuthors.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hik, A.K. (Anand Krishnan)" userId="530651e5-3022-4133-8f7a-bf605e28fdd6" providerId="ADAL" clId="{ADA7A2FA-4D5E-4F37-8241-71D0B554FD81}"/>
    <pc:docChg chg="undo redo custSel addSld delSld modSld sldOrd">
      <pc:chgData name="Prathik, A.K. (Anand Krishnan)" userId="530651e5-3022-4133-8f7a-bf605e28fdd6" providerId="ADAL" clId="{ADA7A2FA-4D5E-4F37-8241-71D0B554FD81}" dt="2026-07-18T13:16:23.902" v="3112" actId="1036"/>
      <pc:docMkLst>
        <pc:docMk/>
      </pc:docMkLst>
      <pc:sldChg chg="delSp modSp mod">
        <pc:chgData name="Prathik, A.K. (Anand Krishnan)" userId="530651e5-3022-4133-8f7a-bf605e28fdd6" providerId="ADAL" clId="{ADA7A2FA-4D5E-4F37-8241-71D0B554FD81}" dt="2026-07-17T13:18:07.919" v="1267" actId="20577"/>
        <pc:sldMkLst>
          <pc:docMk/>
          <pc:sldMk cId="0" sldId="257"/>
        </pc:sldMkLst>
        <pc:spChg chg="mod">
          <ac:chgData name="Prathik, A.K. (Anand Krishnan)" userId="530651e5-3022-4133-8f7a-bf605e28fdd6" providerId="ADAL" clId="{ADA7A2FA-4D5E-4F37-8241-71D0B554FD81}" dt="2026-07-17T13:18:00.427" v="1265" actId="1076"/>
          <ac:spMkLst>
            <pc:docMk/>
            <pc:sldMk cId="0" sldId="257"/>
            <ac:spMk id="8" creationId="{00000000-0000-0000-0000-000000000000}"/>
          </ac:spMkLst>
        </pc:spChg>
        <pc:spChg chg="mod">
          <ac:chgData name="Prathik, A.K. (Anand Krishnan)" userId="530651e5-3022-4133-8f7a-bf605e28fdd6" providerId="ADAL" clId="{ADA7A2FA-4D5E-4F37-8241-71D0B554FD81}" dt="2026-07-17T13:17:52.230" v="1263" actId="1076"/>
          <ac:spMkLst>
            <pc:docMk/>
            <pc:sldMk cId="0" sldId="257"/>
            <ac:spMk id="11" creationId="{00000000-0000-0000-0000-000000000000}"/>
          </ac:spMkLst>
        </pc:spChg>
        <pc:spChg chg="mod">
          <ac:chgData name="Prathik, A.K. (Anand Krishnan)" userId="530651e5-3022-4133-8f7a-bf605e28fdd6" providerId="ADAL" clId="{ADA7A2FA-4D5E-4F37-8241-71D0B554FD81}" dt="2026-07-17T13:17:55.299" v="1264" actId="1076"/>
          <ac:spMkLst>
            <pc:docMk/>
            <pc:sldMk cId="0" sldId="257"/>
            <ac:spMk id="14" creationId="{00000000-0000-0000-0000-000000000000}"/>
          </ac:spMkLst>
        </pc:spChg>
        <pc:spChg chg="mod">
          <ac:chgData name="Prathik, A.K. (Anand Krishnan)" userId="530651e5-3022-4133-8f7a-bf605e28fdd6" providerId="ADAL" clId="{ADA7A2FA-4D5E-4F37-8241-71D0B554FD81}" dt="2026-07-17T13:18:07.919" v="1267" actId="20577"/>
          <ac:spMkLst>
            <pc:docMk/>
            <pc:sldMk cId="0" sldId="257"/>
            <ac:spMk id="17" creationId="{00000000-0000-0000-0000-000000000000}"/>
          </ac:spMkLst>
        </pc:spChg>
        <pc:spChg chg="mod">
          <ac:chgData name="Prathik, A.K. (Anand Krishnan)" userId="530651e5-3022-4133-8f7a-bf605e28fdd6" providerId="ADAL" clId="{ADA7A2FA-4D5E-4F37-8241-71D0B554FD81}" dt="2026-07-17T13:17:40.340" v="1261" actId="1076"/>
          <ac:spMkLst>
            <pc:docMk/>
            <pc:sldMk cId="0" sldId="257"/>
            <ac:spMk id="23" creationId="{00000000-0000-0000-0000-000000000000}"/>
          </ac:spMkLst>
        </pc:spChg>
        <pc:spChg chg="mod">
          <ac:chgData name="Prathik, A.K. (Anand Krishnan)" userId="530651e5-3022-4133-8f7a-bf605e28fdd6" providerId="ADAL" clId="{ADA7A2FA-4D5E-4F37-8241-71D0B554FD81}" dt="2026-07-17T13:17:37.694" v="1260" actId="1076"/>
          <ac:spMkLst>
            <pc:docMk/>
            <pc:sldMk cId="0" sldId="257"/>
            <ac:spMk id="26" creationId="{00000000-0000-0000-0000-000000000000}"/>
          </ac:spMkLst>
        </pc:spChg>
      </pc:sldChg>
      <pc:sldChg chg="addSp modSp mod">
        <pc:chgData name="Prathik, A.K. (Anand Krishnan)" userId="530651e5-3022-4133-8f7a-bf605e28fdd6" providerId="ADAL" clId="{ADA7A2FA-4D5E-4F37-8241-71D0B554FD81}" dt="2026-07-17T09:42:22.917" v="835" actId="20577"/>
        <pc:sldMkLst>
          <pc:docMk/>
          <pc:sldMk cId="3671577520" sldId="346"/>
        </pc:sldMkLst>
        <pc:spChg chg="add mod">
          <ac:chgData name="Prathik, A.K. (Anand Krishnan)" userId="530651e5-3022-4133-8f7a-bf605e28fdd6" providerId="ADAL" clId="{ADA7A2FA-4D5E-4F37-8241-71D0B554FD81}" dt="2026-07-17T09:42:22.917" v="835" actId="20577"/>
          <ac:spMkLst>
            <pc:docMk/>
            <pc:sldMk cId="3671577520" sldId="346"/>
            <ac:spMk id="3" creationId="{B28E6B06-7E98-8D8B-A031-6061E9E13EC8}"/>
          </ac:spMkLst>
        </pc:spChg>
        <pc:spChg chg="add mod">
          <ac:chgData name="Prathik, A.K. (Anand Krishnan)" userId="530651e5-3022-4133-8f7a-bf605e28fdd6" providerId="ADAL" clId="{ADA7A2FA-4D5E-4F37-8241-71D0B554FD81}" dt="2026-07-17T09:42:17.775" v="833"/>
          <ac:spMkLst>
            <pc:docMk/>
            <pc:sldMk cId="3671577520" sldId="346"/>
            <ac:spMk id="4" creationId="{DB1F3E77-C022-72EE-91DF-E49F3FC6F873}"/>
          </ac:spMkLst>
        </pc:spChg>
      </pc:sldChg>
      <pc:sldChg chg="modSp mod ord modShow">
        <pc:chgData name="Prathik, A.K. (Anand Krishnan)" userId="530651e5-3022-4133-8f7a-bf605e28fdd6" providerId="ADAL" clId="{ADA7A2FA-4D5E-4F37-8241-71D0B554FD81}" dt="2026-07-17T13:17:14.867" v="1257"/>
        <pc:sldMkLst>
          <pc:docMk/>
          <pc:sldMk cId="2424580986" sldId="359"/>
        </pc:sldMkLst>
        <pc:spChg chg="mod">
          <ac:chgData name="Prathik, A.K. (Anand Krishnan)" userId="530651e5-3022-4133-8f7a-bf605e28fdd6" providerId="ADAL" clId="{ADA7A2FA-4D5E-4F37-8241-71D0B554FD81}" dt="2026-07-15T13:34:32.310" v="353" actId="1076"/>
          <ac:spMkLst>
            <pc:docMk/>
            <pc:sldMk cId="2424580986" sldId="359"/>
            <ac:spMk id="3" creationId="{72A0D7F7-63C4-ECF7-BA18-3CEC3ABC2D24}"/>
          </ac:spMkLst>
        </pc:spChg>
      </pc:sldChg>
      <pc:sldChg chg="addSp delSp modSp mod">
        <pc:chgData name="Prathik, A.K. (Anand Krishnan)" userId="530651e5-3022-4133-8f7a-bf605e28fdd6" providerId="ADAL" clId="{ADA7A2FA-4D5E-4F37-8241-71D0B554FD81}" dt="2026-07-17T23:58:34.626" v="1420" actId="14100"/>
        <pc:sldMkLst>
          <pc:docMk/>
          <pc:sldMk cId="3025839465" sldId="361"/>
        </pc:sldMkLst>
        <pc:spChg chg="add del mod">
          <ac:chgData name="Prathik, A.K. (Anand Krishnan)" userId="530651e5-3022-4133-8f7a-bf605e28fdd6" providerId="ADAL" clId="{ADA7A2FA-4D5E-4F37-8241-71D0B554FD81}" dt="2026-07-17T09:43:45.215" v="852" actId="478"/>
          <ac:spMkLst>
            <pc:docMk/>
            <pc:sldMk cId="3025839465" sldId="361"/>
            <ac:spMk id="2" creationId="{B5690F3C-14C3-9D69-8E16-DDBC4516BF86}"/>
          </ac:spMkLst>
        </pc:spChg>
        <pc:spChg chg="del">
          <ac:chgData name="Prathik, A.K. (Anand Krishnan)" userId="530651e5-3022-4133-8f7a-bf605e28fdd6" providerId="ADAL" clId="{ADA7A2FA-4D5E-4F37-8241-71D0B554FD81}" dt="2026-07-17T09:43:02.682" v="843" actId="478"/>
          <ac:spMkLst>
            <pc:docMk/>
            <pc:sldMk cId="3025839465" sldId="361"/>
            <ac:spMk id="3" creationId="{C9BE2216-FBE3-D9D5-4D63-4B5CC8901596}"/>
          </ac:spMkLst>
        </pc:spChg>
        <pc:spChg chg="add del mod">
          <ac:chgData name="Prathik, A.K. (Anand Krishnan)" userId="530651e5-3022-4133-8f7a-bf605e28fdd6" providerId="ADAL" clId="{ADA7A2FA-4D5E-4F37-8241-71D0B554FD81}" dt="2026-07-17T09:43:43.686" v="851" actId="478"/>
          <ac:spMkLst>
            <pc:docMk/>
            <pc:sldMk cId="3025839465" sldId="361"/>
            <ac:spMk id="4" creationId="{394C2353-6844-4FAC-79F6-BD574E8F4ED3}"/>
          </ac:spMkLst>
        </pc:spChg>
        <pc:spChg chg="mod">
          <ac:chgData name="Prathik, A.K. (Anand Krishnan)" userId="530651e5-3022-4133-8f7a-bf605e28fdd6" providerId="ADAL" clId="{ADA7A2FA-4D5E-4F37-8241-71D0B554FD81}" dt="2026-07-15T13:40:03.668" v="373" actId="20577"/>
          <ac:spMkLst>
            <pc:docMk/>
            <pc:sldMk cId="3025839465" sldId="361"/>
            <ac:spMk id="11" creationId="{2D90D3EF-3BBD-AF02-F4E5-2F99D418EB33}"/>
          </ac:spMkLst>
        </pc:spChg>
        <pc:spChg chg="mod">
          <ac:chgData name="Prathik, A.K. (Anand Krishnan)" userId="530651e5-3022-4133-8f7a-bf605e28fdd6" providerId="ADAL" clId="{ADA7A2FA-4D5E-4F37-8241-71D0B554FD81}" dt="2026-07-15T13:40:53.214" v="411" actId="20577"/>
          <ac:spMkLst>
            <pc:docMk/>
            <pc:sldMk cId="3025839465" sldId="361"/>
            <ac:spMk id="12" creationId="{EF9504EB-D1C6-641D-B3B0-91D47867A12C}"/>
          </ac:spMkLst>
        </pc:spChg>
        <pc:spChg chg="mod">
          <ac:chgData name="Prathik, A.K. (Anand Krishnan)" userId="530651e5-3022-4133-8f7a-bf605e28fdd6" providerId="ADAL" clId="{ADA7A2FA-4D5E-4F37-8241-71D0B554FD81}" dt="2026-07-15T13:39:48.633" v="365" actId="20577"/>
          <ac:spMkLst>
            <pc:docMk/>
            <pc:sldMk cId="3025839465" sldId="361"/>
            <ac:spMk id="15" creationId="{C39A5130-6FEC-EB85-14E3-209CA6DE4DD5}"/>
          </ac:spMkLst>
        </pc:spChg>
        <pc:spChg chg="mod">
          <ac:chgData name="Prathik, A.K. (Anand Krishnan)" userId="530651e5-3022-4133-8f7a-bf605e28fdd6" providerId="ADAL" clId="{ADA7A2FA-4D5E-4F37-8241-71D0B554FD81}" dt="2026-07-17T23:58:34.626" v="1420" actId="14100"/>
          <ac:spMkLst>
            <pc:docMk/>
            <pc:sldMk cId="3025839465" sldId="361"/>
            <ac:spMk id="16" creationId="{E2E1E8EF-2770-248C-5F21-B2D8B1D759D8}"/>
          </ac:spMkLst>
        </pc:spChg>
        <pc:spChg chg="mod">
          <ac:chgData name="Prathik, A.K. (Anand Krishnan)" userId="530651e5-3022-4133-8f7a-bf605e28fdd6" providerId="ADAL" clId="{ADA7A2FA-4D5E-4F37-8241-71D0B554FD81}" dt="2026-07-15T13:43:43.313" v="530" actId="404"/>
          <ac:spMkLst>
            <pc:docMk/>
            <pc:sldMk cId="3025839465" sldId="361"/>
            <ac:spMk id="19" creationId="{636FAB9D-9516-4286-CF12-35AF8E33CC22}"/>
          </ac:spMkLst>
        </pc:spChg>
        <pc:spChg chg="mod">
          <ac:chgData name="Prathik, A.K. (Anand Krishnan)" userId="530651e5-3022-4133-8f7a-bf605e28fdd6" providerId="ADAL" clId="{ADA7A2FA-4D5E-4F37-8241-71D0B554FD81}" dt="2026-07-15T13:42:26.973" v="487" actId="6549"/>
          <ac:spMkLst>
            <pc:docMk/>
            <pc:sldMk cId="3025839465" sldId="361"/>
            <ac:spMk id="20" creationId="{AE6DB17D-42DF-3605-1985-68763047F074}"/>
          </ac:spMkLst>
        </pc:spChg>
        <pc:spChg chg="mod">
          <ac:chgData name="Prathik, A.K. (Anand Krishnan)" userId="530651e5-3022-4133-8f7a-bf605e28fdd6" providerId="ADAL" clId="{ADA7A2FA-4D5E-4F37-8241-71D0B554FD81}" dt="2026-07-15T14:25:16.851" v="541" actId="14100"/>
          <ac:spMkLst>
            <pc:docMk/>
            <pc:sldMk cId="3025839465" sldId="361"/>
            <ac:spMk id="21" creationId="{868276E1-DF3D-9DE0-A168-A4EA4876E833}"/>
          </ac:spMkLst>
        </pc:spChg>
        <pc:spChg chg="add mod">
          <ac:chgData name="Prathik, A.K. (Anand Krishnan)" userId="530651e5-3022-4133-8f7a-bf605e28fdd6" providerId="ADAL" clId="{ADA7A2FA-4D5E-4F37-8241-71D0B554FD81}" dt="2026-07-17T09:44:29.138" v="855" actId="20577"/>
          <ac:spMkLst>
            <pc:docMk/>
            <pc:sldMk cId="3025839465" sldId="361"/>
            <ac:spMk id="22" creationId="{F24472B4-95D4-7F6A-EB9D-9ABC6F6C5772}"/>
          </ac:spMkLst>
        </pc:spChg>
        <pc:spChg chg="add mod">
          <ac:chgData name="Prathik, A.K. (Anand Krishnan)" userId="530651e5-3022-4133-8f7a-bf605e28fdd6" providerId="ADAL" clId="{ADA7A2FA-4D5E-4F37-8241-71D0B554FD81}" dt="2026-07-17T09:43:46.661" v="853"/>
          <ac:spMkLst>
            <pc:docMk/>
            <pc:sldMk cId="3025839465" sldId="361"/>
            <ac:spMk id="23" creationId="{189CE82F-905B-C676-432E-A6A96D0DC669}"/>
          </ac:spMkLst>
        </pc:spChg>
        <pc:spChg chg="mod">
          <ac:chgData name="Prathik, A.K. (Anand Krishnan)" userId="530651e5-3022-4133-8f7a-bf605e28fdd6" providerId="ADAL" clId="{ADA7A2FA-4D5E-4F37-8241-71D0B554FD81}" dt="2026-07-15T14:26:08.558" v="547" actId="14100"/>
          <ac:spMkLst>
            <pc:docMk/>
            <pc:sldMk cId="3025839465" sldId="361"/>
            <ac:spMk id="26" creationId="{BE427DB3-718E-3522-52FB-C5BBEE3DE7C2}"/>
          </ac:spMkLst>
        </pc:spChg>
        <pc:spChg chg="mod">
          <ac:chgData name="Prathik, A.K. (Anand Krishnan)" userId="530651e5-3022-4133-8f7a-bf605e28fdd6" providerId="ADAL" clId="{ADA7A2FA-4D5E-4F37-8241-71D0B554FD81}" dt="2026-07-15T14:25:41.414" v="545" actId="20577"/>
          <ac:spMkLst>
            <pc:docMk/>
            <pc:sldMk cId="3025839465" sldId="361"/>
            <ac:spMk id="27" creationId="{BE8D4490-8BE3-15F6-2B6F-F3CA74E3A8A1}"/>
          </ac:spMkLst>
        </pc:spChg>
        <pc:spChg chg="mod">
          <ac:chgData name="Prathik, A.K. (Anand Krishnan)" userId="530651e5-3022-4133-8f7a-bf605e28fdd6" providerId="ADAL" clId="{ADA7A2FA-4D5E-4F37-8241-71D0B554FD81}" dt="2026-07-15T14:28:08.269" v="621" actId="20577"/>
          <ac:spMkLst>
            <pc:docMk/>
            <pc:sldMk cId="3025839465" sldId="361"/>
            <ac:spMk id="28" creationId="{52B907BE-BDE3-260D-A812-06F2B7D668F2}"/>
          </ac:spMkLst>
        </pc:spChg>
        <pc:spChg chg="mod">
          <ac:chgData name="Prathik, A.K. (Anand Krishnan)" userId="530651e5-3022-4133-8f7a-bf605e28fdd6" providerId="ADAL" clId="{ADA7A2FA-4D5E-4F37-8241-71D0B554FD81}" dt="2026-07-15T14:24:53.337" v="535" actId="1076"/>
          <ac:spMkLst>
            <pc:docMk/>
            <pc:sldMk cId="3025839465" sldId="361"/>
            <ac:spMk id="29" creationId="{20B9189D-83E9-F037-6A0F-FF52B69156AD}"/>
          </ac:spMkLst>
        </pc:spChg>
        <pc:spChg chg="mod">
          <ac:chgData name="Prathik, A.K. (Anand Krishnan)" userId="530651e5-3022-4133-8f7a-bf605e28fdd6" providerId="ADAL" clId="{ADA7A2FA-4D5E-4F37-8241-71D0B554FD81}" dt="2026-07-15T14:24:53.337" v="535" actId="1076"/>
          <ac:spMkLst>
            <pc:docMk/>
            <pc:sldMk cId="3025839465" sldId="361"/>
            <ac:spMk id="30" creationId="{DEF41DD0-CCC9-2533-84ED-47EC9FE818A6}"/>
          </ac:spMkLst>
        </pc:spChg>
        <pc:spChg chg="mod">
          <ac:chgData name="Prathik, A.K. (Anand Krishnan)" userId="530651e5-3022-4133-8f7a-bf605e28fdd6" providerId="ADAL" clId="{ADA7A2FA-4D5E-4F37-8241-71D0B554FD81}" dt="2026-07-15T14:28:30.767" v="637" actId="20577"/>
          <ac:spMkLst>
            <pc:docMk/>
            <pc:sldMk cId="3025839465" sldId="361"/>
            <ac:spMk id="31" creationId="{14AA4FF2-D30C-9105-DC3A-7737DDCEA6D8}"/>
          </ac:spMkLst>
        </pc:spChg>
        <pc:spChg chg="mod">
          <ac:chgData name="Prathik, A.K. (Anand Krishnan)" userId="530651e5-3022-4133-8f7a-bf605e28fdd6" providerId="ADAL" clId="{ADA7A2FA-4D5E-4F37-8241-71D0B554FD81}" dt="2026-07-15T14:24:53.337" v="535" actId="1076"/>
          <ac:spMkLst>
            <pc:docMk/>
            <pc:sldMk cId="3025839465" sldId="361"/>
            <ac:spMk id="32" creationId="{6313F9D1-4444-F30C-D793-12DAF7C0FE26}"/>
          </ac:spMkLst>
        </pc:spChg>
        <pc:spChg chg="del mod">
          <ac:chgData name="Prathik, A.K. (Anand Krishnan)" userId="530651e5-3022-4133-8f7a-bf605e28fdd6" providerId="ADAL" clId="{ADA7A2FA-4D5E-4F37-8241-71D0B554FD81}" dt="2026-07-17T09:43:40.285" v="850" actId="478"/>
          <ac:spMkLst>
            <pc:docMk/>
            <pc:sldMk cId="3025839465" sldId="361"/>
            <ac:spMk id="37" creationId="{2C582D77-BDD2-04BE-9D97-10CDEF6FC037}"/>
          </ac:spMkLst>
        </pc:spChg>
        <pc:spChg chg="add mod">
          <ac:chgData name="Prathik, A.K. (Anand Krishnan)" userId="530651e5-3022-4133-8f7a-bf605e28fdd6" providerId="ADAL" clId="{ADA7A2FA-4D5E-4F37-8241-71D0B554FD81}" dt="2026-07-15T14:26:05.242" v="546" actId="14100"/>
          <ac:spMkLst>
            <pc:docMk/>
            <pc:sldMk cId="3025839465" sldId="361"/>
            <ac:spMk id="38" creationId="{3E9CFE77-2D8C-D060-8CD2-6DFB6E19D3A9}"/>
          </ac:spMkLst>
        </pc:spChg>
      </pc:sldChg>
      <pc:sldChg chg="mod modShow">
        <pc:chgData name="Prathik, A.K. (Anand Krishnan)" userId="530651e5-3022-4133-8f7a-bf605e28fdd6" providerId="ADAL" clId="{ADA7A2FA-4D5E-4F37-8241-71D0B554FD81}" dt="2026-07-16T09:11:14.562" v="720" actId="729"/>
        <pc:sldMkLst>
          <pc:docMk/>
          <pc:sldMk cId="2212153167" sldId="362"/>
        </pc:sldMkLst>
      </pc:sldChg>
      <pc:sldChg chg="mod modShow">
        <pc:chgData name="Prathik, A.K. (Anand Krishnan)" userId="530651e5-3022-4133-8f7a-bf605e28fdd6" providerId="ADAL" clId="{ADA7A2FA-4D5E-4F37-8241-71D0B554FD81}" dt="2026-07-16T09:11:14.562" v="720" actId="729"/>
        <pc:sldMkLst>
          <pc:docMk/>
          <pc:sldMk cId="2473809672" sldId="364"/>
        </pc:sldMkLst>
      </pc:sldChg>
      <pc:sldChg chg="mod modShow">
        <pc:chgData name="Prathik, A.K. (Anand Krishnan)" userId="530651e5-3022-4133-8f7a-bf605e28fdd6" providerId="ADAL" clId="{ADA7A2FA-4D5E-4F37-8241-71D0B554FD81}" dt="2026-07-16T09:11:14.562" v="720" actId="729"/>
        <pc:sldMkLst>
          <pc:docMk/>
          <pc:sldMk cId="833224358" sldId="369"/>
        </pc:sldMkLst>
      </pc:sldChg>
      <pc:sldChg chg="addSp delSp modSp mod">
        <pc:chgData name="Prathik, A.K. (Anand Krishnan)" userId="530651e5-3022-4133-8f7a-bf605e28fdd6" providerId="ADAL" clId="{ADA7A2FA-4D5E-4F37-8241-71D0B554FD81}" dt="2026-07-17T12:51:16.958" v="1062" actId="20577"/>
        <pc:sldMkLst>
          <pc:docMk/>
          <pc:sldMk cId="1297803354" sldId="370"/>
        </pc:sldMkLst>
        <pc:spChg chg="del">
          <ac:chgData name="Prathik, A.K. (Anand Krishnan)" userId="530651e5-3022-4133-8f7a-bf605e28fdd6" providerId="ADAL" clId="{ADA7A2FA-4D5E-4F37-8241-71D0B554FD81}" dt="2026-07-17T09:44:52.166" v="856" actId="478"/>
          <ac:spMkLst>
            <pc:docMk/>
            <pc:sldMk cId="1297803354" sldId="370"/>
            <ac:spMk id="5" creationId="{EC62A5C7-A5FB-3D3C-2795-5DC82952185B}"/>
          </ac:spMkLst>
        </pc:spChg>
        <pc:spChg chg="add mod">
          <ac:chgData name="Prathik, A.K. (Anand Krishnan)" userId="530651e5-3022-4133-8f7a-bf605e28fdd6" providerId="ADAL" clId="{ADA7A2FA-4D5E-4F37-8241-71D0B554FD81}" dt="2026-07-17T09:44:55.834" v="859" actId="20577"/>
          <ac:spMkLst>
            <pc:docMk/>
            <pc:sldMk cId="1297803354" sldId="370"/>
            <ac:spMk id="6" creationId="{F62EAA60-68DE-807D-C5E5-CAD34E20E54E}"/>
          </ac:spMkLst>
        </pc:spChg>
        <pc:spChg chg="add mod">
          <ac:chgData name="Prathik, A.K. (Anand Krishnan)" userId="530651e5-3022-4133-8f7a-bf605e28fdd6" providerId="ADAL" clId="{ADA7A2FA-4D5E-4F37-8241-71D0B554FD81}" dt="2026-07-17T09:44:52.914" v="857"/>
          <ac:spMkLst>
            <pc:docMk/>
            <pc:sldMk cId="1297803354" sldId="370"/>
            <ac:spMk id="8" creationId="{EA4222C4-4043-63BF-D489-A9966694E43A}"/>
          </ac:spMkLst>
        </pc:spChg>
        <pc:graphicFrameChg chg="mod modGraphic">
          <ac:chgData name="Prathik, A.K. (Anand Krishnan)" userId="530651e5-3022-4133-8f7a-bf605e28fdd6" providerId="ADAL" clId="{ADA7A2FA-4D5E-4F37-8241-71D0B554FD81}" dt="2026-07-17T12:51:16.958" v="1062" actId="20577"/>
          <ac:graphicFrameMkLst>
            <pc:docMk/>
            <pc:sldMk cId="1297803354" sldId="370"/>
            <ac:graphicFrameMk id="2" creationId="{E1E2C492-E755-8476-18BF-466E1303CE7A}"/>
          </ac:graphicFrameMkLst>
        </pc:graphicFrameChg>
      </pc:sldChg>
      <pc:sldChg chg="addSp delSp modSp mod modAnim">
        <pc:chgData name="Prathik, A.K. (Anand Krishnan)" userId="530651e5-3022-4133-8f7a-bf605e28fdd6" providerId="ADAL" clId="{ADA7A2FA-4D5E-4F37-8241-71D0B554FD81}" dt="2026-07-17T13:19:55.803" v="1274"/>
        <pc:sldMkLst>
          <pc:docMk/>
          <pc:sldMk cId="3631531010" sldId="372"/>
        </pc:sldMkLst>
        <pc:spChg chg="add mod">
          <ac:chgData name="Prathik, A.K. (Anand Krishnan)" userId="530651e5-3022-4133-8f7a-bf605e28fdd6" providerId="ADAL" clId="{ADA7A2FA-4D5E-4F37-8241-71D0B554FD81}" dt="2026-07-17T09:46:45.362" v="910" actId="6549"/>
          <ac:spMkLst>
            <pc:docMk/>
            <pc:sldMk cId="3631531010" sldId="372"/>
            <ac:spMk id="2" creationId="{E7243E2B-DEE4-4302-DFEA-53EECA139E46}"/>
          </ac:spMkLst>
        </pc:spChg>
        <pc:spChg chg="add mod">
          <ac:chgData name="Prathik, A.K. (Anand Krishnan)" userId="530651e5-3022-4133-8f7a-bf605e28fdd6" providerId="ADAL" clId="{ADA7A2FA-4D5E-4F37-8241-71D0B554FD81}" dt="2026-07-17T09:46:41.562" v="907"/>
          <ac:spMkLst>
            <pc:docMk/>
            <pc:sldMk cId="3631531010" sldId="372"/>
            <ac:spMk id="5" creationId="{B95A4105-ABA3-D2CF-EB28-9C459235B435}"/>
          </ac:spMkLst>
        </pc:spChg>
        <pc:picChg chg="del">
          <ac:chgData name="Prathik, A.K. (Anand Krishnan)" userId="530651e5-3022-4133-8f7a-bf605e28fdd6" providerId="ADAL" clId="{ADA7A2FA-4D5E-4F37-8241-71D0B554FD81}" dt="2026-07-17T12:54:30.227" v="1071" actId="478"/>
          <ac:picMkLst>
            <pc:docMk/>
            <pc:sldMk cId="3631531010" sldId="372"/>
            <ac:picMk id="3" creationId="{340DFA40-7131-2DB2-F514-9500D4234851}"/>
          </ac:picMkLst>
        </pc:picChg>
        <pc:picChg chg="add mod modCrop">
          <ac:chgData name="Prathik, A.K. (Anand Krishnan)" userId="530651e5-3022-4133-8f7a-bf605e28fdd6" providerId="ADAL" clId="{ADA7A2FA-4D5E-4F37-8241-71D0B554FD81}" dt="2026-07-17T12:56:22.340" v="1098" actId="14100"/>
          <ac:picMkLst>
            <pc:docMk/>
            <pc:sldMk cId="3631531010" sldId="372"/>
            <ac:picMk id="6" creationId="{3FC54977-31F3-EDB1-FD59-98F28C96F07C}"/>
          </ac:picMkLst>
        </pc:picChg>
        <pc:picChg chg="add mod">
          <ac:chgData name="Prathik, A.K. (Anand Krishnan)" userId="530651e5-3022-4133-8f7a-bf605e28fdd6" providerId="ADAL" clId="{ADA7A2FA-4D5E-4F37-8241-71D0B554FD81}" dt="2026-07-17T12:56:27.957" v="1100" actId="14100"/>
          <ac:picMkLst>
            <pc:docMk/>
            <pc:sldMk cId="3631531010" sldId="372"/>
            <ac:picMk id="8" creationId="{114D219D-BDE4-1E10-9DC0-A7ED9C000293}"/>
          </ac:picMkLst>
        </pc:picChg>
      </pc:sldChg>
      <pc:sldChg chg="addSp delSp modSp mod">
        <pc:chgData name="Prathik, A.K. (Anand Krishnan)" userId="530651e5-3022-4133-8f7a-bf605e28fdd6" providerId="ADAL" clId="{ADA7A2FA-4D5E-4F37-8241-71D0B554FD81}" dt="2026-07-17T23:13:35.780" v="1329" actId="20577"/>
        <pc:sldMkLst>
          <pc:docMk/>
          <pc:sldMk cId="2522715857" sldId="373"/>
        </pc:sldMkLst>
        <pc:spChg chg="del">
          <ac:chgData name="Prathik, A.K. (Anand Krishnan)" userId="530651e5-3022-4133-8f7a-bf605e28fdd6" providerId="ADAL" clId="{ADA7A2FA-4D5E-4F37-8241-71D0B554FD81}" dt="2026-07-17T09:47:14.801" v="911" actId="478"/>
          <ac:spMkLst>
            <pc:docMk/>
            <pc:sldMk cId="2522715857" sldId="373"/>
            <ac:spMk id="2" creationId="{02178C51-DB6B-744D-BF22-C30B0C171824}"/>
          </ac:spMkLst>
        </pc:spChg>
        <pc:spChg chg="add mod">
          <ac:chgData name="Prathik, A.K. (Anand Krishnan)" userId="530651e5-3022-4133-8f7a-bf605e28fdd6" providerId="ADAL" clId="{ADA7A2FA-4D5E-4F37-8241-71D0B554FD81}" dt="2026-07-17T09:47:19.923" v="915" actId="6549"/>
          <ac:spMkLst>
            <pc:docMk/>
            <pc:sldMk cId="2522715857" sldId="373"/>
            <ac:spMk id="3" creationId="{17163299-8776-5CA6-6D1E-C13CF8C91DA2}"/>
          </ac:spMkLst>
        </pc:spChg>
        <pc:spChg chg="add mod">
          <ac:chgData name="Prathik, A.K. (Anand Krishnan)" userId="530651e5-3022-4133-8f7a-bf605e28fdd6" providerId="ADAL" clId="{ADA7A2FA-4D5E-4F37-8241-71D0B554FD81}" dt="2026-07-17T09:47:15.679" v="912"/>
          <ac:spMkLst>
            <pc:docMk/>
            <pc:sldMk cId="2522715857" sldId="373"/>
            <ac:spMk id="5" creationId="{338FC515-45F7-4C71-ECF0-456C813F7699}"/>
          </ac:spMkLst>
        </pc:spChg>
        <pc:spChg chg="mod">
          <ac:chgData name="Prathik, A.K. (Anand Krishnan)" userId="530651e5-3022-4133-8f7a-bf605e28fdd6" providerId="ADAL" clId="{ADA7A2FA-4D5E-4F37-8241-71D0B554FD81}" dt="2026-07-17T23:13:35.780" v="1329" actId="20577"/>
          <ac:spMkLst>
            <pc:docMk/>
            <pc:sldMk cId="2522715857" sldId="373"/>
            <ac:spMk id="7" creationId="{DC7AD4E3-5FA5-1E2F-B9AE-F34C3844A0BB}"/>
          </ac:spMkLst>
        </pc:spChg>
      </pc:sldChg>
      <pc:sldChg chg="addSp modSp mod">
        <pc:chgData name="Prathik, A.K. (Anand Krishnan)" userId="530651e5-3022-4133-8f7a-bf605e28fdd6" providerId="ADAL" clId="{ADA7A2FA-4D5E-4F37-8241-71D0B554FD81}" dt="2026-07-17T13:25:37.071" v="1294" actId="404"/>
        <pc:sldMkLst>
          <pc:docMk/>
          <pc:sldMk cId="4225516569" sldId="374"/>
        </pc:sldMkLst>
        <pc:spChg chg="add mod">
          <ac:chgData name="Prathik, A.K. (Anand Krishnan)" userId="530651e5-3022-4133-8f7a-bf605e28fdd6" providerId="ADAL" clId="{ADA7A2FA-4D5E-4F37-8241-71D0B554FD81}" dt="2026-07-17T09:47:26.279" v="917" actId="20577"/>
          <ac:spMkLst>
            <pc:docMk/>
            <pc:sldMk cId="4225516569" sldId="374"/>
            <ac:spMk id="3" creationId="{044FBE1E-FABD-C7FF-4D6D-95B3A212837B}"/>
          </ac:spMkLst>
        </pc:spChg>
        <pc:spChg chg="add mod">
          <ac:chgData name="Prathik, A.K. (Anand Krishnan)" userId="530651e5-3022-4133-8f7a-bf605e28fdd6" providerId="ADAL" clId="{ADA7A2FA-4D5E-4F37-8241-71D0B554FD81}" dt="2026-07-17T09:47:23.953" v="916"/>
          <ac:spMkLst>
            <pc:docMk/>
            <pc:sldMk cId="4225516569" sldId="374"/>
            <ac:spMk id="5" creationId="{9322AA42-E662-2713-CF33-A45733A966A8}"/>
          </ac:spMkLst>
        </pc:spChg>
        <pc:graphicFrameChg chg="modGraphic">
          <ac:chgData name="Prathik, A.K. (Anand Krishnan)" userId="530651e5-3022-4133-8f7a-bf605e28fdd6" providerId="ADAL" clId="{ADA7A2FA-4D5E-4F37-8241-71D0B554FD81}" dt="2026-07-17T13:25:37.071" v="1294" actId="404"/>
          <ac:graphicFrameMkLst>
            <pc:docMk/>
            <pc:sldMk cId="4225516569" sldId="374"/>
            <ac:graphicFrameMk id="2" creationId="{9CF81CCA-5D24-AA27-AD51-F5B694D9EE29}"/>
          </ac:graphicFrameMkLst>
        </pc:graphicFrameChg>
      </pc:sldChg>
      <pc:sldChg chg="addSp delSp modSp mod">
        <pc:chgData name="Prathik, A.K. (Anand Krishnan)" userId="530651e5-3022-4133-8f7a-bf605e28fdd6" providerId="ADAL" clId="{ADA7A2FA-4D5E-4F37-8241-71D0B554FD81}" dt="2026-07-17T13:26:05.645" v="1297"/>
        <pc:sldMkLst>
          <pc:docMk/>
          <pc:sldMk cId="2423779220" sldId="375"/>
        </pc:sldMkLst>
        <pc:spChg chg="del">
          <ac:chgData name="Prathik, A.K. (Anand Krishnan)" userId="530651e5-3022-4133-8f7a-bf605e28fdd6" providerId="ADAL" clId="{ADA7A2FA-4D5E-4F37-8241-71D0B554FD81}" dt="2026-07-17T09:47:31.018" v="918" actId="478"/>
          <ac:spMkLst>
            <pc:docMk/>
            <pc:sldMk cId="2423779220" sldId="375"/>
            <ac:spMk id="3" creationId="{F7D0253F-79AF-5548-917B-1F002B351488}"/>
          </ac:spMkLst>
        </pc:spChg>
        <pc:spChg chg="add mod">
          <ac:chgData name="Prathik, A.K. (Anand Krishnan)" userId="530651e5-3022-4133-8f7a-bf605e28fdd6" providerId="ADAL" clId="{ADA7A2FA-4D5E-4F37-8241-71D0B554FD81}" dt="2026-07-17T09:47:34.683" v="920" actId="20577"/>
          <ac:spMkLst>
            <pc:docMk/>
            <pc:sldMk cId="2423779220" sldId="375"/>
            <ac:spMk id="5" creationId="{746228AB-DC99-D78D-A26C-AD8E9190A2F9}"/>
          </ac:spMkLst>
        </pc:spChg>
        <pc:spChg chg="add mod">
          <ac:chgData name="Prathik, A.K. (Anand Krishnan)" userId="530651e5-3022-4133-8f7a-bf605e28fdd6" providerId="ADAL" clId="{ADA7A2FA-4D5E-4F37-8241-71D0B554FD81}" dt="2026-07-17T09:47:31.446" v="919"/>
          <ac:spMkLst>
            <pc:docMk/>
            <pc:sldMk cId="2423779220" sldId="375"/>
            <ac:spMk id="8" creationId="{9B337C2B-BF59-A39D-A84B-52C4061FF88F}"/>
          </ac:spMkLst>
        </pc:spChg>
        <pc:spChg chg="add del mod">
          <ac:chgData name="Prathik, A.K. (Anand Krishnan)" userId="530651e5-3022-4133-8f7a-bf605e28fdd6" providerId="ADAL" clId="{ADA7A2FA-4D5E-4F37-8241-71D0B554FD81}" dt="2026-07-17T13:08:47.358" v="1226" actId="478"/>
          <ac:spMkLst>
            <pc:docMk/>
            <pc:sldMk cId="2423779220" sldId="375"/>
            <ac:spMk id="10" creationId="{93AEFF31-57C4-AB24-C415-7B805C16EA9C}"/>
          </ac:spMkLst>
        </pc:spChg>
        <pc:graphicFrameChg chg="del mod">
          <ac:chgData name="Prathik, A.K. (Anand Krishnan)" userId="530651e5-3022-4133-8f7a-bf605e28fdd6" providerId="ADAL" clId="{ADA7A2FA-4D5E-4F37-8241-71D0B554FD81}" dt="2026-07-17T13:08:43.600" v="1225" actId="478"/>
          <ac:graphicFrameMkLst>
            <pc:docMk/>
            <pc:sldMk cId="2423779220" sldId="375"/>
            <ac:graphicFrameMk id="2" creationId="{BE05ECB8-FE34-09A4-845C-A204CF3C18A5}"/>
          </ac:graphicFrameMkLst>
        </pc:graphicFrameChg>
        <pc:graphicFrameChg chg="mod modGraphic">
          <ac:chgData name="Prathik, A.K. (Anand Krishnan)" userId="530651e5-3022-4133-8f7a-bf605e28fdd6" providerId="ADAL" clId="{ADA7A2FA-4D5E-4F37-8241-71D0B554FD81}" dt="2026-07-17T13:26:05.645" v="1297"/>
          <ac:graphicFrameMkLst>
            <pc:docMk/>
            <pc:sldMk cId="2423779220" sldId="375"/>
            <ac:graphicFrameMk id="6" creationId="{51009832-AB6B-C940-1EDB-9F7C5A91ADD4}"/>
          </ac:graphicFrameMkLst>
        </pc:graphicFrameChg>
      </pc:sldChg>
      <pc:sldChg chg="addSp delSp modSp mod">
        <pc:chgData name="Prathik, A.K. (Anand Krishnan)" userId="530651e5-3022-4133-8f7a-bf605e28fdd6" providerId="ADAL" clId="{ADA7A2FA-4D5E-4F37-8241-71D0B554FD81}" dt="2026-07-17T09:47:42.470" v="923" actId="20577"/>
        <pc:sldMkLst>
          <pc:docMk/>
          <pc:sldMk cId="2969624485" sldId="376"/>
        </pc:sldMkLst>
        <pc:spChg chg="del">
          <ac:chgData name="Prathik, A.K. (Anand Krishnan)" userId="530651e5-3022-4133-8f7a-bf605e28fdd6" providerId="ADAL" clId="{ADA7A2FA-4D5E-4F37-8241-71D0B554FD81}" dt="2026-07-17T09:47:39.217" v="921" actId="478"/>
          <ac:spMkLst>
            <pc:docMk/>
            <pc:sldMk cId="2969624485" sldId="376"/>
            <ac:spMk id="2" creationId="{2462E76A-1EFB-9B5D-4BA9-936B4B29325B}"/>
          </ac:spMkLst>
        </pc:spChg>
        <pc:spChg chg="add mod">
          <ac:chgData name="Prathik, A.K. (Anand Krishnan)" userId="530651e5-3022-4133-8f7a-bf605e28fdd6" providerId="ADAL" clId="{ADA7A2FA-4D5E-4F37-8241-71D0B554FD81}" dt="2026-07-17T09:47:42.470" v="923" actId="20577"/>
          <ac:spMkLst>
            <pc:docMk/>
            <pc:sldMk cId="2969624485" sldId="376"/>
            <ac:spMk id="3" creationId="{63F85D66-BE30-A223-C8D5-2D77447C0426}"/>
          </ac:spMkLst>
        </pc:spChg>
        <pc:spChg chg="add mod">
          <ac:chgData name="Prathik, A.K. (Anand Krishnan)" userId="530651e5-3022-4133-8f7a-bf605e28fdd6" providerId="ADAL" clId="{ADA7A2FA-4D5E-4F37-8241-71D0B554FD81}" dt="2026-07-17T09:47:39.965" v="922"/>
          <ac:spMkLst>
            <pc:docMk/>
            <pc:sldMk cId="2969624485" sldId="376"/>
            <ac:spMk id="5" creationId="{34F557DA-A5D4-860B-803A-F017D01FAC0B}"/>
          </ac:spMkLst>
        </pc:spChg>
      </pc:sldChg>
      <pc:sldChg chg="addSp delSp modSp mod">
        <pc:chgData name="Prathik, A.K. (Anand Krishnan)" userId="530651e5-3022-4133-8f7a-bf605e28fdd6" providerId="ADAL" clId="{ADA7A2FA-4D5E-4F37-8241-71D0B554FD81}" dt="2026-07-17T13:38:45.341" v="1298" actId="14734"/>
        <pc:sldMkLst>
          <pc:docMk/>
          <pc:sldMk cId="0" sldId="379"/>
        </pc:sldMkLst>
        <pc:spChg chg="mod">
          <ac:chgData name="Prathik, A.K. (Anand Krishnan)" userId="530651e5-3022-4133-8f7a-bf605e28fdd6" providerId="ADAL" clId="{ADA7A2FA-4D5E-4F37-8241-71D0B554FD81}" dt="2026-07-17T13:20:25.101" v="1288" actId="20577"/>
          <ac:spMkLst>
            <pc:docMk/>
            <pc:sldMk cId="0" sldId="379"/>
            <ac:spMk id="2" creationId="{00000000-0000-0000-0000-000000000000}"/>
          </ac:spMkLst>
        </pc:spChg>
        <pc:spChg chg="add mod">
          <ac:chgData name="Prathik, A.K. (Anand Krishnan)" userId="530651e5-3022-4133-8f7a-bf605e28fdd6" providerId="ADAL" clId="{ADA7A2FA-4D5E-4F37-8241-71D0B554FD81}" dt="2026-07-17T09:45:04.290" v="862" actId="20577"/>
          <ac:spMkLst>
            <pc:docMk/>
            <pc:sldMk cId="0" sldId="379"/>
            <ac:spMk id="3" creationId="{BEF7BFC5-D2EA-7D6A-4FF6-A213076BD6C0}"/>
          </ac:spMkLst>
        </pc:spChg>
        <pc:spChg chg="add mod">
          <ac:chgData name="Prathik, A.K. (Anand Krishnan)" userId="530651e5-3022-4133-8f7a-bf605e28fdd6" providerId="ADAL" clId="{ADA7A2FA-4D5E-4F37-8241-71D0B554FD81}" dt="2026-07-17T09:45:01.147" v="860"/>
          <ac:spMkLst>
            <pc:docMk/>
            <pc:sldMk cId="0" sldId="379"/>
            <ac:spMk id="5" creationId="{2EFDC53F-4B81-85FE-06C0-62DEE2D6CE09}"/>
          </ac:spMkLst>
        </pc:spChg>
        <pc:graphicFrameChg chg="mod modGraphic">
          <ac:chgData name="Prathik, A.K. (Anand Krishnan)" userId="530651e5-3022-4133-8f7a-bf605e28fdd6" providerId="ADAL" clId="{ADA7A2FA-4D5E-4F37-8241-71D0B554FD81}" dt="2026-07-17T13:38:45.341" v="1298" actId="14734"/>
          <ac:graphicFrameMkLst>
            <pc:docMk/>
            <pc:sldMk cId="0" sldId="379"/>
            <ac:graphicFrameMk id="4" creationId="{00000000-0000-0000-0000-000000000000}"/>
          </ac:graphicFrameMkLst>
        </pc:graphicFrameChg>
      </pc:sldChg>
      <pc:sldChg chg="addSp modSp mod ord modNotesTx">
        <pc:chgData name="Prathik, A.K. (Anand Krishnan)" userId="530651e5-3022-4133-8f7a-bf605e28fdd6" providerId="ADAL" clId="{ADA7A2FA-4D5E-4F37-8241-71D0B554FD81}" dt="2026-07-18T11:38:26.450" v="2094" actId="6549"/>
        <pc:sldMkLst>
          <pc:docMk/>
          <pc:sldMk cId="0" sldId="380"/>
        </pc:sldMkLst>
        <pc:spChg chg="mod">
          <ac:chgData name="Prathik, A.K. (Anand Krishnan)" userId="530651e5-3022-4133-8f7a-bf605e28fdd6" providerId="ADAL" clId="{ADA7A2FA-4D5E-4F37-8241-71D0B554FD81}" dt="2026-07-18T11:38:26.450" v="2094" actId="6549"/>
          <ac:spMkLst>
            <pc:docMk/>
            <pc:sldMk cId="0" sldId="380"/>
            <ac:spMk id="3" creationId="{00000000-0000-0000-0000-000000000000}"/>
          </ac:spMkLst>
        </pc:spChg>
        <pc:spChg chg="add mod">
          <ac:chgData name="Prathik, A.K. (Anand Krishnan)" userId="530651e5-3022-4133-8f7a-bf605e28fdd6" providerId="ADAL" clId="{ADA7A2FA-4D5E-4F37-8241-71D0B554FD81}" dt="2026-07-17T09:46:04.394" v="885" actId="20577"/>
          <ac:spMkLst>
            <pc:docMk/>
            <pc:sldMk cId="0" sldId="380"/>
            <ac:spMk id="4" creationId="{2B0FA8B5-1750-E7D7-12A8-16F6A2EF93FB}"/>
          </ac:spMkLst>
        </pc:spChg>
        <pc:spChg chg="add mod">
          <ac:chgData name="Prathik, A.K. (Anand Krishnan)" userId="530651e5-3022-4133-8f7a-bf605e28fdd6" providerId="ADAL" clId="{ADA7A2FA-4D5E-4F37-8241-71D0B554FD81}" dt="2026-07-17T09:46:02.316" v="884"/>
          <ac:spMkLst>
            <pc:docMk/>
            <pc:sldMk cId="0" sldId="380"/>
            <ac:spMk id="5" creationId="{1F923145-A7A0-45AC-0EA0-9B1050AA6348}"/>
          </ac:spMkLst>
        </pc:spChg>
      </pc:sldChg>
      <pc:sldChg chg="addSp modSp mod ord">
        <pc:chgData name="Prathik, A.K. (Anand Krishnan)" userId="530651e5-3022-4133-8f7a-bf605e28fdd6" providerId="ADAL" clId="{ADA7A2FA-4D5E-4F37-8241-71D0B554FD81}" dt="2026-07-18T12:22:49.028" v="2128"/>
        <pc:sldMkLst>
          <pc:docMk/>
          <pc:sldMk cId="0" sldId="381"/>
        </pc:sldMkLst>
        <pc:spChg chg="add mod">
          <ac:chgData name="Prathik, A.K. (Anand Krishnan)" userId="530651e5-3022-4133-8f7a-bf605e28fdd6" providerId="ADAL" clId="{ADA7A2FA-4D5E-4F37-8241-71D0B554FD81}" dt="2026-07-17T09:46:09.908" v="889" actId="6549"/>
          <ac:spMkLst>
            <pc:docMk/>
            <pc:sldMk cId="0" sldId="381"/>
            <ac:spMk id="4" creationId="{5531B02A-EC30-C795-96EF-5352ACF6C276}"/>
          </ac:spMkLst>
        </pc:spChg>
        <pc:spChg chg="add mod">
          <ac:chgData name="Prathik, A.K. (Anand Krishnan)" userId="530651e5-3022-4133-8f7a-bf605e28fdd6" providerId="ADAL" clId="{ADA7A2FA-4D5E-4F37-8241-71D0B554FD81}" dt="2026-07-17T09:46:06.729" v="886"/>
          <ac:spMkLst>
            <pc:docMk/>
            <pc:sldMk cId="0" sldId="381"/>
            <ac:spMk id="5" creationId="{48DB3560-D545-A199-4307-F60C89526A7C}"/>
          </ac:spMkLst>
        </pc:spChg>
        <pc:graphicFrameChg chg="mod">
          <ac:chgData name="Prathik, A.K. (Anand Krishnan)" userId="530651e5-3022-4133-8f7a-bf605e28fdd6" providerId="ADAL" clId="{ADA7A2FA-4D5E-4F37-8241-71D0B554FD81}" dt="2026-07-15T23:58:30.102" v="718" actId="1076"/>
          <ac:graphicFrameMkLst>
            <pc:docMk/>
            <pc:sldMk cId="0" sldId="381"/>
            <ac:graphicFrameMk id="3" creationId="{00000000-0000-0000-0000-000000000000}"/>
          </ac:graphicFrameMkLst>
        </pc:graphicFrameChg>
      </pc:sldChg>
      <pc:sldChg chg="addSp modSp mod">
        <pc:chgData name="Prathik, A.K. (Anand Krishnan)" userId="530651e5-3022-4133-8f7a-bf605e28fdd6" providerId="ADAL" clId="{ADA7A2FA-4D5E-4F37-8241-71D0B554FD81}" dt="2026-07-17T09:46:17.227" v="893" actId="6549"/>
        <pc:sldMkLst>
          <pc:docMk/>
          <pc:sldMk cId="0" sldId="382"/>
        </pc:sldMkLst>
        <pc:spChg chg="add mod">
          <ac:chgData name="Prathik, A.K. (Anand Krishnan)" userId="530651e5-3022-4133-8f7a-bf605e28fdd6" providerId="ADAL" clId="{ADA7A2FA-4D5E-4F37-8241-71D0B554FD81}" dt="2026-07-17T09:46:17.227" v="893" actId="6549"/>
          <ac:spMkLst>
            <pc:docMk/>
            <pc:sldMk cId="0" sldId="382"/>
            <ac:spMk id="4" creationId="{52673E92-C949-BEFA-B88A-ECD4084C9198}"/>
          </ac:spMkLst>
        </pc:spChg>
        <pc:spChg chg="add mod">
          <ac:chgData name="Prathik, A.K. (Anand Krishnan)" userId="530651e5-3022-4133-8f7a-bf605e28fdd6" providerId="ADAL" clId="{ADA7A2FA-4D5E-4F37-8241-71D0B554FD81}" dt="2026-07-17T09:46:12.805" v="890"/>
          <ac:spMkLst>
            <pc:docMk/>
            <pc:sldMk cId="0" sldId="382"/>
            <ac:spMk id="5" creationId="{7DFABDD7-1580-8FDA-08FA-FD8598CBE1EA}"/>
          </ac:spMkLst>
        </pc:spChg>
      </pc:sldChg>
      <pc:sldChg chg="addSp modSp mod">
        <pc:chgData name="Prathik, A.K. (Anand Krishnan)" userId="530651e5-3022-4133-8f7a-bf605e28fdd6" providerId="ADAL" clId="{ADA7A2FA-4D5E-4F37-8241-71D0B554FD81}" dt="2026-07-17T09:46:23.105" v="897" actId="6549"/>
        <pc:sldMkLst>
          <pc:docMk/>
          <pc:sldMk cId="0" sldId="383"/>
        </pc:sldMkLst>
        <pc:spChg chg="add mod">
          <ac:chgData name="Prathik, A.K. (Anand Krishnan)" userId="530651e5-3022-4133-8f7a-bf605e28fdd6" providerId="ADAL" clId="{ADA7A2FA-4D5E-4F37-8241-71D0B554FD81}" dt="2026-07-17T09:46:23.105" v="897" actId="6549"/>
          <ac:spMkLst>
            <pc:docMk/>
            <pc:sldMk cId="0" sldId="383"/>
            <ac:spMk id="5" creationId="{65D3248E-4749-F919-7368-DE2283AFDD29}"/>
          </ac:spMkLst>
        </pc:spChg>
        <pc:spChg chg="add mod">
          <ac:chgData name="Prathik, A.K. (Anand Krishnan)" userId="530651e5-3022-4133-8f7a-bf605e28fdd6" providerId="ADAL" clId="{ADA7A2FA-4D5E-4F37-8241-71D0B554FD81}" dt="2026-07-17T09:46:20.484" v="894"/>
          <ac:spMkLst>
            <pc:docMk/>
            <pc:sldMk cId="0" sldId="383"/>
            <ac:spMk id="6" creationId="{F199369D-37B1-06F6-CBB4-90B713D545F1}"/>
          </ac:spMkLst>
        </pc:spChg>
      </pc:sldChg>
      <pc:sldChg chg="addSp modSp mod">
        <pc:chgData name="Prathik, A.K. (Anand Krishnan)" userId="530651e5-3022-4133-8f7a-bf605e28fdd6" providerId="ADAL" clId="{ADA7A2FA-4D5E-4F37-8241-71D0B554FD81}" dt="2026-07-17T13:06:07.709" v="1214" actId="113"/>
        <pc:sldMkLst>
          <pc:docMk/>
          <pc:sldMk cId="0" sldId="384"/>
        </pc:sldMkLst>
        <pc:spChg chg="mod">
          <ac:chgData name="Prathik, A.K. (Anand Krishnan)" userId="530651e5-3022-4133-8f7a-bf605e28fdd6" providerId="ADAL" clId="{ADA7A2FA-4D5E-4F37-8241-71D0B554FD81}" dt="2026-07-16T01:12:50.504" v="719" actId="2711"/>
          <ac:spMkLst>
            <pc:docMk/>
            <pc:sldMk cId="0" sldId="384"/>
            <ac:spMk id="2" creationId="{00000000-0000-0000-0000-000000000000}"/>
          </ac:spMkLst>
        </pc:spChg>
        <pc:spChg chg="add mod">
          <ac:chgData name="Prathik, A.K. (Anand Krishnan)" userId="530651e5-3022-4133-8f7a-bf605e28fdd6" providerId="ADAL" clId="{ADA7A2FA-4D5E-4F37-8241-71D0B554FD81}" dt="2026-07-17T09:46:28.808" v="901" actId="6549"/>
          <ac:spMkLst>
            <pc:docMk/>
            <pc:sldMk cId="0" sldId="384"/>
            <ac:spMk id="5" creationId="{F6FB2B8F-7B26-221B-6D1C-4A39FA932799}"/>
          </ac:spMkLst>
        </pc:spChg>
        <pc:spChg chg="add mod">
          <ac:chgData name="Prathik, A.K. (Anand Krishnan)" userId="530651e5-3022-4133-8f7a-bf605e28fdd6" providerId="ADAL" clId="{ADA7A2FA-4D5E-4F37-8241-71D0B554FD81}" dt="2026-07-17T09:46:26.117" v="898"/>
          <ac:spMkLst>
            <pc:docMk/>
            <pc:sldMk cId="0" sldId="384"/>
            <ac:spMk id="6" creationId="{FCC15BE4-D9A7-7EBD-9B6B-BFD59ADE359A}"/>
          </ac:spMkLst>
        </pc:spChg>
        <pc:graphicFrameChg chg="mod modGraphic">
          <ac:chgData name="Prathik, A.K. (Anand Krishnan)" userId="530651e5-3022-4133-8f7a-bf605e28fdd6" providerId="ADAL" clId="{ADA7A2FA-4D5E-4F37-8241-71D0B554FD81}" dt="2026-07-17T13:06:07.709" v="1214" actId="113"/>
          <ac:graphicFrameMkLst>
            <pc:docMk/>
            <pc:sldMk cId="0" sldId="384"/>
            <ac:graphicFrameMk id="4" creationId="{00000000-0000-0000-0000-000000000000}"/>
          </ac:graphicFrameMkLst>
        </pc:graphicFrameChg>
      </pc:sldChg>
      <pc:sldChg chg="addSp delSp modSp mod">
        <pc:chgData name="Prathik, A.K. (Anand Krishnan)" userId="530651e5-3022-4133-8f7a-bf605e28fdd6" providerId="ADAL" clId="{ADA7A2FA-4D5E-4F37-8241-71D0B554FD81}" dt="2026-07-17T09:46:36.648" v="906" actId="6549"/>
        <pc:sldMkLst>
          <pc:docMk/>
          <pc:sldMk cId="0" sldId="385"/>
        </pc:sldMkLst>
        <pc:spChg chg="add mod">
          <ac:chgData name="Prathik, A.K. (Anand Krishnan)" userId="530651e5-3022-4133-8f7a-bf605e28fdd6" providerId="ADAL" clId="{ADA7A2FA-4D5E-4F37-8241-71D0B554FD81}" dt="2026-07-17T09:46:36.648" v="906" actId="6549"/>
          <ac:spMkLst>
            <pc:docMk/>
            <pc:sldMk cId="0" sldId="385"/>
            <ac:spMk id="3" creationId="{6D89BF6A-57E5-4980-0396-81737AAA91E0}"/>
          </ac:spMkLst>
        </pc:spChg>
        <pc:spChg chg="add mod">
          <ac:chgData name="Prathik, A.K. (Anand Krishnan)" userId="530651e5-3022-4133-8f7a-bf605e28fdd6" providerId="ADAL" clId="{ADA7A2FA-4D5E-4F37-8241-71D0B554FD81}" dt="2026-07-17T09:46:34.350" v="903"/>
          <ac:spMkLst>
            <pc:docMk/>
            <pc:sldMk cId="0" sldId="385"/>
            <ac:spMk id="5" creationId="{25EDBF7A-49CD-3728-3616-9AE7DC3E734A}"/>
          </ac:spMkLst>
        </pc:spChg>
        <pc:spChg chg="del">
          <ac:chgData name="Prathik, A.K. (Anand Krishnan)" userId="530651e5-3022-4133-8f7a-bf605e28fdd6" providerId="ADAL" clId="{ADA7A2FA-4D5E-4F37-8241-71D0B554FD81}" dt="2026-07-17T09:46:33.460" v="902" actId="478"/>
          <ac:spMkLst>
            <pc:docMk/>
            <pc:sldMk cId="0" sldId="385"/>
            <ac:spMk id="15" creationId="{02513EA3-3289-C279-970A-C90A0DB554EE}"/>
          </ac:spMkLst>
        </pc:spChg>
      </pc:sldChg>
      <pc:sldChg chg="addSp delSp modSp mod modClrScheme delAnim modAnim chgLayout">
        <pc:chgData name="Prathik, A.K. (Anand Krishnan)" userId="530651e5-3022-4133-8f7a-bf605e28fdd6" providerId="ADAL" clId="{ADA7A2FA-4D5E-4F37-8241-71D0B554FD81}" dt="2026-07-17T13:01:25.732" v="1187" actId="20577"/>
        <pc:sldMkLst>
          <pc:docMk/>
          <pc:sldMk cId="3062990431" sldId="386"/>
        </pc:sldMkLst>
        <pc:spChg chg="mod ord">
          <ac:chgData name="Prathik, A.K. (Anand Krishnan)" userId="530651e5-3022-4133-8f7a-bf605e28fdd6" providerId="ADAL" clId="{ADA7A2FA-4D5E-4F37-8241-71D0B554FD81}" dt="2026-07-17T13:01:25.732" v="1187" actId="20577"/>
          <ac:spMkLst>
            <pc:docMk/>
            <pc:sldMk cId="3062990431" sldId="386"/>
            <ac:spMk id="2" creationId="{B0F8103F-EE4D-510D-C473-DDC368156B0D}"/>
          </ac:spMkLst>
        </pc:spChg>
        <pc:spChg chg="add mod">
          <ac:chgData name="Prathik, A.K. (Anand Krishnan)" userId="530651e5-3022-4133-8f7a-bf605e28fdd6" providerId="ADAL" clId="{ADA7A2FA-4D5E-4F37-8241-71D0B554FD81}" dt="2026-07-17T09:45:16.203" v="866" actId="20577"/>
          <ac:spMkLst>
            <pc:docMk/>
            <pc:sldMk cId="3062990431" sldId="386"/>
            <ac:spMk id="3" creationId="{48B9F016-1298-3E60-CB3A-D6A94FC33D05}"/>
          </ac:spMkLst>
        </pc:spChg>
        <pc:spChg chg="add mod">
          <ac:chgData name="Prathik, A.K. (Anand Krishnan)" userId="530651e5-3022-4133-8f7a-bf605e28fdd6" providerId="ADAL" clId="{ADA7A2FA-4D5E-4F37-8241-71D0B554FD81}" dt="2026-07-17T09:45:12.914" v="864"/>
          <ac:spMkLst>
            <pc:docMk/>
            <pc:sldMk cId="3062990431" sldId="386"/>
            <ac:spMk id="4" creationId="{BCB0B5C9-7EEF-37C1-699A-FAE77C0AFD62}"/>
          </ac:spMkLst>
        </pc:spChg>
        <pc:spChg chg="del mod ord">
          <ac:chgData name="Prathik, A.K. (Anand Krishnan)" userId="530651e5-3022-4133-8f7a-bf605e28fdd6" providerId="ADAL" clId="{ADA7A2FA-4D5E-4F37-8241-71D0B554FD81}" dt="2026-07-17T09:45:11.775" v="863" actId="478"/>
          <ac:spMkLst>
            <pc:docMk/>
            <pc:sldMk cId="3062990431" sldId="386"/>
            <ac:spMk id="5" creationId="{A6C494D0-CAF4-2824-310F-2A0F32CB9185}"/>
          </ac:spMkLst>
        </pc:spChg>
        <pc:spChg chg="del mod ord">
          <ac:chgData name="Prathik, A.K. (Anand Krishnan)" userId="530651e5-3022-4133-8f7a-bf605e28fdd6" providerId="ADAL" clId="{ADA7A2FA-4D5E-4F37-8241-71D0B554FD81}" dt="2026-07-17T09:45:11.775" v="863" actId="478"/>
          <ac:spMkLst>
            <pc:docMk/>
            <pc:sldMk cId="3062990431" sldId="386"/>
            <ac:spMk id="6" creationId="{38FCEC4F-BAA3-61AB-655E-9BAE396EBB39}"/>
          </ac:spMkLst>
        </pc:spChg>
        <pc:spChg chg="mod ord">
          <ac:chgData name="Prathik, A.K. (Anand Krishnan)" userId="530651e5-3022-4133-8f7a-bf605e28fdd6" providerId="ADAL" clId="{ADA7A2FA-4D5E-4F37-8241-71D0B554FD81}" dt="2026-07-16T12:32:37.332" v="810" actId="14100"/>
          <ac:spMkLst>
            <pc:docMk/>
            <pc:sldMk cId="3062990431" sldId="386"/>
            <ac:spMk id="14" creationId="{8B156FB7-57E9-208A-E480-0BBCAFB87E9E}"/>
          </ac:spMkLst>
        </pc:spChg>
        <pc:picChg chg="add mod modCrop">
          <ac:chgData name="Prathik, A.K. (Anand Krishnan)" userId="530651e5-3022-4133-8f7a-bf605e28fdd6" providerId="ADAL" clId="{ADA7A2FA-4D5E-4F37-8241-71D0B554FD81}" dt="2026-07-17T12:41:09.653" v="1009" actId="1076"/>
          <ac:picMkLst>
            <pc:docMk/>
            <pc:sldMk cId="3062990431" sldId="386"/>
            <ac:picMk id="8" creationId="{BB88C0FE-0CB0-16FF-DC63-014EFF9E94D9}"/>
          </ac:picMkLst>
        </pc:picChg>
        <pc:picChg chg="add del mod modCrop">
          <ac:chgData name="Prathik, A.K. (Anand Krishnan)" userId="530651e5-3022-4133-8f7a-bf605e28fdd6" providerId="ADAL" clId="{ADA7A2FA-4D5E-4F37-8241-71D0B554FD81}" dt="2026-07-17T12:41:05.163" v="1007" actId="21"/>
          <ac:picMkLst>
            <pc:docMk/>
            <pc:sldMk cId="3062990431" sldId="386"/>
            <ac:picMk id="10" creationId="{F071A2D4-B077-F394-849B-7310016DEA44}"/>
          </ac:picMkLst>
        </pc:picChg>
        <pc:picChg chg="add del mod">
          <ac:chgData name="Prathik, A.K. (Anand Krishnan)" userId="530651e5-3022-4133-8f7a-bf605e28fdd6" providerId="ADAL" clId="{ADA7A2FA-4D5E-4F37-8241-71D0B554FD81}" dt="2026-07-17T11:32:02.708" v="980" actId="478"/>
          <ac:picMkLst>
            <pc:docMk/>
            <pc:sldMk cId="3062990431" sldId="386"/>
            <ac:picMk id="12" creationId="{5DFFE646-98F1-F8B2-D08B-41F78318587C}"/>
          </ac:picMkLst>
        </pc:picChg>
        <pc:picChg chg="add del mod">
          <ac:chgData name="Prathik, A.K. (Anand Krishnan)" userId="530651e5-3022-4133-8f7a-bf605e28fdd6" providerId="ADAL" clId="{ADA7A2FA-4D5E-4F37-8241-71D0B554FD81}" dt="2026-07-17T12:43:26.260" v="1031" actId="478"/>
          <ac:picMkLst>
            <pc:docMk/>
            <pc:sldMk cId="3062990431" sldId="386"/>
            <ac:picMk id="13" creationId="{F071A2D4-B077-F394-849B-7310016DEA44}"/>
          </ac:picMkLst>
        </pc:picChg>
        <pc:picChg chg="add del mod ord">
          <ac:chgData name="Prathik, A.K. (Anand Krishnan)" userId="530651e5-3022-4133-8f7a-bf605e28fdd6" providerId="ADAL" clId="{ADA7A2FA-4D5E-4F37-8241-71D0B554FD81}" dt="2026-07-17T10:47:47.371" v="924" actId="478"/>
          <ac:picMkLst>
            <pc:docMk/>
            <pc:sldMk cId="3062990431" sldId="386"/>
            <ac:picMk id="16" creationId="{8B878AFF-6775-1004-890D-B5DB7259D3F6}"/>
          </ac:picMkLst>
        </pc:picChg>
        <pc:picChg chg="add mod">
          <ac:chgData name="Prathik, A.K. (Anand Krishnan)" userId="530651e5-3022-4133-8f7a-bf605e28fdd6" providerId="ADAL" clId="{ADA7A2FA-4D5E-4F37-8241-71D0B554FD81}" dt="2026-07-17T12:43:47.183" v="1038" actId="1076"/>
          <ac:picMkLst>
            <pc:docMk/>
            <pc:sldMk cId="3062990431" sldId="386"/>
            <ac:picMk id="17" creationId="{4F642515-1E5E-BFF4-F49C-22DEAA740FD6}"/>
          </ac:picMkLst>
        </pc:picChg>
        <pc:picChg chg="add del mod modCrop">
          <ac:chgData name="Prathik, A.K. (Anand Krishnan)" userId="530651e5-3022-4133-8f7a-bf605e28fdd6" providerId="ADAL" clId="{ADA7A2FA-4D5E-4F37-8241-71D0B554FD81}" dt="2026-07-17T10:49:44.191" v="942" actId="478"/>
          <ac:picMkLst>
            <pc:docMk/>
            <pc:sldMk cId="3062990431" sldId="386"/>
            <ac:picMk id="19" creationId="{4A2B218E-057D-E548-4257-04047603E3BC}"/>
          </ac:picMkLst>
        </pc:picChg>
      </pc:sldChg>
      <pc:sldChg chg="addSp delSp modSp mod delAnim modAnim">
        <pc:chgData name="Prathik, A.K. (Anand Krishnan)" userId="530651e5-3022-4133-8f7a-bf605e28fdd6" providerId="ADAL" clId="{ADA7A2FA-4D5E-4F37-8241-71D0B554FD81}" dt="2026-07-17T13:01:39.038" v="1189"/>
        <pc:sldMkLst>
          <pc:docMk/>
          <pc:sldMk cId="3693165435" sldId="387"/>
        </pc:sldMkLst>
        <pc:spChg chg="mod">
          <ac:chgData name="Prathik, A.K. (Anand Krishnan)" userId="530651e5-3022-4133-8f7a-bf605e28fdd6" providerId="ADAL" clId="{ADA7A2FA-4D5E-4F37-8241-71D0B554FD81}" dt="2026-07-17T13:01:39.038" v="1189"/>
          <ac:spMkLst>
            <pc:docMk/>
            <pc:sldMk cId="3693165435" sldId="387"/>
            <ac:spMk id="2" creationId="{FE313012-09D3-1A9B-AF4C-9E8DC15FDCBF}"/>
          </ac:spMkLst>
        </pc:spChg>
        <pc:spChg chg="add mod">
          <ac:chgData name="Prathik, A.K. (Anand Krishnan)" userId="530651e5-3022-4133-8f7a-bf605e28fdd6" providerId="ADAL" clId="{ADA7A2FA-4D5E-4F37-8241-71D0B554FD81}" dt="2026-07-17T09:45:33.258" v="870" actId="20577"/>
          <ac:spMkLst>
            <pc:docMk/>
            <pc:sldMk cId="3693165435" sldId="387"/>
            <ac:spMk id="3" creationId="{B128BC2B-94F5-40A0-104F-D7C5D5C4093B}"/>
          </ac:spMkLst>
        </pc:spChg>
        <pc:spChg chg="add mod">
          <ac:chgData name="Prathik, A.K. (Anand Krishnan)" userId="530651e5-3022-4133-8f7a-bf605e28fdd6" providerId="ADAL" clId="{ADA7A2FA-4D5E-4F37-8241-71D0B554FD81}" dt="2026-07-17T09:45:28.053" v="868"/>
          <ac:spMkLst>
            <pc:docMk/>
            <pc:sldMk cId="3693165435" sldId="387"/>
            <ac:spMk id="4" creationId="{E3EFD9A6-1174-C260-72E8-68D6B95E7064}"/>
          </ac:spMkLst>
        </pc:spChg>
        <pc:spChg chg="del">
          <ac:chgData name="Prathik, A.K. (Anand Krishnan)" userId="530651e5-3022-4133-8f7a-bf605e28fdd6" providerId="ADAL" clId="{ADA7A2FA-4D5E-4F37-8241-71D0B554FD81}" dt="2026-07-17T09:45:26.622" v="867" actId="478"/>
          <ac:spMkLst>
            <pc:docMk/>
            <pc:sldMk cId="3693165435" sldId="387"/>
            <ac:spMk id="5" creationId="{5D9DB464-2C55-E242-8EE1-4594B58EEFAF}"/>
          </ac:spMkLst>
        </pc:spChg>
        <pc:spChg chg="del">
          <ac:chgData name="Prathik, A.K. (Anand Krishnan)" userId="530651e5-3022-4133-8f7a-bf605e28fdd6" providerId="ADAL" clId="{ADA7A2FA-4D5E-4F37-8241-71D0B554FD81}" dt="2026-07-17T09:45:26.622" v="867" actId="478"/>
          <ac:spMkLst>
            <pc:docMk/>
            <pc:sldMk cId="3693165435" sldId="387"/>
            <ac:spMk id="6" creationId="{72EC3D02-B0BB-FFA9-9234-C104BC7415F3}"/>
          </ac:spMkLst>
        </pc:spChg>
        <pc:spChg chg="add del mod">
          <ac:chgData name="Prathik, A.K. (Anand Krishnan)" userId="530651e5-3022-4133-8f7a-bf605e28fdd6" providerId="ADAL" clId="{ADA7A2FA-4D5E-4F37-8241-71D0B554FD81}" dt="2026-07-17T11:31:14.701" v="974"/>
          <ac:spMkLst>
            <pc:docMk/>
            <pc:sldMk cId="3693165435" sldId="387"/>
            <ac:spMk id="8" creationId="{77090EDE-3A76-D1B3-25A1-27FEAAC1C7BD}"/>
          </ac:spMkLst>
        </pc:spChg>
        <pc:spChg chg="mod">
          <ac:chgData name="Prathik, A.K. (Anand Krishnan)" userId="530651e5-3022-4133-8f7a-bf605e28fdd6" providerId="ADAL" clId="{ADA7A2FA-4D5E-4F37-8241-71D0B554FD81}" dt="2026-07-17T11:34:18.652" v="991" actId="27636"/>
          <ac:spMkLst>
            <pc:docMk/>
            <pc:sldMk cId="3693165435" sldId="387"/>
            <ac:spMk id="14" creationId="{BB946E48-A58A-E341-8E2A-B86689F2CD99}"/>
          </ac:spMkLst>
        </pc:spChg>
        <pc:picChg chg="del">
          <ac:chgData name="Prathik, A.K. (Anand Krishnan)" userId="530651e5-3022-4133-8f7a-bf605e28fdd6" providerId="ADAL" clId="{ADA7A2FA-4D5E-4F37-8241-71D0B554FD81}" dt="2026-07-17T11:31:14.365" v="972" actId="478"/>
          <ac:picMkLst>
            <pc:docMk/>
            <pc:sldMk cId="3693165435" sldId="387"/>
            <ac:picMk id="10" creationId="{01F7190C-E139-F23A-E5A3-74CBDDA78EED}"/>
          </ac:picMkLst>
        </pc:picChg>
        <pc:picChg chg="add mod ord modCrop">
          <ac:chgData name="Prathik, A.K. (Anand Krishnan)" userId="530651e5-3022-4133-8f7a-bf605e28fdd6" providerId="ADAL" clId="{ADA7A2FA-4D5E-4F37-8241-71D0B554FD81}" dt="2026-07-17T12:42:38.823" v="1021" actId="1076"/>
          <ac:picMkLst>
            <pc:docMk/>
            <pc:sldMk cId="3693165435" sldId="387"/>
            <ac:picMk id="11" creationId="{BCAE6351-408C-E6CE-2450-FC9BD3895183}"/>
          </ac:picMkLst>
        </pc:picChg>
        <pc:picChg chg="add del mod">
          <ac:chgData name="Prathik, A.K. (Anand Krishnan)" userId="530651e5-3022-4133-8f7a-bf605e28fdd6" providerId="ADAL" clId="{ADA7A2FA-4D5E-4F37-8241-71D0B554FD81}" dt="2026-07-17T12:46:39.699" v="1040" actId="478"/>
          <ac:picMkLst>
            <pc:docMk/>
            <pc:sldMk cId="3693165435" sldId="387"/>
            <ac:picMk id="13" creationId="{6AB2DA7B-C041-B13E-7BC4-E81B647E92A8}"/>
          </ac:picMkLst>
        </pc:picChg>
        <pc:picChg chg="add mod">
          <ac:chgData name="Prathik, A.K. (Anand Krishnan)" userId="530651e5-3022-4133-8f7a-bf605e28fdd6" providerId="ADAL" clId="{ADA7A2FA-4D5E-4F37-8241-71D0B554FD81}" dt="2026-07-17T12:47:03.659" v="1048" actId="1076"/>
          <ac:picMkLst>
            <pc:docMk/>
            <pc:sldMk cId="3693165435" sldId="387"/>
            <ac:picMk id="16" creationId="{24C3D150-F0D0-9CB0-D171-C532DC4ACE1C}"/>
          </ac:picMkLst>
        </pc:picChg>
      </pc:sldChg>
      <pc:sldChg chg="addSp delSp modSp mod delAnim modAnim">
        <pc:chgData name="Prathik, A.K. (Anand Krishnan)" userId="530651e5-3022-4133-8f7a-bf605e28fdd6" providerId="ADAL" clId="{ADA7A2FA-4D5E-4F37-8241-71D0B554FD81}" dt="2026-07-17T13:01:41.581" v="1191"/>
        <pc:sldMkLst>
          <pc:docMk/>
          <pc:sldMk cId="3395310774" sldId="388"/>
        </pc:sldMkLst>
        <pc:spChg chg="mod">
          <ac:chgData name="Prathik, A.K. (Anand Krishnan)" userId="530651e5-3022-4133-8f7a-bf605e28fdd6" providerId="ADAL" clId="{ADA7A2FA-4D5E-4F37-8241-71D0B554FD81}" dt="2026-07-17T13:01:41.581" v="1191"/>
          <ac:spMkLst>
            <pc:docMk/>
            <pc:sldMk cId="3395310774" sldId="388"/>
            <ac:spMk id="2" creationId="{B65B3EBF-0089-0D25-E22E-2591D97635DE}"/>
          </ac:spMkLst>
        </pc:spChg>
        <pc:spChg chg="add mod">
          <ac:chgData name="Prathik, A.K. (Anand Krishnan)" userId="530651e5-3022-4133-8f7a-bf605e28fdd6" providerId="ADAL" clId="{ADA7A2FA-4D5E-4F37-8241-71D0B554FD81}" dt="2026-07-17T09:45:46.679" v="877" actId="20577"/>
          <ac:spMkLst>
            <pc:docMk/>
            <pc:sldMk cId="3395310774" sldId="388"/>
            <ac:spMk id="3" creationId="{96AB0BF1-6AD8-449B-1D8E-6C32AF383996}"/>
          </ac:spMkLst>
        </pc:spChg>
        <pc:spChg chg="add mod">
          <ac:chgData name="Prathik, A.K. (Anand Krishnan)" userId="530651e5-3022-4133-8f7a-bf605e28fdd6" providerId="ADAL" clId="{ADA7A2FA-4D5E-4F37-8241-71D0B554FD81}" dt="2026-07-17T09:45:43.651" v="874"/>
          <ac:spMkLst>
            <pc:docMk/>
            <pc:sldMk cId="3395310774" sldId="388"/>
            <ac:spMk id="4" creationId="{F128088E-42DF-9D32-0C98-7CDC9B6BF489}"/>
          </ac:spMkLst>
        </pc:spChg>
        <pc:spChg chg="del">
          <ac:chgData name="Prathik, A.K. (Anand Krishnan)" userId="530651e5-3022-4133-8f7a-bf605e28fdd6" providerId="ADAL" clId="{ADA7A2FA-4D5E-4F37-8241-71D0B554FD81}" dt="2026-07-17T09:45:39.848" v="871" actId="478"/>
          <ac:spMkLst>
            <pc:docMk/>
            <pc:sldMk cId="3395310774" sldId="388"/>
            <ac:spMk id="5" creationId="{AE5D15BE-74D8-C492-A460-1F914B8428E6}"/>
          </ac:spMkLst>
        </pc:spChg>
        <pc:spChg chg="del mod">
          <ac:chgData name="Prathik, A.K. (Anand Krishnan)" userId="530651e5-3022-4133-8f7a-bf605e28fdd6" providerId="ADAL" clId="{ADA7A2FA-4D5E-4F37-8241-71D0B554FD81}" dt="2026-07-17T09:45:42.383" v="873" actId="478"/>
          <ac:spMkLst>
            <pc:docMk/>
            <pc:sldMk cId="3395310774" sldId="388"/>
            <ac:spMk id="6" creationId="{2A918601-C140-54E8-1D14-49134BC9D977}"/>
          </ac:spMkLst>
        </pc:spChg>
        <pc:spChg chg="add del mod">
          <ac:chgData name="Prathik, A.K. (Anand Krishnan)" userId="530651e5-3022-4133-8f7a-bf605e28fdd6" providerId="ADAL" clId="{ADA7A2FA-4D5E-4F37-8241-71D0B554FD81}" dt="2026-07-17T11:25:32.429" v="960"/>
          <ac:spMkLst>
            <pc:docMk/>
            <pc:sldMk cId="3395310774" sldId="388"/>
            <ac:spMk id="9" creationId="{CA0D14C8-B128-5E9D-DBEC-17770A2DC511}"/>
          </ac:spMkLst>
        </pc:spChg>
        <pc:picChg chg="del">
          <ac:chgData name="Prathik, A.K. (Anand Krishnan)" userId="530651e5-3022-4133-8f7a-bf605e28fdd6" providerId="ADAL" clId="{ADA7A2FA-4D5E-4F37-8241-71D0B554FD81}" dt="2026-07-17T11:25:30.424" v="958" actId="478"/>
          <ac:picMkLst>
            <pc:docMk/>
            <pc:sldMk cId="3395310774" sldId="388"/>
            <ac:picMk id="8" creationId="{BD30F48F-4526-E6DC-CDC9-A2F41C268519}"/>
          </ac:picMkLst>
        </pc:picChg>
        <pc:picChg chg="add mod ord modCrop">
          <ac:chgData name="Prathik, A.K. (Anand Krishnan)" userId="530651e5-3022-4133-8f7a-bf605e28fdd6" providerId="ADAL" clId="{ADA7A2FA-4D5E-4F37-8241-71D0B554FD81}" dt="2026-07-17T11:34:52.853" v="994" actId="1076"/>
          <ac:picMkLst>
            <pc:docMk/>
            <pc:sldMk cId="3395310774" sldId="388"/>
            <ac:picMk id="11" creationId="{EE68DBF6-7A08-92EE-6F15-24CE0A8EAFF5}"/>
          </ac:picMkLst>
        </pc:picChg>
        <pc:picChg chg="add del mod">
          <ac:chgData name="Prathik, A.K. (Anand Krishnan)" userId="530651e5-3022-4133-8f7a-bf605e28fdd6" providerId="ADAL" clId="{ADA7A2FA-4D5E-4F37-8241-71D0B554FD81}" dt="2026-07-17T11:30:33.590" v="970" actId="478"/>
          <ac:picMkLst>
            <pc:docMk/>
            <pc:sldMk cId="3395310774" sldId="388"/>
            <ac:picMk id="13" creationId="{DF98B9DE-8419-8233-22EF-7FD8362C063F}"/>
          </ac:picMkLst>
        </pc:picChg>
        <pc:picChg chg="add del mod">
          <ac:chgData name="Prathik, A.K. (Anand Krishnan)" userId="530651e5-3022-4133-8f7a-bf605e28fdd6" providerId="ADAL" clId="{ADA7A2FA-4D5E-4F37-8241-71D0B554FD81}" dt="2026-07-17T12:49:30.970" v="1050" actId="478"/>
          <ac:picMkLst>
            <pc:docMk/>
            <pc:sldMk cId="3395310774" sldId="388"/>
            <ac:picMk id="16" creationId="{B7865C61-C400-0C0C-C650-88EED909F3AA}"/>
          </ac:picMkLst>
        </pc:picChg>
        <pc:picChg chg="add mod">
          <ac:chgData name="Prathik, A.K. (Anand Krishnan)" userId="530651e5-3022-4133-8f7a-bf605e28fdd6" providerId="ADAL" clId="{ADA7A2FA-4D5E-4F37-8241-71D0B554FD81}" dt="2026-07-17T12:49:41.504" v="1054" actId="1076"/>
          <ac:picMkLst>
            <pc:docMk/>
            <pc:sldMk cId="3395310774" sldId="388"/>
            <ac:picMk id="18" creationId="{A52FE456-DDB6-CD81-B55B-05931718A559}"/>
          </ac:picMkLst>
        </pc:picChg>
      </pc:sldChg>
      <pc:sldChg chg="addSp delSp modSp mod modAnim">
        <pc:chgData name="Prathik, A.K. (Anand Krishnan)" userId="530651e5-3022-4133-8f7a-bf605e28fdd6" providerId="ADAL" clId="{ADA7A2FA-4D5E-4F37-8241-71D0B554FD81}" dt="2026-07-17T13:01:45.098" v="1193"/>
        <pc:sldMkLst>
          <pc:docMk/>
          <pc:sldMk cId="2097286474" sldId="389"/>
        </pc:sldMkLst>
        <pc:spChg chg="mod">
          <ac:chgData name="Prathik, A.K. (Anand Krishnan)" userId="530651e5-3022-4133-8f7a-bf605e28fdd6" providerId="ADAL" clId="{ADA7A2FA-4D5E-4F37-8241-71D0B554FD81}" dt="2026-07-17T13:01:45.098" v="1193"/>
          <ac:spMkLst>
            <pc:docMk/>
            <pc:sldMk cId="2097286474" sldId="389"/>
            <ac:spMk id="2" creationId="{FEF2E4AC-6480-D0E8-A817-3ECB7A309C5C}"/>
          </ac:spMkLst>
        </pc:spChg>
        <pc:spChg chg="add mod">
          <ac:chgData name="Prathik, A.K. (Anand Krishnan)" userId="530651e5-3022-4133-8f7a-bf605e28fdd6" providerId="ADAL" clId="{ADA7A2FA-4D5E-4F37-8241-71D0B554FD81}" dt="2026-07-17T09:45:57.214" v="883" actId="20577"/>
          <ac:spMkLst>
            <pc:docMk/>
            <pc:sldMk cId="2097286474" sldId="389"/>
            <ac:spMk id="3" creationId="{1356C986-3857-3D8D-DC6E-8FE1FA535F5D}"/>
          </ac:spMkLst>
        </pc:spChg>
        <pc:spChg chg="add mod">
          <ac:chgData name="Prathik, A.K. (Anand Krishnan)" userId="530651e5-3022-4133-8f7a-bf605e28fdd6" providerId="ADAL" clId="{ADA7A2FA-4D5E-4F37-8241-71D0B554FD81}" dt="2026-07-17T09:45:53.780" v="880"/>
          <ac:spMkLst>
            <pc:docMk/>
            <pc:sldMk cId="2097286474" sldId="389"/>
            <ac:spMk id="4" creationId="{8B04B0F6-7FC6-006C-D2E8-9B9E14841B61}"/>
          </ac:spMkLst>
        </pc:spChg>
        <pc:spChg chg="del">
          <ac:chgData name="Prathik, A.K. (Anand Krishnan)" userId="530651e5-3022-4133-8f7a-bf605e28fdd6" providerId="ADAL" clId="{ADA7A2FA-4D5E-4F37-8241-71D0B554FD81}" dt="2026-07-17T09:45:50.833" v="878" actId="478"/>
          <ac:spMkLst>
            <pc:docMk/>
            <pc:sldMk cId="2097286474" sldId="389"/>
            <ac:spMk id="5" creationId="{56A37117-BABC-4E5E-6908-66EADB2FD37B}"/>
          </ac:spMkLst>
        </pc:spChg>
        <pc:spChg chg="del">
          <ac:chgData name="Prathik, A.K. (Anand Krishnan)" userId="530651e5-3022-4133-8f7a-bf605e28fdd6" providerId="ADAL" clId="{ADA7A2FA-4D5E-4F37-8241-71D0B554FD81}" dt="2026-07-17T09:45:52.700" v="879" actId="478"/>
          <ac:spMkLst>
            <pc:docMk/>
            <pc:sldMk cId="2097286474" sldId="389"/>
            <ac:spMk id="6" creationId="{45F19780-B1A6-615B-54B3-7341952277CF}"/>
          </ac:spMkLst>
        </pc:spChg>
        <pc:spChg chg="add del mod">
          <ac:chgData name="Prathik, A.K. (Anand Krishnan)" userId="530651e5-3022-4133-8f7a-bf605e28fdd6" providerId="ADAL" clId="{ADA7A2FA-4D5E-4F37-8241-71D0B554FD81}" dt="2026-07-17T11:18:34.092" v="948" actId="478"/>
          <ac:spMkLst>
            <pc:docMk/>
            <pc:sldMk cId="2097286474" sldId="389"/>
            <ac:spMk id="9" creationId="{9FB9F2C8-11AF-B4D2-1DB3-9CBCCB1E53CE}"/>
          </ac:spMkLst>
        </pc:spChg>
        <pc:picChg chg="del">
          <ac:chgData name="Prathik, A.K. (Anand Krishnan)" userId="530651e5-3022-4133-8f7a-bf605e28fdd6" providerId="ADAL" clId="{ADA7A2FA-4D5E-4F37-8241-71D0B554FD81}" dt="2026-07-17T11:18:30.095" v="947" actId="478"/>
          <ac:picMkLst>
            <pc:docMk/>
            <pc:sldMk cId="2097286474" sldId="389"/>
            <ac:picMk id="8" creationId="{AA1D902D-FC2E-35D5-7C8A-F41DF4D673B9}"/>
          </ac:picMkLst>
        </pc:picChg>
        <pc:picChg chg="mod">
          <ac:chgData name="Prathik, A.K. (Anand Krishnan)" userId="530651e5-3022-4133-8f7a-bf605e28fdd6" providerId="ADAL" clId="{ADA7A2FA-4D5E-4F37-8241-71D0B554FD81}" dt="2026-07-17T11:25:07.509" v="957" actId="1076"/>
          <ac:picMkLst>
            <pc:docMk/>
            <pc:sldMk cId="2097286474" sldId="389"/>
            <ac:picMk id="10" creationId="{C5EFB625-46B3-AE47-020B-42A774C99EAF}"/>
          </ac:picMkLst>
        </pc:picChg>
        <pc:picChg chg="add mod modCrop">
          <ac:chgData name="Prathik, A.K. (Anand Krishnan)" userId="530651e5-3022-4133-8f7a-bf605e28fdd6" providerId="ADAL" clId="{ADA7A2FA-4D5E-4F37-8241-71D0B554FD81}" dt="2026-07-17T12:43:11.573" v="1030" actId="1076"/>
          <ac:picMkLst>
            <pc:docMk/>
            <pc:sldMk cId="2097286474" sldId="389"/>
            <ac:picMk id="12" creationId="{6579923C-5ECF-A216-28C0-1CCFB776929D}"/>
          </ac:picMkLst>
        </pc:picChg>
        <pc:picChg chg="add mod">
          <ac:chgData name="Prathik, A.K. (Anand Krishnan)" userId="530651e5-3022-4133-8f7a-bf605e28fdd6" providerId="ADAL" clId="{ADA7A2FA-4D5E-4F37-8241-71D0B554FD81}" dt="2026-07-17T12:52:37.477" v="1069" actId="1076"/>
          <ac:picMkLst>
            <pc:docMk/>
            <pc:sldMk cId="2097286474" sldId="389"/>
            <ac:picMk id="15" creationId="{8BB7A609-3321-72E2-EA44-866E70EFCA57}"/>
          </ac:picMkLst>
        </pc:picChg>
      </pc:sldChg>
      <pc:sldChg chg="addSp delSp modSp new mod modClrScheme chgLayout">
        <pc:chgData name="Prathik, A.K. (Anand Krishnan)" userId="530651e5-3022-4133-8f7a-bf605e28fdd6" providerId="ADAL" clId="{ADA7A2FA-4D5E-4F37-8241-71D0B554FD81}" dt="2026-07-17T09:43:24.863" v="847" actId="20577"/>
        <pc:sldMkLst>
          <pc:docMk/>
          <pc:sldMk cId="1904507137" sldId="390"/>
        </pc:sldMkLst>
        <pc:spChg chg="add mod">
          <ac:chgData name="Prathik, A.K. (Anand Krishnan)" userId="530651e5-3022-4133-8f7a-bf605e28fdd6" providerId="ADAL" clId="{ADA7A2FA-4D5E-4F37-8241-71D0B554FD81}" dt="2026-07-17T09:43:24.863" v="847" actId="20577"/>
          <ac:spMkLst>
            <pc:docMk/>
            <pc:sldMk cId="1904507137" sldId="390"/>
            <ac:spMk id="2" creationId="{A022FF79-EC3A-D453-2479-FFFA72B067F5}"/>
          </ac:spMkLst>
        </pc:spChg>
        <pc:spChg chg="add mod">
          <ac:chgData name="Prathik, A.K. (Anand Krishnan)" userId="530651e5-3022-4133-8f7a-bf605e28fdd6" providerId="ADAL" clId="{ADA7A2FA-4D5E-4F37-8241-71D0B554FD81}" dt="2026-07-17T09:42:38.775" v="837"/>
          <ac:spMkLst>
            <pc:docMk/>
            <pc:sldMk cId="1904507137" sldId="390"/>
            <ac:spMk id="4" creationId="{518A4E05-6229-FB6C-8F60-A208087782C8}"/>
          </ac:spMkLst>
        </pc:spChg>
        <pc:spChg chg="del mod ord">
          <ac:chgData name="Prathik, A.K. (Anand Krishnan)" userId="530651e5-3022-4133-8f7a-bf605e28fdd6" providerId="ADAL" clId="{ADA7A2FA-4D5E-4F37-8241-71D0B554FD81}" dt="2026-07-17T09:42:37.564" v="836" actId="478"/>
          <ac:spMkLst>
            <pc:docMk/>
            <pc:sldMk cId="1904507137" sldId="390"/>
            <ac:spMk id="5" creationId="{545038AF-3A0B-D8CB-108F-1150EB5B2820}"/>
          </ac:spMkLst>
        </pc:spChg>
        <pc:spChg chg="del mod ord">
          <ac:chgData name="Prathik, A.K. (Anand Krishnan)" userId="530651e5-3022-4133-8f7a-bf605e28fdd6" providerId="ADAL" clId="{ADA7A2FA-4D5E-4F37-8241-71D0B554FD81}" dt="2026-07-17T09:42:37.564" v="836" actId="478"/>
          <ac:spMkLst>
            <pc:docMk/>
            <pc:sldMk cId="1904507137" sldId="390"/>
            <ac:spMk id="6" creationId="{440B825E-E944-0951-E31B-B02C027E93FE}"/>
          </ac:spMkLst>
        </pc:spChg>
        <pc:spChg chg="add mod ord">
          <ac:chgData name="Prathik, A.K. (Anand Krishnan)" userId="530651e5-3022-4133-8f7a-bf605e28fdd6" providerId="ADAL" clId="{ADA7A2FA-4D5E-4F37-8241-71D0B554FD81}" dt="2026-07-16T10:34:33.248" v="728" actId="2711"/>
          <ac:spMkLst>
            <pc:docMk/>
            <pc:sldMk cId="1904507137" sldId="390"/>
            <ac:spMk id="10" creationId="{63BCC3DA-44CF-3B7A-804C-65813CF7001C}"/>
          </ac:spMkLst>
        </pc:spChg>
        <pc:graphicFrameChg chg="add mod modGraphic">
          <ac:chgData name="Prathik, A.K. (Anand Krishnan)" userId="530651e5-3022-4133-8f7a-bf605e28fdd6" providerId="ADAL" clId="{ADA7A2FA-4D5E-4F37-8241-71D0B554FD81}" dt="2026-07-16T10:38:53.668" v="746" actId="13782"/>
          <ac:graphicFrameMkLst>
            <pc:docMk/>
            <pc:sldMk cId="1904507137" sldId="390"/>
            <ac:graphicFrameMk id="3" creationId="{62E9F026-49B3-CA6B-FA9C-B1B79E760792}"/>
          </ac:graphicFrameMkLst>
        </pc:graphicFrameChg>
        <pc:graphicFrameChg chg="add mod">
          <ac:chgData name="Prathik, A.K. (Anand Krishnan)" userId="530651e5-3022-4133-8f7a-bf605e28fdd6" providerId="ADAL" clId="{ADA7A2FA-4D5E-4F37-8241-71D0B554FD81}" dt="2026-07-16T10:38:27.070" v="744" actId="14100"/>
          <ac:graphicFrameMkLst>
            <pc:docMk/>
            <pc:sldMk cId="1904507137" sldId="390"/>
            <ac:graphicFrameMk id="13" creationId="{C3318B82-77E9-F5AA-CF25-4DE202CC619E}"/>
          </ac:graphicFrameMkLst>
        </pc:graphicFrameChg>
      </pc:sldChg>
      <pc:sldChg chg="addSp delSp modSp new mod ord modClrScheme chgLayout">
        <pc:chgData name="Prathik, A.K. (Anand Krishnan)" userId="530651e5-3022-4133-8f7a-bf605e28fdd6" providerId="ADAL" clId="{ADA7A2FA-4D5E-4F37-8241-71D0B554FD81}" dt="2026-07-18T12:44:46.004" v="2486"/>
        <pc:sldMkLst>
          <pc:docMk/>
          <pc:sldMk cId="4132032354" sldId="391"/>
        </pc:sldMkLst>
        <pc:spChg chg="add mod">
          <ac:chgData name="Prathik, A.K. (Anand Krishnan)" userId="530651e5-3022-4133-8f7a-bf605e28fdd6" providerId="ADAL" clId="{ADA7A2FA-4D5E-4F37-8241-71D0B554FD81}" dt="2026-07-18T12:44:46.004" v="2486"/>
          <ac:spMkLst>
            <pc:docMk/>
            <pc:sldMk cId="4132032354" sldId="391"/>
            <ac:spMk id="2" creationId="{34199CA6-3349-29EC-16E6-96670A72284C}"/>
          </ac:spMkLst>
        </pc:spChg>
        <pc:spChg chg="add mod">
          <ac:chgData name="Prathik, A.K. (Anand Krishnan)" userId="530651e5-3022-4133-8f7a-bf605e28fdd6" providerId="ADAL" clId="{ADA7A2FA-4D5E-4F37-8241-71D0B554FD81}" dt="2026-07-18T12:44:46.004" v="2486"/>
          <ac:spMkLst>
            <pc:docMk/>
            <pc:sldMk cId="4132032354" sldId="391"/>
            <ac:spMk id="3" creationId="{67743A13-4406-54B0-6642-093B3C99E6D4}"/>
          </ac:spMkLst>
        </pc:spChg>
        <pc:spChg chg="mod ord">
          <ac:chgData name="Prathik, A.K. (Anand Krishnan)" userId="530651e5-3022-4133-8f7a-bf605e28fdd6" providerId="ADAL" clId="{ADA7A2FA-4D5E-4F37-8241-71D0B554FD81}" dt="2026-07-15T14:32:21.869" v="664" actId="700"/>
          <ac:spMkLst>
            <pc:docMk/>
            <pc:sldMk cId="4132032354" sldId="391"/>
            <ac:spMk id="5" creationId="{C474FE20-4BA8-16D9-8060-A4417116A102}"/>
          </ac:spMkLst>
        </pc:spChg>
        <pc:spChg chg="mod ord">
          <ac:chgData name="Prathik, A.K. (Anand Krishnan)" userId="530651e5-3022-4133-8f7a-bf605e28fdd6" providerId="ADAL" clId="{ADA7A2FA-4D5E-4F37-8241-71D0B554FD81}" dt="2026-07-15T14:32:21.869" v="664" actId="700"/>
          <ac:spMkLst>
            <pc:docMk/>
            <pc:sldMk cId="4132032354" sldId="391"/>
            <ac:spMk id="6" creationId="{C18072AC-072F-49C5-5B3B-1FAED5C13EB7}"/>
          </ac:spMkLst>
        </pc:spChg>
        <pc:spChg chg="add mod ord">
          <ac:chgData name="Prathik, A.K. (Anand Krishnan)" userId="530651e5-3022-4133-8f7a-bf605e28fdd6" providerId="ADAL" clId="{ADA7A2FA-4D5E-4F37-8241-71D0B554FD81}" dt="2026-07-17T13:18:37.285" v="1273" actId="20577"/>
          <ac:spMkLst>
            <pc:docMk/>
            <pc:sldMk cId="4132032354" sldId="391"/>
            <ac:spMk id="7" creationId="{AFB36D21-B916-A199-9799-0981A80C6D9A}"/>
          </ac:spMkLst>
        </pc:spChg>
        <pc:spChg chg="add mod">
          <ac:chgData name="Prathik, A.K. (Anand Krishnan)" userId="530651e5-3022-4133-8f7a-bf605e28fdd6" providerId="ADAL" clId="{ADA7A2FA-4D5E-4F37-8241-71D0B554FD81}" dt="2026-07-15T14:32:33.988" v="666"/>
          <ac:spMkLst>
            <pc:docMk/>
            <pc:sldMk cId="4132032354" sldId="391"/>
            <ac:spMk id="14" creationId="{CCB30BCB-2E45-DE50-E06C-9F5BA08608EA}"/>
          </ac:spMkLst>
        </pc:spChg>
        <pc:spChg chg="add mod">
          <ac:chgData name="Prathik, A.K. (Anand Krishnan)" userId="530651e5-3022-4133-8f7a-bf605e28fdd6" providerId="ADAL" clId="{ADA7A2FA-4D5E-4F37-8241-71D0B554FD81}" dt="2026-07-15T14:32:33.988" v="666"/>
          <ac:spMkLst>
            <pc:docMk/>
            <pc:sldMk cId="4132032354" sldId="391"/>
            <ac:spMk id="17" creationId="{7295550B-92F8-F4F9-BA74-AADC61D14AF5}"/>
          </ac:spMkLst>
        </pc:spChg>
        <pc:spChg chg="add mod">
          <ac:chgData name="Prathik, A.K. (Anand Krishnan)" userId="530651e5-3022-4133-8f7a-bf605e28fdd6" providerId="ADAL" clId="{ADA7A2FA-4D5E-4F37-8241-71D0B554FD81}" dt="2026-07-15T14:32:33.988" v="666"/>
          <ac:spMkLst>
            <pc:docMk/>
            <pc:sldMk cId="4132032354" sldId="391"/>
            <ac:spMk id="18" creationId="{1DEC499D-EB1B-69C5-AE86-CA152F7FAD36}"/>
          </ac:spMkLst>
        </pc:spChg>
        <pc:spChg chg="add mod">
          <ac:chgData name="Prathik, A.K. (Anand Krishnan)" userId="530651e5-3022-4133-8f7a-bf605e28fdd6" providerId="ADAL" clId="{ADA7A2FA-4D5E-4F37-8241-71D0B554FD81}" dt="2026-07-15T14:32:33.988" v="666"/>
          <ac:spMkLst>
            <pc:docMk/>
            <pc:sldMk cId="4132032354" sldId="391"/>
            <ac:spMk id="20" creationId="{012763AF-2817-AAEE-ADEA-641EEBCE92A7}"/>
          </ac:spMkLst>
        </pc:spChg>
        <pc:spChg chg="add mod">
          <ac:chgData name="Prathik, A.K. (Anand Krishnan)" userId="530651e5-3022-4133-8f7a-bf605e28fdd6" providerId="ADAL" clId="{ADA7A2FA-4D5E-4F37-8241-71D0B554FD81}" dt="2026-07-15T14:32:33.988" v="666"/>
          <ac:spMkLst>
            <pc:docMk/>
            <pc:sldMk cId="4132032354" sldId="391"/>
            <ac:spMk id="21" creationId="{CF2FA7A3-23CC-C455-D1E0-B8B0BAA84F3F}"/>
          </ac:spMkLst>
        </pc:spChg>
        <pc:spChg chg="add mod">
          <ac:chgData name="Prathik, A.K. (Anand Krishnan)" userId="530651e5-3022-4133-8f7a-bf605e28fdd6" providerId="ADAL" clId="{ADA7A2FA-4D5E-4F37-8241-71D0B554FD81}" dt="2026-07-15T14:32:33.988" v="666"/>
          <ac:spMkLst>
            <pc:docMk/>
            <pc:sldMk cId="4132032354" sldId="391"/>
            <ac:spMk id="26" creationId="{C75FA6BC-3E00-B89D-4115-2CDE401B2C01}"/>
          </ac:spMkLst>
        </pc:spChg>
        <pc:spChg chg="add mod">
          <ac:chgData name="Prathik, A.K. (Anand Krishnan)" userId="530651e5-3022-4133-8f7a-bf605e28fdd6" providerId="ADAL" clId="{ADA7A2FA-4D5E-4F37-8241-71D0B554FD81}" dt="2026-07-15T14:32:33.988" v="666"/>
          <ac:spMkLst>
            <pc:docMk/>
            <pc:sldMk cId="4132032354" sldId="391"/>
            <ac:spMk id="27" creationId="{B3233CC1-3710-A11E-2253-FD3DFBFE80A4}"/>
          </ac:spMkLst>
        </pc:spChg>
        <pc:spChg chg="add mod">
          <ac:chgData name="Prathik, A.K. (Anand Krishnan)" userId="530651e5-3022-4133-8f7a-bf605e28fdd6" providerId="ADAL" clId="{ADA7A2FA-4D5E-4F37-8241-71D0B554FD81}" dt="2026-07-15T14:32:33.988" v="666"/>
          <ac:spMkLst>
            <pc:docMk/>
            <pc:sldMk cId="4132032354" sldId="391"/>
            <ac:spMk id="28" creationId="{2F2EEC9B-6C19-5D9A-8537-FCE9FFD925DD}"/>
          </ac:spMkLst>
        </pc:spChg>
        <pc:spChg chg="mod">
          <ac:chgData name="Prathik, A.K. (Anand Krishnan)" userId="530651e5-3022-4133-8f7a-bf605e28fdd6" providerId="ADAL" clId="{ADA7A2FA-4D5E-4F37-8241-71D0B554FD81}" dt="2026-07-17T13:23:36.732" v="1289" actId="14100"/>
          <ac:spMkLst>
            <pc:docMk/>
            <pc:sldMk cId="4132032354" sldId="391"/>
            <ac:spMk id="29" creationId="{F939730D-E850-1DC3-2E56-28283D8FF253}"/>
          </ac:spMkLst>
        </pc:spChg>
        <pc:spChg chg="add mod">
          <ac:chgData name="Prathik, A.K. (Anand Krishnan)" userId="530651e5-3022-4133-8f7a-bf605e28fdd6" providerId="ADAL" clId="{ADA7A2FA-4D5E-4F37-8241-71D0B554FD81}" dt="2026-07-15T14:32:33.988" v="666"/>
          <ac:spMkLst>
            <pc:docMk/>
            <pc:sldMk cId="4132032354" sldId="391"/>
            <ac:spMk id="30" creationId="{7755485D-E249-255F-456E-F51B6BDC6A5D}"/>
          </ac:spMkLst>
        </pc:spChg>
        <pc:spChg chg="add mod">
          <ac:chgData name="Prathik, A.K. (Anand Krishnan)" userId="530651e5-3022-4133-8f7a-bf605e28fdd6" providerId="ADAL" clId="{ADA7A2FA-4D5E-4F37-8241-71D0B554FD81}" dt="2026-07-15T14:32:33.988" v="666"/>
          <ac:spMkLst>
            <pc:docMk/>
            <pc:sldMk cId="4132032354" sldId="391"/>
            <ac:spMk id="31" creationId="{5BF471CF-3301-AFAF-DA19-5DE7E3850E2A}"/>
          </ac:spMkLst>
        </pc:spChg>
      </pc:sldChg>
      <pc:sldChg chg="addSp delSp modSp new mod modAnim">
        <pc:chgData name="Prathik, A.K. (Anand Krishnan)" userId="530651e5-3022-4133-8f7a-bf605e28fdd6" providerId="ADAL" clId="{ADA7A2FA-4D5E-4F37-8241-71D0B554FD81}" dt="2026-07-17T23:57:37.770" v="1419" actId="14100"/>
        <pc:sldMkLst>
          <pc:docMk/>
          <pc:sldMk cId="860189011" sldId="392"/>
        </pc:sldMkLst>
        <pc:spChg chg="mod">
          <ac:chgData name="Prathik, A.K. (Anand Krishnan)" userId="530651e5-3022-4133-8f7a-bf605e28fdd6" providerId="ADAL" clId="{ADA7A2FA-4D5E-4F37-8241-71D0B554FD81}" dt="2026-07-17T12:58:26.533" v="1142" actId="20577"/>
          <ac:spMkLst>
            <pc:docMk/>
            <pc:sldMk cId="860189011" sldId="392"/>
            <ac:spMk id="2" creationId="{AEADC854-5E2F-BDB8-FF94-963110FBE4C7}"/>
          </ac:spMkLst>
        </pc:spChg>
        <pc:spChg chg="del">
          <ac:chgData name="Prathik, A.K. (Anand Krishnan)" userId="530651e5-3022-4133-8f7a-bf605e28fdd6" providerId="ADAL" clId="{ADA7A2FA-4D5E-4F37-8241-71D0B554FD81}" dt="2026-07-17T12:57:54.609" v="1117"/>
          <ac:spMkLst>
            <pc:docMk/>
            <pc:sldMk cId="860189011" sldId="392"/>
            <ac:spMk id="3" creationId="{ED51E539-52D8-6B79-A10E-4EE477C52D5D}"/>
          </ac:spMkLst>
        </pc:spChg>
        <pc:spChg chg="del">
          <ac:chgData name="Prathik, A.K. (Anand Krishnan)" userId="530651e5-3022-4133-8f7a-bf605e28fdd6" providerId="ADAL" clId="{ADA7A2FA-4D5E-4F37-8241-71D0B554FD81}" dt="2026-07-17T12:58:00.670" v="1119"/>
          <ac:spMkLst>
            <pc:docMk/>
            <pc:sldMk cId="860189011" sldId="392"/>
            <ac:spMk id="4" creationId="{95D0F5ED-90F5-11C9-D527-D8C8166E3C96}"/>
          </ac:spMkLst>
        </pc:spChg>
        <pc:spChg chg="del">
          <ac:chgData name="Prathik, A.K. (Anand Krishnan)" userId="530651e5-3022-4133-8f7a-bf605e28fdd6" providerId="ADAL" clId="{ADA7A2FA-4D5E-4F37-8241-71D0B554FD81}" dt="2026-07-17T12:58:07.338" v="1120" actId="478"/>
          <ac:spMkLst>
            <pc:docMk/>
            <pc:sldMk cId="860189011" sldId="392"/>
            <ac:spMk id="5" creationId="{F45DEE37-12DF-21F1-1D12-C07AD8A4749D}"/>
          </ac:spMkLst>
        </pc:spChg>
        <pc:spChg chg="del">
          <ac:chgData name="Prathik, A.K. (Anand Krishnan)" userId="530651e5-3022-4133-8f7a-bf605e28fdd6" providerId="ADAL" clId="{ADA7A2FA-4D5E-4F37-8241-71D0B554FD81}" dt="2026-07-17T12:58:07.338" v="1120" actId="478"/>
          <ac:spMkLst>
            <pc:docMk/>
            <pc:sldMk cId="860189011" sldId="392"/>
            <ac:spMk id="6" creationId="{1ED5D6AE-8897-E8E1-60E7-1B7520679913}"/>
          </ac:spMkLst>
        </pc:spChg>
        <pc:spChg chg="add mod">
          <ac:chgData name="Prathik, A.K. (Anand Krishnan)" userId="530651e5-3022-4133-8f7a-bf605e28fdd6" providerId="ADAL" clId="{ADA7A2FA-4D5E-4F37-8241-71D0B554FD81}" dt="2026-07-17T12:58:14.660" v="1121"/>
          <ac:spMkLst>
            <pc:docMk/>
            <pc:sldMk cId="860189011" sldId="392"/>
            <ac:spMk id="11" creationId="{5074E685-A21D-79BB-D884-FB494599D09E}"/>
          </ac:spMkLst>
        </pc:spChg>
        <pc:spChg chg="add mod">
          <ac:chgData name="Prathik, A.K. (Anand Krishnan)" userId="530651e5-3022-4133-8f7a-bf605e28fdd6" providerId="ADAL" clId="{ADA7A2FA-4D5E-4F37-8241-71D0B554FD81}" dt="2026-07-17T12:58:14.660" v="1121"/>
          <ac:spMkLst>
            <pc:docMk/>
            <pc:sldMk cId="860189011" sldId="392"/>
            <ac:spMk id="12" creationId="{BFD5DEAC-2CCE-8107-E8A1-3F655334B653}"/>
          </ac:spMkLst>
        </pc:spChg>
        <pc:picChg chg="add mod ord">
          <ac:chgData name="Prathik, A.K. (Anand Krishnan)" userId="530651e5-3022-4133-8f7a-bf605e28fdd6" providerId="ADAL" clId="{ADA7A2FA-4D5E-4F37-8241-71D0B554FD81}" dt="2026-07-17T23:57:07.146" v="1413" actId="167"/>
          <ac:picMkLst>
            <pc:docMk/>
            <pc:sldMk cId="860189011" sldId="392"/>
            <ac:picMk id="8" creationId="{AB6993C9-EF92-9AE2-6550-5168BD9C0BA2}"/>
          </ac:picMkLst>
        </pc:picChg>
        <pc:picChg chg="add mod ord">
          <ac:chgData name="Prathik, A.K. (Anand Krishnan)" userId="530651e5-3022-4133-8f7a-bf605e28fdd6" providerId="ADAL" clId="{ADA7A2FA-4D5E-4F37-8241-71D0B554FD81}" dt="2026-07-17T23:57:10.039" v="1414" actId="167"/>
          <ac:picMkLst>
            <pc:docMk/>
            <pc:sldMk cId="860189011" sldId="392"/>
            <ac:picMk id="10" creationId="{D3F8F970-CA33-DCA4-E937-E4720988CCF9}"/>
          </ac:picMkLst>
        </pc:picChg>
        <pc:picChg chg="add mod ord">
          <ac:chgData name="Prathik, A.K. (Anand Krishnan)" userId="530651e5-3022-4133-8f7a-bf605e28fdd6" providerId="ADAL" clId="{ADA7A2FA-4D5E-4F37-8241-71D0B554FD81}" dt="2026-07-17T23:57:34.517" v="1418" actId="14100"/>
          <ac:picMkLst>
            <pc:docMk/>
            <pc:sldMk cId="860189011" sldId="392"/>
            <ac:picMk id="14" creationId="{819CB94B-7A11-9D9B-B145-F3F0C72E2E1B}"/>
          </ac:picMkLst>
        </pc:picChg>
        <pc:picChg chg="add mod ord">
          <ac:chgData name="Prathik, A.K. (Anand Krishnan)" userId="530651e5-3022-4133-8f7a-bf605e28fdd6" providerId="ADAL" clId="{ADA7A2FA-4D5E-4F37-8241-71D0B554FD81}" dt="2026-07-17T23:57:37.770" v="1419" actId="14100"/>
          <ac:picMkLst>
            <pc:docMk/>
            <pc:sldMk cId="860189011" sldId="392"/>
            <ac:picMk id="16" creationId="{9CD4E56B-6AFC-F01A-AA48-D5406A1505A7}"/>
          </ac:picMkLst>
        </pc:picChg>
      </pc:sldChg>
      <pc:sldChg chg="addSp delSp modSp new mod modAnim">
        <pc:chgData name="Prathik, A.K. (Anand Krishnan)" userId="530651e5-3022-4133-8f7a-bf605e28fdd6" providerId="ADAL" clId="{ADA7A2FA-4D5E-4F37-8241-71D0B554FD81}" dt="2026-07-17T23:55:55.013" v="1406" actId="6549"/>
        <pc:sldMkLst>
          <pc:docMk/>
          <pc:sldMk cId="1776051188" sldId="393"/>
        </pc:sldMkLst>
        <pc:spChg chg="mod">
          <ac:chgData name="Prathik, A.K. (Anand Krishnan)" userId="530651e5-3022-4133-8f7a-bf605e28fdd6" providerId="ADAL" clId="{ADA7A2FA-4D5E-4F37-8241-71D0B554FD81}" dt="2026-07-17T23:55:55.013" v="1406" actId="6549"/>
          <ac:spMkLst>
            <pc:docMk/>
            <pc:sldMk cId="1776051188" sldId="393"/>
            <ac:spMk id="2" creationId="{7AFEA4BD-C045-D678-F555-4BD7EA8E12F4}"/>
          </ac:spMkLst>
        </pc:spChg>
        <pc:spChg chg="del">
          <ac:chgData name="Prathik, A.K. (Anand Krishnan)" userId="530651e5-3022-4133-8f7a-bf605e28fdd6" providerId="ADAL" clId="{ADA7A2FA-4D5E-4F37-8241-71D0B554FD81}" dt="2026-07-17T13:47:46.195" v="1301"/>
          <ac:spMkLst>
            <pc:docMk/>
            <pc:sldMk cId="1776051188" sldId="393"/>
            <ac:spMk id="3" creationId="{8AD96609-4BA6-BC7B-B85F-8F9F705208EB}"/>
          </ac:spMkLst>
        </pc:spChg>
        <pc:spChg chg="del">
          <ac:chgData name="Prathik, A.K. (Anand Krishnan)" userId="530651e5-3022-4133-8f7a-bf605e28fdd6" providerId="ADAL" clId="{ADA7A2FA-4D5E-4F37-8241-71D0B554FD81}" dt="2026-07-17T23:39:58.434" v="1347" actId="22"/>
          <ac:spMkLst>
            <pc:docMk/>
            <pc:sldMk cId="1776051188" sldId="393"/>
            <ac:spMk id="4" creationId="{425725EF-F48B-C3B6-847F-F8ECFBABD7F4}"/>
          </ac:spMkLst>
        </pc:spChg>
        <pc:spChg chg="del">
          <ac:chgData name="Prathik, A.K. (Anand Krishnan)" userId="530651e5-3022-4133-8f7a-bf605e28fdd6" providerId="ADAL" clId="{ADA7A2FA-4D5E-4F37-8241-71D0B554FD81}" dt="2026-07-17T23:14:27.757" v="1330" actId="478"/>
          <ac:spMkLst>
            <pc:docMk/>
            <pc:sldMk cId="1776051188" sldId="393"/>
            <ac:spMk id="5" creationId="{0ED3B0A5-1A17-2CA4-DF33-823D05ADBEA7}"/>
          </ac:spMkLst>
        </pc:spChg>
        <pc:spChg chg="del">
          <ac:chgData name="Prathik, A.K. (Anand Krishnan)" userId="530651e5-3022-4133-8f7a-bf605e28fdd6" providerId="ADAL" clId="{ADA7A2FA-4D5E-4F37-8241-71D0B554FD81}" dt="2026-07-17T23:14:27.757" v="1330" actId="478"/>
          <ac:spMkLst>
            <pc:docMk/>
            <pc:sldMk cId="1776051188" sldId="393"/>
            <ac:spMk id="6" creationId="{0072EDEB-8383-4668-64CF-4E0A5208155F}"/>
          </ac:spMkLst>
        </pc:spChg>
        <pc:spChg chg="add mod">
          <ac:chgData name="Prathik, A.K. (Anand Krishnan)" userId="530651e5-3022-4133-8f7a-bf605e28fdd6" providerId="ADAL" clId="{ADA7A2FA-4D5E-4F37-8241-71D0B554FD81}" dt="2026-07-17T23:14:34.504" v="1331"/>
          <ac:spMkLst>
            <pc:docMk/>
            <pc:sldMk cId="1776051188" sldId="393"/>
            <ac:spMk id="9" creationId="{5D323234-7F1E-72FC-26CB-1022A39C37E8}"/>
          </ac:spMkLst>
        </pc:spChg>
        <pc:spChg chg="add mod">
          <ac:chgData name="Prathik, A.K. (Anand Krishnan)" userId="530651e5-3022-4133-8f7a-bf605e28fdd6" providerId="ADAL" clId="{ADA7A2FA-4D5E-4F37-8241-71D0B554FD81}" dt="2026-07-17T23:14:34.504" v="1331"/>
          <ac:spMkLst>
            <pc:docMk/>
            <pc:sldMk cId="1776051188" sldId="393"/>
            <ac:spMk id="10" creationId="{E186F6DE-281F-2DD9-610A-54263FD28D24}"/>
          </ac:spMkLst>
        </pc:spChg>
        <pc:spChg chg="add del mod">
          <ac:chgData name="Prathik, A.K. (Anand Krishnan)" userId="530651e5-3022-4133-8f7a-bf605e28fdd6" providerId="ADAL" clId="{ADA7A2FA-4D5E-4F37-8241-71D0B554FD81}" dt="2026-07-17T23:50:48.438" v="1375" actId="478"/>
          <ac:spMkLst>
            <pc:docMk/>
            <pc:sldMk cId="1776051188" sldId="393"/>
            <ac:spMk id="20" creationId="{ECC55620-BE93-1E89-0661-ADC8007E5BC3}"/>
          </ac:spMkLst>
        </pc:spChg>
        <pc:picChg chg="add mod ord">
          <ac:chgData name="Prathik, A.K. (Anand Krishnan)" userId="530651e5-3022-4133-8f7a-bf605e28fdd6" providerId="ADAL" clId="{ADA7A2FA-4D5E-4F37-8241-71D0B554FD81}" dt="2026-07-17T23:55:00.907" v="1405" actId="14100"/>
          <ac:picMkLst>
            <pc:docMk/>
            <pc:sldMk cId="1776051188" sldId="393"/>
            <ac:picMk id="8" creationId="{07DEE5D7-2F88-B852-FB2A-3175B8EF5E50}"/>
          </ac:picMkLst>
        </pc:picChg>
        <pc:picChg chg="add del mod ord">
          <ac:chgData name="Prathik, A.K. (Anand Krishnan)" userId="530651e5-3022-4133-8f7a-bf605e28fdd6" providerId="ADAL" clId="{ADA7A2FA-4D5E-4F37-8241-71D0B554FD81}" dt="2026-07-17T23:48:29.716" v="1362" actId="478"/>
          <ac:picMkLst>
            <pc:docMk/>
            <pc:sldMk cId="1776051188" sldId="393"/>
            <ac:picMk id="12" creationId="{CA14B66D-97C1-C114-9EE5-08465BABE20D}"/>
          </ac:picMkLst>
        </pc:picChg>
        <pc:picChg chg="add del mod modCrop">
          <ac:chgData name="Prathik, A.K. (Anand Krishnan)" userId="530651e5-3022-4133-8f7a-bf605e28fdd6" providerId="ADAL" clId="{ADA7A2FA-4D5E-4F37-8241-71D0B554FD81}" dt="2026-07-17T23:47:32.210" v="1358" actId="478"/>
          <ac:picMkLst>
            <pc:docMk/>
            <pc:sldMk cId="1776051188" sldId="393"/>
            <ac:picMk id="14" creationId="{A8D6B3AB-7539-5F1A-DE5A-B02059021C22}"/>
          </ac:picMkLst>
        </pc:picChg>
        <pc:picChg chg="add mod">
          <ac:chgData name="Prathik, A.K. (Anand Krishnan)" userId="530651e5-3022-4133-8f7a-bf605e28fdd6" providerId="ADAL" clId="{ADA7A2FA-4D5E-4F37-8241-71D0B554FD81}" dt="2026-07-17T23:50:53.396" v="1378" actId="1076"/>
          <ac:picMkLst>
            <pc:docMk/>
            <pc:sldMk cId="1776051188" sldId="393"/>
            <ac:picMk id="16" creationId="{43CFF186-DD5B-59EB-CDBB-02E7DAD8AFC0}"/>
          </ac:picMkLst>
        </pc:picChg>
        <pc:picChg chg="add mod">
          <ac:chgData name="Prathik, A.K. (Anand Krishnan)" userId="530651e5-3022-4133-8f7a-bf605e28fdd6" providerId="ADAL" clId="{ADA7A2FA-4D5E-4F37-8241-71D0B554FD81}" dt="2026-07-17T23:51:33.562" v="1387" actId="14100"/>
          <ac:picMkLst>
            <pc:docMk/>
            <pc:sldMk cId="1776051188" sldId="393"/>
            <ac:picMk id="18" creationId="{9289B3CA-FD2E-1AAF-9DDB-FBCD6B6BD907}"/>
          </ac:picMkLst>
        </pc:picChg>
        <pc:picChg chg="add mod">
          <ac:chgData name="Prathik, A.K. (Anand Krishnan)" userId="530651e5-3022-4133-8f7a-bf605e28fdd6" providerId="ADAL" clId="{ADA7A2FA-4D5E-4F37-8241-71D0B554FD81}" dt="2026-07-17T23:54:48.879" v="1404" actId="14100"/>
          <ac:picMkLst>
            <pc:docMk/>
            <pc:sldMk cId="1776051188" sldId="393"/>
            <ac:picMk id="22" creationId="{247C21D5-4C8F-F05C-56D3-AF649F62EB45}"/>
          </ac:picMkLst>
        </pc:picChg>
      </pc:sldChg>
      <pc:sldChg chg="addSp delSp modSp new mod modClrScheme delAnim modAnim chgLayout">
        <pc:chgData name="Prathik, A.K. (Anand Krishnan)" userId="530651e5-3022-4133-8f7a-bf605e28fdd6" providerId="ADAL" clId="{ADA7A2FA-4D5E-4F37-8241-71D0B554FD81}" dt="2026-07-18T13:13:24.607" v="3085" actId="20577"/>
        <pc:sldMkLst>
          <pc:docMk/>
          <pc:sldMk cId="2229788708" sldId="394"/>
        </pc:sldMkLst>
        <pc:spChg chg="del mod ord">
          <ac:chgData name="Prathik, A.K. (Anand Krishnan)" userId="530651e5-3022-4133-8f7a-bf605e28fdd6" providerId="ADAL" clId="{ADA7A2FA-4D5E-4F37-8241-71D0B554FD81}" dt="2026-07-18T00:00:09.529" v="1422" actId="700"/>
          <ac:spMkLst>
            <pc:docMk/>
            <pc:sldMk cId="2229788708" sldId="394"/>
            <ac:spMk id="2" creationId="{BB45940D-B480-76FF-A21F-89E67DBB7185}"/>
          </ac:spMkLst>
        </pc:spChg>
        <pc:spChg chg="add mod">
          <ac:chgData name="Prathik, A.K. (Anand Krishnan)" userId="530651e5-3022-4133-8f7a-bf605e28fdd6" providerId="ADAL" clId="{ADA7A2FA-4D5E-4F37-8241-71D0B554FD81}" dt="2026-07-18T12:57:03.997" v="2783" actId="1076"/>
          <ac:spMkLst>
            <pc:docMk/>
            <pc:sldMk cId="2229788708" sldId="394"/>
            <ac:spMk id="2" creationId="{CB332090-2F0C-91A0-3A01-A0F9CE11F4CC}"/>
          </ac:spMkLst>
        </pc:spChg>
        <pc:spChg chg="add del mod">
          <ac:chgData name="Prathik, A.K. (Anand Krishnan)" userId="530651e5-3022-4133-8f7a-bf605e28fdd6" providerId="ADAL" clId="{ADA7A2FA-4D5E-4F37-8241-71D0B554FD81}" dt="2026-07-18T11:16:48.817" v="1680" actId="478"/>
          <ac:spMkLst>
            <pc:docMk/>
            <pc:sldMk cId="2229788708" sldId="394"/>
            <ac:spMk id="3" creationId="{4C4A6EEB-3B90-4CD4-6EFB-308AF7D4D79A}"/>
          </ac:spMkLst>
        </pc:spChg>
        <pc:spChg chg="del mod ord">
          <ac:chgData name="Prathik, A.K. (Anand Krishnan)" userId="530651e5-3022-4133-8f7a-bf605e28fdd6" providerId="ADAL" clId="{ADA7A2FA-4D5E-4F37-8241-71D0B554FD81}" dt="2026-07-18T00:00:09.529" v="1422" actId="700"/>
          <ac:spMkLst>
            <pc:docMk/>
            <pc:sldMk cId="2229788708" sldId="394"/>
            <ac:spMk id="3" creationId="{5FF9A50A-CBB3-3504-336F-480F6124349A}"/>
          </ac:spMkLst>
        </pc:spChg>
        <pc:spChg chg="del mod ord">
          <ac:chgData name="Prathik, A.K. (Anand Krishnan)" userId="530651e5-3022-4133-8f7a-bf605e28fdd6" providerId="ADAL" clId="{ADA7A2FA-4D5E-4F37-8241-71D0B554FD81}" dt="2026-07-18T00:07:28.232" v="1532" actId="478"/>
          <ac:spMkLst>
            <pc:docMk/>
            <pc:sldMk cId="2229788708" sldId="394"/>
            <ac:spMk id="4" creationId="{19036AC3-EEDD-5352-1F4B-0F25AC6BAC6D}"/>
          </ac:spMkLst>
        </pc:spChg>
        <pc:spChg chg="add del mod">
          <ac:chgData name="Prathik, A.K. (Anand Krishnan)" userId="530651e5-3022-4133-8f7a-bf605e28fdd6" providerId="ADAL" clId="{ADA7A2FA-4D5E-4F37-8241-71D0B554FD81}" dt="2026-07-18T11:16:12.050" v="1668" actId="478"/>
          <ac:spMkLst>
            <pc:docMk/>
            <pc:sldMk cId="2229788708" sldId="394"/>
            <ac:spMk id="4" creationId="{1FC811CF-6379-54A3-5EFA-5E52CF52C5D3}"/>
          </ac:spMkLst>
        </pc:spChg>
        <pc:spChg chg="add del mod">
          <ac:chgData name="Prathik, A.K. (Anand Krishnan)" userId="530651e5-3022-4133-8f7a-bf605e28fdd6" providerId="ADAL" clId="{ADA7A2FA-4D5E-4F37-8241-71D0B554FD81}" dt="2026-07-18T11:16:48.817" v="1680" actId="478"/>
          <ac:spMkLst>
            <pc:docMk/>
            <pc:sldMk cId="2229788708" sldId="394"/>
            <ac:spMk id="5" creationId="{A23474C9-3F4C-A186-3620-1A056317B8A0}"/>
          </ac:spMkLst>
        </pc:spChg>
        <pc:spChg chg="del mod ord">
          <ac:chgData name="Prathik, A.K. (Anand Krishnan)" userId="530651e5-3022-4133-8f7a-bf605e28fdd6" providerId="ADAL" clId="{ADA7A2FA-4D5E-4F37-8241-71D0B554FD81}" dt="2026-07-18T00:07:28.232" v="1532" actId="478"/>
          <ac:spMkLst>
            <pc:docMk/>
            <pc:sldMk cId="2229788708" sldId="394"/>
            <ac:spMk id="5" creationId="{DC8CD588-8594-CF65-1689-5E8BA4553CCE}"/>
          </ac:spMkLst>
        </pc:spChg>
        <pc:spChg chg="add mod ord">
          <ac:chgData name="Prathik, A.K. (Anand Krishnan)" userId="530651e5-3022-4133-8f7a-bf605e28fdd6" providerId="ADAL" clId="{ADA7A2FA-4D5E-4F37-8241-71D0B554FD81}" dt="2026-07-18T13:13:24.607" v="3085" actId="20577"/>
          <ac:spMkLst>
            <pc:docMk/>
            <pc:sldMk cId="2229788708" sldId="394"/>
            <ac:spMk id="6" creationId="{C8489A45-D1B7-69BA-706C-EC5A83A48549}"/>
          </ac:spMkLst>
        </pc:spChg>
        <pc:spChg chg="add mod ord">
          <ac:chgData name="Prathik, A.K. (Anand Krishnan)" userId="530651e5-3022-4133-8f7a-bf605e28fdd6" providerId="ADAL" clId="{ADA7A2FA-4D5E-4F37-8241-71D0B554FD81}" dt="2026-07-18T12:57:03.997" v="2783" actId="1076"/>
          <ac:spMkLst>
            <pc:docMk/>
            <pc:sldMk cId="2229788708" sldId="394"/>
            <ac:spMk id="7" creationId="{9A7AD1EB-883B-C1F7-75D6-8C320B9333ED}"/>
          </ac:spMkLst>
        </pc:spChg>
        <pc:spChg chg="add del mod ord">
          <ac:chgData name="Prathik, A.K. (Anand Krishnan)" userId="530651e5-3022-4133-8f7a-bf605e28fdd6" providerId="ADAL" clId="{ADA7A2FA-4D5E-4F37-8241-71D0B554FD81}" dt="2026-07-18T00:07:09.547" v="1530" actId="478"/>
          <ac:spMkLst>
            <pc:docMk/>
            <pc:sldMk cId="2229788708" sldId="394"/>
            <ac:spMk id="8" creationId="{4053310B-2A48-737D-FD7F-BD0A664B9CEE}"/>
          </ac:spMkLst>
        </pc:spChg>
        <pc:spChg chg="add del mod">
          <ac:chgData name="Prathik, A.K. (Anand Krishnan)" userId="530651e5-3022-4133-8f7a-bf605e28fdd6" providerId="ADAL" clId="{ADA7A2FA-4D5E-4F37-8241-71D0B554FD81}" dt="2026-07-18T11:16:26.101" v="1673" actId="478"/>
          <ac:spMkLst>
            <pc:docMk/>
            <pc:sldMk cId="2229788708" sldId="394"/>
            <ac:spMk id="8" creationId="{FC54E9B5-2DEC-FCED-5742-B9D8B1D4C18C}"/>
          </ac:spMkLst>
        </pc:spChg>
        <pc:spChg chg="add mod">
          <ac:chgData name="Prathik, A.K. (Anand Krishnan)" userId="530651e5-3022-4133-8f7a-bf605e28fdd6" providerId="ADAL" clId="{ADA7A2FA-4D5E-4F37-8241-71D0B554FD81}" dt="2026-07-18T12:57:03.997" v="2783" actId="1076"/>
          <ac:spMkLst>
            <pc:docMk/>
            <pc:sldMk cId="2229788708" sldId="394"/>
            <ac:spMk id="9" creationId="{38BAAAD8-2851-65FD-9164-431EF870CC77}"/>
          </ac:spMkLst>
        </pc:spChg>
        <pc:spChg chg="add mod">
          <ac:chgData name="Prathik, A.K. (Anand Krishnan)" userId="530651e5-3022-4133-8f7a-bf605e28fdd6" providerId="ADAL" clId="{ADA7A2FA-4D5E-4F37-8241-71D0B554FD81}" dt="2026-07-18T12:57:03.997" v="2783" actId="1076"/>
          <ac:spMkLst>
            <pc:docMk/>
            <pc:sldMk cId="2229788708" sldId="394"/>
            <ac:spMk id="10" creationId="{18797CBD-69F8-2965-2500-771CACB7000E}"/>
          </ac:spMkLst>
        </pc:spChg>
        <pc:spChg chg="add del">
          <ac:chgData name="Prathik, A.K. (Anand Krishnan)" userId="530651e5-3022-4133-8f7a-bf605e28fdd6" providerId="ADAL" clId="{ADA7A2FA-4D5E-4F37-8241-71D0B554FD81}" dt="2026-07-18T00:06:30.106" v="1521" actId="22"/>
          <ac:spMkLst>
            <pc:docMk/>
            <pc:sldMk cId="2229788708" sldId="394"/>
            <ac:spMk id="10" creationId="{1FB56596-D313-95DF-F8B9-5C3672790470}"/>
          </ac:spMkLst>
        </pc:spChg>
        <pc:spChg chg="add mod">
          <ac:chgData name="Prathik, A.K. (Anand Krishnan)" userId="530651e5-3022-4133-8f7a-bf605e28fdd6" providerId="ADAL" clId="{ADA7A2FA-4D5E-4F37-8241-71D0B554FD81}" dt="2026-07-18T12:57:03.997" v="2783" actId="1076"/>
          <ac:spMkLst>
            <pc:docMk/>
            <pc:sldMk cId="2229788708" sldId="394"/>
            <ac:spMk id="11" creationId="{005A35D5-6E8A-F4BF-3BFD-B96B67B762CC}"/>
          </ac:spMkLst>
        </pc:spChg>
        <pc:spChg chg="add mod">
          <ac:chgData name="Prathik, A.K. (Anand Krishnan)" userId="530651e5-3022-4133-8f7a-bf605e28fdd6" providerId="ADAL" clId="{ADA7A2FA-4D5E-4F37-8241-71D0B554FD81}" dt="2026-07-18T13:02:38.925" v="2879" actId="1035"/>
          <ac:spMkLst>
            <pc:docMk/>
            <pc:sldMk cId="2229788708" sldId="394"/>
            <ac:spMk id="12" creationId="{4F92B4A2-520E-6946-58E9-E5DE30BA27DE}"/>
          </ac:spMkLst>
        </pc:spChg>
        <pc:spChg chg="add mod">
          <ac:chgData name="Prathik, A.K. (Anand Krishnan)" userId="530651e5-3022-4133-8f7a-bf605e28fdd6" providerId="ADAL" clId="{ADA7A2FA-4D5E-4F37-8241-71D0B554FD81}" dt="2026-07-18T13:02:38.925" v="2879" actId="1035"/>
          <ac:spMkLst>
            <pc:docMk/>
            <pc:sldMk cId="2229788708" sldId="394"/>
            <ac:spMk id="13" creationId="{0082A19B-4492-8AF5-07CE-58CE2C103A60}"/>
          </ac:spMkLst>
        </pc:spChg>
        <pc:spChg chg="add del mod ord">
          <ac:chgData name="Prathik, A.K. (Anand Krishnan)" userId="530651e5-3022-4133-8f7a-bf605e28fdd6" providerId="ADAL" clId="{ADA7A2FA-4D5E-4F37-8241-71D0B554FD81}" dt="2026-07-18T12:55:36.446" v="2770" actId="478"/>
          <ac:spMkLst>
            <pc:docMk/>
            <pc:sldMk cId="2229788708" sldId="394"/>
            <ac:spMk id="14" creationId="{2EEAFD6C-E05D-9962-8E77-91F32FB87011}"/>
          </ac:spMkLst>
        </pc:spChg>
        <pc:spChg chg="add mod">
          <ac:chgData name="Prathik, A.K. (Anand Krishnan)" userId="530651e5-3022-4133-8f7a-bf605e28fdd6" providerId="ADAL" clId="{ADA7A2FA-4D5E-4F37-8241-71D0B554FD81}" dt="2026-07-18T13:04:06.999" v="2918" actId="20577"/>
          <ac:spMkLst>
            <pc:docMk/>
            <pc:sldMk cId="2229788708" sldId="394"/>
            <ac:spMk id="15" creationId="{9F57ED3F-F84A-9B69-F0B6-2B8D4BCE840E}"/>
          </ac:spMkLst>
        </pc:spChg>
        <pc:spChg chg="add mod">
          <ac:chgData name="Prathik, A.K. (Anand Krishnan)" userId="530651e5-3022-4133-8f7a-bf605e28fdd6" providerId="ADAL" clId="{ADA7A2FA-4D5E-4F37-8241-71D0B554FD81}" dt="2026-07-18T13:04:11.707" v="2924" actId="20577"/>
          <ac:spMkLst>
            <pc:docMk/>
            <pc:sldMk cId="2229788708" sldId="394"/>
            <ac:spMk id="16" creationId="{93C14A0B-7C76-B149-CBDB-6543B6979F14}"/>
          </ac:spMkLst>
        </pc:spChg>
        <pc:spChg chg="add del mod">
          <ac:chgData name="Prathik, A.K. (Anand Krishnan)" userId="530651e5-3022-4133-8f7a-bf605e28fdd6" providerId="ADAL" clId="{ADA7A2FA-4D5E-4F37-8241-71D0B554FD81}" dt="2026-07-18T12:55:36.446" v="2770" actId="478"/>
          <ac:spMkLst>
            <pc:docMk/>
            <pc:sldMk cId="2229788708" sldId="394"/>
            <ac:spMk id="17" creationId="{9775935A-4128-CDF3-B87C-794A5ACDC51A}"/>
          </ac:spMkLst>
        </pc:spChg>
        <pc:spChg chg="add del mod">
          <ac:chgData name="Prathik, A.K. (Anand Krishnan)" userId="530651e5-3022-4133-8f7a-bf605e28fdd6" providerId="ADAL" clId="{ADA7A2FA-4D5E-4F37-8241-71D0B554FD81}" dt="2026-07-18T00:19:41.382" v="1634" actId="478"/>
          <ac:spMkLst>
            <pc:docMk/>
            <pc:sldMk cId="2229788708" sldId="394"/>
            <ac:spMk id="18" creationId="{71BFCA6B-D7B1-0873-2BAE-CE1E6F674FA1}"/>
          </ac:spMkLst>
        </pc:spChg>
        <pc:spChg chg="add mod">
          <ac:chgData name="Prathik, A.K. (Anand Krishnan)" userId="530651e5-3022-4133-8f7a-bf605e28fdd6" providerId="ADAL" clId="{ADA7A2FA-4D5E-4F37-8241-71D0B554FD81}" dt="2026-07-18T13:02:38.925" v="2879" actId="1035"/>
          <ac:spMkLst>
            <pc:docMk/>
            <pc:sldMk cId="2229788708" sldId="394"/>
            <ac:spMk id="18" creationId="{F03D3BFB-30B6-164E-5129-092F3E45D49F}"/>
          </ac:spMkLst>
        </pc:spChg>
        <pc:spChg chg="add del mod">
          <ac:chgData name="Prathik, A.K. (Anand Krishnan)" userId="530651e5-3022-4133-8f7a-bf605e28fdd6" providerId="ADAL" clId="{ADA7A2FA-4D5E-4F37-8241-71D0B554FD81}" dt="2026-07-18T00:17:18.421" v="1628" actId="478"/>
          <ac:spMkLst>
            <pc:docMk/>
            <pc:sldMk cId="2229788708" sldId="394"/>
            <ac:spMk id="19" creationId="{2CF86AE0-C853-B376-5148-8D8F5D4C5AE4}"/>
          </ac:spMkLst>
        </pc:spChg>
        <pc:spChg chg="add mod">
          <ac:chgData name="Prathik, A.K. (Anand Krishnan)" userId="530651e5-3022-4133-8f7a-bf605e28fdd6" providerId="ADAL" clId="{ADA7A2FA-4D5E-4F37-8241-71D0B554FD81}" dt="2026-07-18T13:02:38.925" v="2879" actId="1035"/>
          <ac:spMkLst>
            <pc:docMk/>
            <pc:sldMk cId="2229788708" sldId="394"/>
            <ac:spMk id="19" creationId="{89FCF4B3-8F5D-9D00-3A7B-776650D74478}"/>
          </ac:spMkLst>
        </pc:spChg>
        <pc:spChg chg="add del mod">
          <ac:chgData name="Prathik, A.K. (Anand Krishnan)" userId="530651e5-3022-4133-8f7a-bf605e28fdd6" providerId="ADAL" clId="{ADA7A2FA-4D5E-4F37-8241-71D0B554FD81}" dt="2026-07-18T00:19:41.382" v="1634" actId="478"/>
          <ac:spMkLst>
            <pc:docMk/>
            <pc:sldMk cId="2229788708" sldId="394"/>
            <ac:spMk id="20" creationId="{7A89DA72-96CE-64EC-B881-AF245B770CE0}"/>
          </ac:spMkLst>
        </pc:spChg>
        <pc:spChg chg="add mod">
          <ac:chgData name="Prathik, A.K. (Anand Krishnan)" userId="530651e5-3022-4133-8f7a-bf605e28fdd6" providerId="ADAL" clId="{ADA7A2FA-4D5E-4F37-8241-71D0B554FD81}" dt="2026-07-18T13:02:38.925" v="2879" actId="1035"/>
          <ac:spMkLst>
            <pc:docMk/>
            <pc:sldMk cId="2229788708" sldId="394"/>
            <ac:spMk id="20" creationId="{B25F03F6-B1F2-2EE3-8BA9-15E44780B8D3}"/>
          </ac:spMkLst>
        </pc:spChg>
        <pc:spChg chg="add del mod">
          <ac:chgData name="Prathik, A.K. (Anand Krishnan)" userId="530651e5-3022-4133-8f7a-bf605e28fdd6" providerId="ADAL" clId="{ADA7A2FA-4D5E-4F37-8241-71D0B554FD81}" dt="2026-07-18T11:25:37.017" v="1790" actId="478"/>
          <ac:spMkLst>
            <pc:docMk/>
            <pc:sldMk cId="2229788708" sldId="394"/>
            <ac:spMk id="21" creationId="{53C01F61-D95D-5F5E-CF33-C494D33B66AD}"/>
          </ac:spMkLst>
        </pc:spChg>
        <pc:spChg chg="add del mod">
          <ac:chgData name="Prathik, A.K. (Anand Krishnan)" userId="530651e5-3022-4133-8f7a-bf605e28fdd6" providerId="ADAL" clId="{ADA7A2FA-4D5E-4F37-8241-71D0B554FD81}" dt="2026-07-18T00:17:18.421" v="1628" actId="478"/>
          <ac:spMkLst>
            <pc:docMk/>
            <pc:sldMk cId="2229788708" sldId="394"/>
            <ac:spMk id="21" creationId="{7D6A17C0-554F-9276-B472-6A22AF44AA8F}"/>
          </ac:spMkLst>
        </pc:spChg>
        <pc:spChg chg="add del mod">
          <ac:chgData name="Prathik, A.K. (Anand Krishnan)" userId="530651e5-3022-4133-8f7a-bf605e28fdd6" providerId="ADAL" clId="{ADA7A2FA-4D5E-4F37-8241-71D0B554FD81}" dt="2026-07-18T11:25:37.017" v="1790" actId="478"/>
          <ac:spMkLst>
            <pc:docMk/>
            <pc:sldMk cId="2229788708" sldId="394"/>
            <ac:spMk id="22" creationId="{78E567C5-3971-FFD0-EE3D-9A33B1E0800F}"/>
          </ac:spMkLst>
        </pc:spChg>
        <pc:spChg chg="add del mod">
          <ac:chgData name="Prathik, A.K. (Anand Krishnan)" userId="530651e5-3022-4133-8f7a-bf605e28fdd6" providerId="ADAL" clId="{ADA7A2FA-4D5E-4F37-8241-71D0B554FD81}" dt="2026-07-18T00:17:26.120" v="1629" actId="478"/>
          <ac:spMkLst>
            <pc:docMk/>
            <pc:sldMk cId="2229788708" sldId="394"/>
            <ac:spMk id="22" creationId="{AD1F053C-ED80-6FEF-345F-C084E7BEB4A0}"/>
          </ac:spMkLst>
        </pc:spChg>
        <pc:spChg chg="add del mod">
          <ac:chgData name="Prathik, A.K. (Anand Krishnan)" userId="530651e5-3022-4133-8f7a-bf605e28fdd6" providerId="ADAL" clId="{ADA7A2FA-4D5E-4F37-8241-71D0B554FD81}" dt="2026-07-18T00:17:18.421" v="1628" actId="478"/>
          <ac:spMkLst>
            <pc:docMk/>
            <pc:sldMk cId="2229788708" sldId="394"/>
            <ac:spMk id="23" creationId="{91CB95A7-DC31-4E9E-D965-E5F31D6E5C54}"/>
          </ac:spMkLst>
        </pc:spChg>
        <pc:spChg chg="add del mod">
          <ac:chgData name="Prathik, A.K. (Anand Krishnan)" userId="530651e5-3022-4133-8f7a-bf605e28fdd6" providerId="ADAL" clId="{ADA7A2FA-4D5E-4F37-8241-71D0B554FD81}" dt="2026-07-18T11:25:37.017" v="1790" actId="478"/>
          <ac:spMkLst>
            <pc:docMk/>
            <pc:sldMk cId="2229788708" sldId="394"/>
            <ac:spMk id="23" creationId="{D221DE76-C8F7-D3BB-B56A-C6A68738864A}"/>
          </ac:spMkLst>
        </pc:spChg>
        <pc:spChg chg="add del mod">
          <ac:chgData name="Prathik, A.K. (Anand Krishnan)" userId="530651e5-3022-4133-8f7a-bf605e28fdd6" providerId="ADAL" clId="{ADA7A2FA-4D5E-4F37-8241-71D0B554FD81}" dt="2026-07-18T11:25:37.017" v="1790" actId="478"/>
          <ac:spMkLst>
            <pc:docMk/>
            <pc:sldMk cId="2229788708" sldId="394"/>
            <ac:spMk id="24" creationId="{7ADEAEEA-D74E-CB87-949C-C4D16286C0CD}"/>
          </ac:spMkLst>
        </pc:spChg>
        <pc:spChg chg="add del mod">
          <ac:chgData name="Prathik, A.K. (Anand Krishnan)" userId="530651e5-3022-4133-8f7a-bf605e28fdd6" providerId="ADAL" clId="{ADA7A2FA-4D5E-4F37-8241-71D0B554FD81}" dt="2026-07-18T00:17:26.120" v="1629" actId="478"/>
          <ac:spMkLst>
            <pc:docMk/>
            <pc:sldMk cId="2229788708" sldId="394"/>
            <ac:spMk id="24" creationId="{A943A64F-7E7B-8F2A-9429-B6D5F77F9224}"/>
          </ac:spMkLst>
        </pc:spChg>
        <pc:spChg chg="add del mod">
          <ac:chgData name="Prathik, A.K. (Anand Krishnan)" userId="530651e5-3022-4133-8f7a-bf605e28fdd6" providerId="ADAL" clId="{ADA7A2FA-4D5E-4F37-8241-71D0B554FD81}" dt="2026-07-18T00:17:18.421" v="1628" actId="478"/>
          <ac:spMkLst>
            <pc:docMk/>
            <pc:sldMk cId="2229788708" sldId="394"/>
            <ac:spMk id="25" creationId="{98840C45-55C5-77E8-113D-BB0D2713512B}"/>
          </ac:spMkLst>
        </pc:spChg>
        <pc:spChg chg="add del mod ord">
          <ac:chgData name="Prathik, A.K. (Anand Krishnan)" userId="530651e5-3022-4133-8f7a-bf605e28fdd6" providerId="ADAL" clId="{ADA7A2FA-4D5E-4F37-8241-71D0B554FD81}" dt="2026-07-18T12:55:36.446" v="2770" actId="478"/>
          <ac:spMkLst>
            <pc:docMk/>
            <pc:sldMk cId="2229788708" sldId="394"/>
            <ac:spMk id="25" creationId="{FA1B68DF-7DA8-60D9-1B10-61F075780A7B}"/>
          </ac:spMkLst>
        </pc:spChg>
        <pc:spChg chg="add del mod ord">
          <ac:chgData name="Prathik, A.K. (Anand Krishnan)" userId="530651e5-3022-4133-8f7a-bf605e28fdd6" providerId="ADAL" clId="{ADA7A2FA-4D5E-4F37-8241-71D0B554FD81}" dt="2026-07-18T12:55:36.446" v="2770" actId="478"/>
          <ac:spMkLst>
            <pc:docMk/>
            <pc:sldMk cId="2229788708" sldId="394"/>
            <ac:spMk id="26" creationId="{EC8269AD-E427-D198-EFD8-9523204B852E}"/>
          </ac:spMkLst>
        </pc:spChg>
        <pc:spChg chg="add del mod ord">
          <ac:chgData name="Prathik, A.K. (Anand Krishnan)" userId="530651e5-3022-4133-8f7a-bf605e28fdd6" providerId="ADAL" clId="{ADA7A2FA-4D5E-4F37-8241-71D0B554FD81}" dt="2026-07-18T12:55:36.446" v="2770" actId="478"/>
          <ac:spMkLst>
            <pc:docMk/>
            <pc:sldMk cId="2229788708" sldId="394"/>
            <ac:spMk id="27" creationId="{2BB1FB73-B5BE-B801-0A85-E781C4161FD0}"/>
          </ac:spMkLst>
        </pc:spChg>
        <pc:spChg chg="add del mod ord">
          <ac:chgData name="Prathik, A.K. (Anand Krishnan)" userId="530651e5-3022-4133-8f7a-bf605e28fdd6" providerId="ADAL" clId="{ADA7A2FA-4D5E-4F37-8241-71D0B554FD81}" dt="2026-07-18T12:55:36.446" v="2770" actId="478"/>
          <ac:spMkLst>
            <pc:docMk/>
            <pc:sldMk cId="2229788708" sldId="394"/>
            <ac:spMk id="28" creationId="{E6223A28-49B4-0A2F-7A14-68C381A8E581}"/>
          </ac:spMkLst>
        </pc:spChg>
        <pc:spChg chg="add del mod">
          <ac:chgData name="Prathik, A.K. (Anand Krishnan)" userId="530651e5-3022-4133-8f7a-bf605e28fdd6" providerId="ADAL" clId="{ADA7A2FA-4D5E-4F37-8241-71D0B554FD81}" dt="2026-07-18T11:27:26.449" v="1808" actId="478"/>
          <ac:spMkLst>
            <pc:docMk/>
            <pc:sldMk cId="2229788708" sldId="394"/>
            <ac:spMk id="30" creationId="{BCFE92E1-CD7D-A6FD-70DF-7C70A39A1001}"/>
          </ac:spMkLst>
        </pc:spChg>
        <pc:spChg chg="add del mod">
          <ac:chgData name="Prathik, A.K. (Anand Krishnan)" userId="530651e5-3022-4133-8f7a-bf605e28fdd6" providerId="ADAL" clId="{ADA7A2FA-4D5E-4F37-8241-71D0B554FD81}" dt="2026-07-18T11:27:30.753" v="1811" actId="478"/>
          <ac:spMkLst>
            <pc:docMk/>
            <pc:sldMk cId="2229788708" sldId="394"/>
            <ac:spMk id="31" creationId="{6C3D18C2-EE9F-9AD9-1C63-A9379FD66D2B}"/>
          </ac:spMkLst>
        </pc:spChg>
        <pc:spChg chg="add del mod">
          <ac:chgData name="Prathik, A.K. (Anand Krishnan)" userId="530651e5-3022-4133-8f7a-bf605e28fdd6" providerId="ADAL" clId="{ADA7A2FA-4D5E-4F37-8241-71D0B554FD81}" dt="2026-07-18T11:27:29.273" v="1809" actId="478"/>
          <ac:spMkLst>
            <pc:docMk/>
            <pc:sldMk cId="2229788708" sldId="394"/>
            <ac:spMk id="32" creationId="{39052294-8029-A4E8-F0A7-3902E5F57F7B}"/>
          </ac:spMkLst>
        </pc:spChg>
        <pc:spChg chg="add del mod">
          <ac:chgData name="Prathik, A.K. (Anand Krishnan)" userId="530651e5-3022-4133-8f7a-bf605e28fdd6" providerId="ADAL" clId="{ADA7A2FA-4D5E-4F37-8241-71D0B554FD81}" dt="2026-07-18T11:27:29.273" v="1809" actId="478"/>
          <ac:spMkLst>
            <pc:docMk/>
            <pc:sldMk cId="2229788708" sldId="394"/>
            <ac:spMk id="33" creationId="{821EC7E8-DC2C-1D14-F8A6-3947A2CAD569}"/>
          </ac:spMkLst>
        </pc:spChg>
        <pc:spChg chg="add del mod">
          <ac:chgData name="Prathik, A.K. (Anand Krishnan)" userId="530651e5-3022-4133-8f7a-bf605e28fdd6" providerId="ADAL" clId="{ADA7A2FA-4D5E-4F37-8241-71D0B554FD81}" dt="2026-07-18T11:27:30.289" v="1810" actId="478"/>
          <ac:spMkLst>
            <pc:docMk/>
            <pc:sldMk cId="2229788708" sldId="394"/>
            <ac:spMk id="34" creationId="{A75A280E-BF51-A24E-71B0-296FE689FA43}"/>
          </ac:spMkLst>
        </pc:spChg>
        <pc:spChg chg="add del mod">
          <ac:chgData name="Prathik, A.K. (Anand Krishnan)" userId="530651e5-3022-4133-8f7a-bf605e28fdd6" providerId="ADAL" clId="{ADA7A2FA-4D5E-4F37-8241-71D0B554FD81}" dt="2026-07-18T12:55:38.444" v="2771" actId="478"/>
          <ac:spMkLst>
            <pc:docMk/>
            <pc:sldMk cId="2229788708" sldId="394"/>
            <ac:spMk id="35" creationId="{A0B61807-86FA-B87A-0106-DD997F3CFBB4}"/>
          </ac:spMkLst>
        </pc:spChg>
        <pc:spChg chg="add mod">
          <ac:chgData name="Prathik, A.K. (Anand Krishnan)" userId="530651e5-3022-4133-8f7a-bf605e28fdd6" providerId="ADAL" clId="{ADA7A2FA-4D5E-4F37-8241-71D0B554FD81}" dt="2026-07-18T13:02:32.143" v="2874" actId="14100"/>
          <ac:spMkLst>
            <pc:docMk/>
            <pc:sldMk cId="2229788708" sldId="394"/>
            <ac:spMk id="36" creationId="{BE653870-9677-313B-F4B9-2F60C6E37913}"/>
          </ac:spMkLst>
        </pc:spChg>
        <pc:spChg chg="add mod">
          <ac:chgData name="Prathik, A.K. (Anand Krishnan)" userId="530651e5-3022-4133-8f7a-bf605e28fdd6" providerId="ADAL" clId="{ADA7A2FA-4D5E-4F37-8241-71D0B554FD81}" dt="2026-07-18T13:02:38.925" v="2879" actId="1035"/>
          <ac:spMkLst>
            <pc:docMk/>
            <pc:sldMk cId="2229788708" sldId="394"/>
            <ac:spMk id="37" creationId="{F6FD3D87-8C1B-E726-B7BF-D19420ED0C61}"/>
          </ac:spMkLst>
        </pc:spChg>
        <pc:spChg chg="add del mod">
          <ac:chgData name="Prathik, A.K. (Anand Krishnan)" userId="530651e5-3022-4133-8f7a-bf605e28fdd6" providerId="ADAL" clId="{ADA7A2FA-4D5E-4F37-8241-71D0B554FD81}" dt="2026-07-18T12:55:36.446" v="2770" actId="478"/>
          <ac:spMkLst>
            <pc:docMk/>
            <pc:sldMk cId="2229788708" sldId="394"/>
            <ac:spMk id="39" creationId="{8C17CEED-EF8D-D6A0-B4B8-3DF57EB71AFD}"/>
          </ac:spMkLst>
        </pc:spChg>
        <pc:spChg chg="add mod">
          <ac:chgData name="Prathik, A.K. (Anand Krishnan)" userId="530651e5-3022-4133-8f7a-bf605e28fdd6" providerId="ADAL" clId="{ADA7A2FA-4D5E-4F37-8241-71D0B554FD81}" dt="2026-07-18T12:44:47.249" v="2487"/>
          <ac:spMkLst>
            <pc:docMk/>
            <pc:sldMk cId="2229788708" sldId="394"/>
            <ac:spMk id="40" creationId="{CC689E7A-C4E7-9080-C24C-F7AC9CE652DD}"/>
          </ac:spMkLst>
        </pc:spChg>
        <pc:spChg chg="add mod">
          <ac:chgData name="Prathik, A.K. (Anand Krishnan)" userId="530651e5-3022-4133-8f7a-bf605e28fdd6" providerId="ADAL" clId="{ADA7A2FA-4D5E-4F37-8241-71D0B554FD81}" dt="2026-07-18T12:44:47.249" v="2487"/>
          <ac:spMkLst>
            <pc:docMk/>
            <pc:sldMk cId="2229788708" sldId="394"/>
            <ac:spMk id="41" creationId="{97B02E56-1549-34BC-C37B-E32CF42F9378}"/>
          </ac:spMkLst>
        </pc:spChg>
      </pc:sldChg>
      <pc:sldChg chg="addSp delSp modSp new del mod modClrScheme chgLayout">
        <pc:chgData name="Prathik, A.K. (Anand Krishnan)" userId="530651e5-3022-4133-8f7a-bf605e28fdd6" providerId="ADAL" clId="{ADA7A2FA-4D5E-4F37-8241-71D0B554FD81}" dt="2026-07-18T13:05:48.231" v="2954" actId="47"/>
        <pc:sldMkLst>
          <pc:docMk/>
          <pc:sldMk cId="2549366286" sldId="395"/>
        </pc:sldMkLst>
        <pc:spChg chg="del mod ord">
          <ac:chgData name="Prathik, A.K. (Anand Krishnan)" userId="530651e5-3022-4133-8f7a-bf605e28fdd6" providerId="ADAL" clId="{ADA7A2FA-4D5E-4F37-8241-71D0B554FD81}" dt="2026-07-18T12:21:03.436" v="2113" actId="700"/>
          <ac:spMkLst>
            <pc:docMk/>
            <pc:sldMk cId="2549366286" sldId="395"/>
            <ac:spMk id="2" creationId="{2E931A2C-91A2-6141-DD12-CA42935B7C38}"/>
          </ac:spMkLst>
        </pc:spChg>
        <pc:spChg chg="del mod ord">
          <ac:chgData name="Prathik, A.K. (Anand Krishnan)" userId="530651e5-3022-4133-8f7a-bf605e28fdd6" providerId="ADAL" clId="{ADA7A2FA-4D5E-4F37-8241-71D0B554FD81}" dt="2026-07-18T12:21:03.436" v="2113" actId="700"/>
          <ac:spMkLst>
            <pc:docMk/>
            <pc:sldMk cId="2549366286" sldId="395"/>
            <ac:spMk id="3" creationId="{6DB306FE-C98E-D505-869C-49A321DCB2E4}"/>
          </ac:spMkLst>
        </pc:spChg>
        <pc:spChg chg="del">
          <ac:chgData name="Prathik, A.K. (Anand Krishnan)" userId="530651e5-3022-4133-8f7a-bf605e28fdd6" providerId="ADAL" clId="{ADA7A2FA-4D5E-4F37-8241-71D0B554FD81}" dt="2026-07-18T12:21:03.436" v="2113" actId="700"/>
          <ac:spMkLst>
            <pc:docMk/>
            <pc:sldMk cId="2549366286" sldId="395"/>
            <ac:spMk id="4" creationId="{37DFC5F5-1BCD-59AC-E483-4A287C9FC801}"/>
          </ac:spMkLst>
        </pc:spChg>
        <pc:spChg chg="del mod ord">
          <ac:chgData name="Prathik, A.K. (Anand Krishnan)" userId="530651e5-3022-4133-8f7a-bf605e28fdd6" providerId="ADAL" clId="{ADA7A2FA-4D5E-4F37-8241-71D0B554FD81}" dt="2026-07-18T12:40:15.979" v="2313" actId="478"/>
          <ac:spMkLst>
            <pc:docMk/>
            <pc:sldMk cId="2549366286" sldId="395"/>
            <ac:spMk id="5" creationId="{D57B4762-0075-7679-3719-AE99D4D8582F}"/>
          </ac:spMkLst>
        </pc:spChg>
        <pc:spChg chg="del mod ord">
          <ac:chgData name="Prathik, A.K. (Anand Krishnan)" userId="530651e5-3022-4133-8f7a-bf605e28fdd6" providerId="ADAL" clId="{ADA7A2FA-4D5E-4F37-8241-71D0B554FD81}" dt="2026-07-18T12:40:15.979" v="2313" actId="478"/>
          <ac:spMkLst>
            <pc:docMk/>
            <pc:sldMk cId="2549366286" sldId="395"/>
            <ac:spMk id="6" creationId="{FC155B46-DB97-361B-2E61-39EBB102E740}"/>
          </ac:spMkLst>
        </pc:spChg>
        <pc:spChg chg="add del mod ord">
          <ac:chgData name="Prathik, A.K. (Anand Krishnan)" userId="530651e5-3022-4133-8f7a-bf605e28fdd6" providerId="ADAL" clId="{ADA7A2FA-4D5E-4F37-8241-71D0B554FD81}" dt="2026-07-18T12:21:07.910" v="2114" actId="700"/>
          <ac:spMkLst>
            <pc:docMk/>
            <pc:sldMk cId="2549366286" sldId="395"/>
            <ac:spMk id="7" creationId="{C15D65D3-F4FE-A075-26FC-6D80750B5B29}"/>
          </ac:spMkLst>
        </pc:spChg>
        <pc:spChg chg="add del mod ord">
          <ac:chgData name="Prathik, A.K. (Anand Krishnan)" userId="530651e5-3022-4133-8f7a-bf605e28fdd6" providerId="ADAL" clId="{ADA7A2FA-4D5E-4F37-8241-71D0B554FD81}" dt="2026-07-18T12:21:07.910" v="2114" actId="700"/>
          <ac:spMkLst>
            <pc:docMk/>
            <pc:sldMk cId="2549366286" sldId="395"/>
            <ac:spMk id="8" creationId="{BC0351E3-E67C-A90B-8D79-9F6AEE047F6D}"/>
          </ac:spMkLst>
        </pc:spChg>
        <pc:spChg chg="add del mod ord">
          <ac:chgData name="Prathik, A.K. (Anand Krishnan)" userId="530651e5-3022-4133-8f7a-bf605e28fdd6" providerId="ADAL" clId="{ADA7A2FA-4D5E-4F37-8241-71D0B554FD81}" dt="2026-07-18T12:21:16.912" v="2115" actId="700"/>
          <ac:spMkLst>
            <pc:docMk/>
            <pc:sldMk cId="2549366286" sldId="395"/>
            <ac:spMk id="9" creationId="{213DD245-C5F7-8E04-2647-8A04F60A121B}"/>
          </ac:spMkLst>
        </pc:spChg>
        <pc:spChg chg="add del mod ord">
          <ac:chgData name="Prathik, A.K. (Anand Krishnan)" userId="530651e5-3022-4133-8f7a-bf605e28fdd6" providerId="ADAL" clId="{ADA7A2FA-4D5E-4F37-8241-71D0B554FD81}" dt="2026-07-18T12:21:16.912" v="2115" actId="700"/>
          <ac:spMkLst>
            <pc:docMk/>
            <pc:sldMk cId="2549366286" sldId="395"/>
            <ac:spMk id="10" creationId="{5429C133-1D12-F903-8A71-5DF2E70D8503}"/>
          </ac:spMkLst>
        </pc:spChg>
        <pc:spChg chg="add mod ord">
          <ac:chgData name="Prathik, A.K. (Anand Krishnan)" userId="530651e5-3022-4133-8f7a-bf605e28fdd6" providerId="ADAL" clId="{ADA7A2FA-4D5E-4F37-8241-71D0B554FD81}" dt="2026-07-18T12:58:06.098" v="2795" actId="1076"/>
          <ac:spMkLst>
            <pc:docMk/>
            <pc:sldMk cId="2549366286" sldId="395"/>
            <ac:spMk id="11" creationId="{0C945A5D-9BF4-99D9-7C4C-51A292214FF8}"/>
          </ac:spMkLst>
        </pc:spChg>
        <pc:spChg chg="add del mod ord">
          <ac:chgData name="Prathik, A.K. (Anand Krishnan)" userId="530651e5-3022-4133-8f7a-bf605e28fdd6" providerId="ADAL" clId="{ADA7A2FA-4D5E-4F37-8241-71D0B554FD81}" dt="2026-07-18T12:30:00.577" v="2129" actId="478"/>
          <ac:spMkLst>
            <pc:docMk/>
            <pc:sldMk cId="2549366286" sldId="395"/>
            <ac:spMk id="12" creationId="{6C2B048D-5145-9485-2E34-9B761598F692}"/>
          </ac:spMkLst>
        </pc:spChg>
        <pc:spChg chg="add del mod ord">
          <ac:chgData name="Prathik, A.K. (Anand Krishnan)" userId="530651e5-3022-4133-8f7a-bf605e28fdd6" providerId="ADAL" clId="{ADA7A2FA-4D5E-4F37-8241-71D0B554FD81}" dt="2026-07-18T12:30:02.898" v="2130" actId="478"/>
          <ac:spMkLst>
            <pc:docMk/>
            <pc:sldMk cId="2549366286" sldId="395"/>
            <ac:spMk id="13" creationId="{28EC08A6-E9EE-73F3-DC4D-765CC64FE91A}"/>
          </ac:spMkLst>
        </pc:spChg>
        <pc:spChg chg="add mod">
          <ac:chgData name="Prathik, A.K. (Anand Krishnan)" userId="530651e5-3022-4133-8f7a-bf605e28fdd6" providerId="ADAL" clId="{ADA7A2FA-4D5E-4F37-8241-71D0B554FD81}" dt="2026-07-18T13:04:24.994" v="2931" actId="20577"/>
          <ac:spMkLst>
            <pc:docMk/>
            <pc:sldMk cId="2549366286" sldId="395"/>
            <ac:spMk id="15" creationId="{5472DDD5-23F0-D981-0AD6-7F9AAD369F28}"/>
          </ac:spMkLst>
        </pc:spChg>
        <pc:spChg chg="add mod">
          <ac:chgData name="Prathik, A.K. (Anand Krishnan)" userId="530651e5-3022-4133-8f7a-bf605e28fdd6" providerId="ADAL" clId="{ADA7A2FA-4D5E-4F37-8241-71D0B554FD81}" dt="2026-07-18T12:58:17.071" v="2797" actId="14100"/>
          <ac:spMkLst>
            <pc:docMk/>
            <pc:sldMk cId="2549366286" sldId="395"/>
            <ac:spMk id="17" creationId="{752ED8A6-5DA8-100E-CE52-354594212935}"/>
          </ac:spMkLst>
        </pc:spChg>
        <pc:spChg chg="add mod">
          <ac:chgData name="Prathik, A.K. (Anand Krishnan)" userId="530651e5-3022-4133-8f7a-bf605e28fdd6" providerId="ADAL" clId="{ADA7A2FA-4D5E-4F37-8241-71D0B554FD81}" dt="2026-07-18T13:00:11.523" v="2838" actId="1076"/>
          <ac:spMkLst>
            <pc:docMk/>
            <pc:sldMk cId="2549366286" sldId="395"/>
            <ac:spMk id="19" creationId="{019E5312-5FDF-BC6E-4FB4-768C45D89407}"/>
          </ac:spMkLst>
        </pc:spChg>
        <pc:spChg chg="add mod">
          <ac:chgData name="Prathik, A.K. (Anand Krishnan)" userId="530651e5-3022-4133-8f7a-bf605e28fdd6" providerId="ADAL" clId="{ADA7A2FA-4D5E-4F37-8241-71D0B554FD81}" dt="2026-07-18T13:04:29.638" v="2937" actId="20577"/>
          <ac:spMkLst>
            <pc:docMk/>
            <pc:sldMk cId="2549366286" sldId="395"/>
            <ac:spMk id="20" creationId="{E85FC6EF-A411-F54E-2A86-B07499636C8E}"/>
          </ac:spMkLst>
        </pc:spChg>
        <pc:spChg chg="add mod">
          <ac:chgData name="Prathik, A.K. (Anand Krishnan)" userId="530651e5-3022-4133-8f7a-bf605e28fdd6" providerId="ADAL" clId="{ADA7A2FA-4D5E-4F37-8241-71D0B554FD81}" dt="2026-07-18T13:00:06.234" v="2837" actId="1036"/>
          <ac:spMkLst>
            <pc:docMk/>
            <pc:sldMk cId="2549366286" sldId="395"/>
            <ac:spMk id="21" creationId="{EA7504D5-8138-B6E2-FB05-242E74B6E4D4}"/>
          </ac:spMkLst>
        </pc:spChg>
        <pc:spChg chg="add mod">
          <ac:chgData name="Prathik, A.K. (Anand Krishnan)" userId="530651e5-3022-4133-8f7a-bf605e28fdd6" providerId="ADAL" clId="{ADA7A2FA-4D5E-4F37-8241-71D0B554FD81}" dt="2026-07-18T13:00:06.234" v="2837" actId="1036"/>
          <ac:spMkLst>
            <pc:docMk/>
            <pc:sldMk cId="2549366286" sldId="395"/>
            <ac:spMk id="22" creationId="{36390140-8A2B-965A-7E29-0B2C925071D7}"/>
          </ac:spMkLst>
        </pc:spChg>
        <pc:spChg chg="add mod">
          <ac:chgData name="Prathik, A.K. (Anand Krishnan)" userId="530651e5-3022-4133-8f7a-bf605e28fdd6" providerId="ADAL" clId="{ADA7A2FA-4D5E-4F37-8241-71D0B554FD81}" dt="2026-07-18T13:00:06.234" v="2837" actId="1036"/>
          <ac:spMkLst>
            <pc:docMk/>
            <pc:sldMk cId="2549366286" sldId="395"/>
            <ac:spMk id="23" creationId="{AC5A3978-9A1A-3391-BC5C-750AFB07B5FE}"/>
          </ac:spMkLst>
        </pc:spChg>
        <pc:spChg chg="add mod">
          <ac:chgData name="Prathik, A.K. (Anand Krishnan)" userId="530651e5-3022-4133-8f7a-bf605e28fdd6" providerId="ADAL" clId="{ADA7A2FA-4D5E-4F37-8241-71D0B554FD81}" dt="2026-07-18T13:00:06.234" v="2837" actId="1036"/>
          <ac:spMkLst>
            <pc:docMk/>
            <pc:sldMk cId="2549366286" sldId="395"/>
            <ac:spMk id="24" creationId="{22F1F12E-09AC-AA12-EAE2-BE34C9AC55AB}"/>
          </ac:spMkLst>
        </pc:spChg>
        <pc:spChg chg="add mod">
          <ac:chgData name="Prathik, A.K. (Anand Krishnan)" userId="530651e5-3022-4133-8f7a-bf605e28fdd6" providerId="ADAL" clId="{ADA7A2FA-4D5E-4F37-8241-71D0B554FD81}" dt="2026-07-18T13:00:06.234" v="2837" actId="1036"/>
          <ac:spMkLst>
            <pc:docMk/>
            <pc:sldMk cId="2549366286" sldId="395"/>
            <ac:spMk id="26" creationId="{2C475F9B-7DC7-E87E-29D1-B431E5C450B0}"/>
          </ac:spMkLst>
        </pc:spChg>
        <pc:spChg chg="add mod">
          <ac:chgData name="Prathik, A.K. (Anand Krishnan)" userId="530651e5-3022-4133-8f7a-bf605e28fdd6" providerId="ADAL" clId="{ADA7A2FA-4D5E-4F37-8241-71D0B554FD81}" dt="2026-07-18T13:05:07.396" v="2943" actId="20577"/>
          <ac:spMkLst>
            <pc:docMk/>
            <pc:sldMk cId="2549366286" sldId="395"/>
            <ac:spMk id="27" creationId="{AEDDE319-A527-356E-CE6B-B154DB1E6900}"/>
          </ac:spMkLst>
        </pc:spChg>
        <pc:spChg chg="add del mod">
          <ac:chgData name="Prathik, A.K. (Anand Krishnan)" userId="530651e5-3022-4133-8f7a-bf605e28fdd6" providerId="ADAL" clId="{ADA7A2FA-4D5E-4F37-8241-71D0B554FD81}" dt="2026-07-18T12:57:30.956" v="2787" actId="21"/>
          <ac:spMkLst>
            <pc:docMk/>
            <pc:sldMk cId="2549366286" sldId="395"/>
            <ac:spMk id="29" creationId="{8FE05B6F-1791-2726-7E52-7EBA81FD75F0}"/>
          </ac:spMkLst>
        </pc:spChg>
        <pc:spChg chg="add del mod">
          <ac:chgData name="Prathik, A.K. (Anand Krishnan)" userId="530651e5-3022-4133-8f7a-bf605e28fdd6" providerId="ADAL" clId="{ADA7A2FA-4D5E-4F37-8241-71D0B554FD81}" dt="2026-07-18T12:57:30.956" v="2787" actId="21"/>
          <ac:spMkLst>
            <pc:docMk/>
            <pc:sldMk cId="2549366286" sldId="395"/>
            <ac:spMk id="30" creationId="{7AE84D40-B361-52CE-CFCE-AA1E3091304B}"/>
          </ac:spMkLst>
        </pc:spChg>
        <pc:spChg chg="add del mod">
          <ac:chgData name="Prathik, A.K. (Anand Krishnan)" userId="530651e5-3022-4133-8f7a-bf605e28fdd6" providerId="ADAL" clId="{ADA7A2FA-4D5E-4F37-8241-71D0B554FD81}" dt="2026-07-18T12:57:30.956" v="2787" actId="21"/>
          <ac:spMkLst>
            <pc:docMk/>
            <pc:sldMk cId="2549366286" sldId="395"/>
            <ac:spMk id="31" creationId="{043A7221-6236-9DBF-4ECA-988B0649BEA2}"/>
          </ac:spMkLst>
        </pc:spChg>
        <pc:spChg chg="add del">
          <ac:chgData name="Prathik, A.K. (Anand Krishnan)" userId="530651e5-3022-4133-8f7a-bf605e28fdd6" providerId="ADAL" clId="{ADA7A2FA-4D5E-4F37-8241-71D0B554FD81}" dt="2026-07-18T12:42:28.510" v="2410" actId="22"/>
          <ac:spMkLst>
            <pc:docMk/>
            <pc:sldMk cId="2549366286" sldId="395"/>
            <ac:spMk id="33" creationId="{20149109-5000-C219-4224-8B2C1160BF32}"/>
          </ac:spMkLst>
        </pc:spChg>
        <pc:spChg chg="add del mod">
          <ac:chgData name="Prathik, A.K. (Anand Krishnan)" userId="530651e5-3022-4133-8f7a-bf605e28fdd6" providerId="ADAL" clId="{ADA7A2FA-4D5E-4F37-8241-71D0B554FD81}" dt="2026-07-18T12:57:30.956" v="2787" actId="21"/>
          <ac:spMkLst>
            <pc:docMk/>
            <pc:sldMk cId="2549366286" sldId="395"/>
            <ac:spMk id="35" creationId="{0AC6AE65-5DE2-664B-CB69-F5EA12F1F047}"/>
          </ac:spMkLst>
        </pc:spChg>
        <pc:spChg chg="add del mod">
          <ac:chgData name="Prathik, A.K. (Anand Krishnan)" userId="530651e5-3022-4133-8f7a-bf605e28fdd6" providerId="ADAL" clId="{ADA7A2FA-4D5E-4F37-8241-71D0B554FD81}" dt="2026-07-18T12:57:30.956" v="2787" actId="21"/>
          <ac:spMkLst>
            <pc:docMk/>
            <pc:sldMk cId="2549366286" sldId="395"/>
            <ac:spMk id="36" creationId="{22D94A22-D527-871C-84F9-AFCA7149F913}"/>
          </ac:spMkLst>
        </pc:spChg>
        <pc:spChg chg="add del mod">
          <ac:chgData name="Prathik, A.K. (Anand Krishnan)" userId="530651e5-3022-4133-8f7a-bf605e28fdd6" providerId="ADAL" clId="{ADA7A2FA-4D5E-4F37-8241-71D0B554FD81}" dt="2026-07-18T12:57:30.956" v="2787" actId="21"/>
          <ac:spMkLst>
            <pc:docMk/>
            <pc:sldMk cId="2549366286" sldId="395"/>
            <ac:spMk id="37" creationId="{A0A3E202-70F2-3F10-57E5-3683F7365522}"/>
          </ac:spMkLst>
        </pc:spChg>
        <pc:spChg chg="add mod">
          <ac:chgData name="Prathik, A.K. (Anand Krishnan)" userId="530651e5-3022-4133-8f7a-bf605e28fdd6" providerId="ADAL" clId="{ADA7A2FA-4D5E-4F37-8241-71D0B554FD81}" dt="2026-07-18T12:51:56.897" v="2671" actId="1036"/>
          <ac:spMkLst>
            <pc:docMk/>
            <pc:sldMk cId="2549366286" sldId="395"/>
            <ac:spMk id="38" creationId="{7A50D09E-CDDF-379B-EC53-383E720835EC}"/>
          </ac:spMkLst>
        </pc:spChg>
        <pc:spChg chg="add del mod">
          <ac:chgData name="Prathik, A.K. (Anand Krishnan)" userId="530651e5-3022-4133-8f7a-bf605e28fdd6" providerId="ADAL" clId="{ADA7A2FA-4D5E-4F37-8241-71D0B554FD81}" dt="2026-07-18T12:57:30.956" v="2787" actId="21"/>
          <ac:spMkLst>
            <pc:docMk/>
            <pc:sldMk cId="2549366286" sldId="395"/>
            <ac:spMk id="39" creationId="{E9EA8FA4-D7F9-AE42-98BD-336ED73F98CC}"/>
          </ac:spMkLst>
        </pc:spChg>
        <pc:spChg chg="add mod">
          <ac:chgData name="Prathik, A.K. (Anand Krishnan)" userId="530651e5-3022-4133-8f7a-bf605e28fdd6" providerId="ADAL" clId="{ADA7A2FA-4D5E-4F37-8241-71D0B554FD81}" dt="2026-07-18T12:44:43.608" v="2485"/>
          <ac:spMkLst>
            <pc:docMk/>
            <pc:sldMk cId="2549366286" sldId="395"/>
            <ac:spMk id="40" creationId="{8DD4847C-5941-5BEC-A7F7-A86FA0F1B432}"/>
          </ac:spMkLst>
        </pc:spChg>
        <pc:spChg chg="add mod">
          <ac:chgData name="Prathik, A.K. (Anand Krishnan)" userId="530651e5-3022-4133-8f7a-bf605e28fdd6" providerId="ADAL" clId="{ADA7A2FA-4D5E-4F37-8241-71D0B554FD81}" dt="2026-07-18T12:44:43.608" v="2485"/>
          <ac:spMkLst>
            <pc:docMk/>
            <pc:sldMk cId="2549366286" sldId="395"/>
            <ac:spMk id="41" creationId="{BAFC7965-3A48-3941-4821-ADDE587F2B94}"/>
          </ac:spMkLst>
        </pc:spChg>
        <pc:spChg chg="add mod">
          <ac:chgData name="Prathik, A.K. (Anand Krishnan)" userId="530651e5-3022-4133-8f7a-bf605e28fdd6" providerId="ADAL" clId="{ADA7A2FA-4D5E-4F37-8241-71D0B554FD81}" dt="2026-07-18T12:49:45.200" v="2624"/>
          <ac:spMkLst>
            <pc:docMk/>
            <pc:sldMk cId="2549366286" sldId="395"/>
            <ac:spMk id="42" creationId="{4D28B782-9400-30AF-E259-1AD0778434F7}"/>
          </ac:spMkLst>
        </pc:spChg>
        <pc:spChg chg="add mod">
          <ac:chgData name="Prathik, A.K. (Anand Krishnan)" userId="530651e5-3022-4133-8f7a-bf605e28fdd6" providerId="ADAL" clId="{ADA7A2FA-4D5E-4F37-8241-71D0B554FD81}" dt="2026-07-18T12:49:45.200" v="2624"/>
          <ac:spMkLst>
            <pc:docMk/>
            <pc:sldMk cId="2549366286" sldId="395"/>
            <ac:spMk id="43" creationId="{E0B2296D-4E4B-98F6-7CC7-285EA85F0CB9}"/>
          </ac:spMkLst>
        </pc:spChg>
        <pc:spChg chg="add mod">
          <ac:chgData name="Prathik, A.K. (Anand Krishnan)" userId="530651e5-3022-4133-8f7a-bf605e28fdd6" providerId="ADAL" clId="{ADA7A2FA-4D5E-4F37-8241-71D0B554FD81}" dt="2026-07-18T12:49:45.200" v="2624"/>
          <ac:spMkLst>
            <pc:docMk/>
            <pc:sldMk cId="2549366286" sldId="395"/>
            <ac:spMk id="44" creationId="{99517866-2CCB-0065-B32E-769113CB185A}"/>
          </ac:spMkLst>
        </pc:spChg>
        <pc:spChg chg="add mod">
          <ac:chgData name="Prathik, A.K. (Anand Krishnan)" userId="530651e5-3022-4133-8f7a-bf605e28fdd6" providerId="ADAL" clId="{ADA7A2FA-4D5E-4F37-8241-71D0B554FD81}" dt="2026-07-18T12:49:45.200" v="2624"/>
          <ac:spMkLst>
            <pc:docMk/>
            <pc:sldMk cId="2549366286" sldId="395"/>
            <ac:spMk id="45" creationId="{58C688E9-32A5-3FBE-F6E6-6A0D7A9F747F}"/>
          </ac:spMkLst>
        </pc:spChg>
        <pc:spChg chg="add mod">
          <ac:chgData name="Prathik, A.K. (Anand Krishnan)" userId="530651e5-3022-4133-8f7a-bf605e28fdd6" providerId="ADAL" clId="{ADA7A2FA-4D5E-4F37-8241-71D0B554FD81}" dt="2026-07-18T12:49:45.200" v="2624"/>
          <ac:spMkLst>
            <pc:docMk/>
            <pc:sldMk cId="2549366286" sldId="395"/>
            <ac:spMk id="46" creationId="{78D4BD50-C6AB-0EDA-319C-6961980F4575}"/>
          </ac:spMkLst>
        </pc:spChg>
        <pc:spChg chg="add mod">
          <ac:chgData name="Prathik, A.K. (Anand Krishnan)" userId="530651e5-3022-4133-8f7a-bf605e28fdd6" providerId="ADAL" clId="{ADA7A2FA-4D5E-4F37-8241-71D0B554FD81}" dt="2026-07-18T12:49:45.200" v="2624"/>
          <ac:spMkLst>
            <pc:docMk/>
            <pc:sldMk cId="2549366286" sldId="395"/>
            <ac:spMk id="47" creationId="{4950A07B-744C-E470-9E93-B93F98BE9310}"/>
          </ac:spMkLst>
        </pc:spChg>
        <pc:spChg chg="add mod">
          <ac:chgData name="Prathik, A.K. (Anand Krishnan)" userId="530651e5-3022-4133-8f7a-bf605e28fdd6" providerId="ADAL" clId="{ADA7A2FA-4D5E-4F37-8241-71D0B554FD81}" dt="2026-07-18T12:49:45.200" v="2624"/>
          <ac:spMkLst>
            <pc:docMk/>
            <pc:sldMk cId="2549366286" sldId="395"/>
            <ac:spMk id="48" creationId="{3FD97D0C-E837-8E8B-DC18-A985F18DEB25}"/>
          </ac:spMkLst>
        </pc:spChg>
        <pc:spChg chg="add mod">
          <ac:chgData name="Prathik, A.K. (Anand Krishnan)" userId="530651e5-3022-4133-8f7a-bf605e28fdd6" providerId="ADAL" clId="{ADA7A2FA-4D5E-4F37-8241-71D0B554FD81}" dt="2026-07-18T12:49:45.200" v="2624"/>
          <ac:spMkLst>
            <pc:docMk/>
            <pc:sldMk cId="2549366286" sldId="395"/>
            <ac:spMk id="49" creationId="{520D7AD3-8182-BC9D-789B-705B9DC5A741}"/>
          </ac:spMkLst>
        </pc:spChg>
        <pc:spChg chg="add mod">
          <ac:chgData name="Prathik, A.K. (Anand Krishnan)" userId="530651e5-3022-4133-8f7a-bf605e28fdd6" providerId="ADAL" clId="{ADA7A2FA-4D5E-4F37-8241-71D0B554FD81}" dt="2026-07-18T12:52:03.351" v="2673" actId="1076"/>
          <ac:spMkLst>
            <pc:docMk/>
            <pc:sldMk cId="2549366286" sldId="395"/>
            <ac:spMk id="50" creationId="{BC5AB235-04BE-15D0-DF7E-38DDEEE3B649}"/>
          </ac:spMkLst>
        </pc:spChg>
        <pc:spChg chg="add mod">
          <ac:chgData name="Prathik, A.K. (Anand Krishnan)" userId="530651e5-3022-4133-8f7a-bf605e28fdd6" providerId="ADAL" clId="{ADA7A2FA-4D5E-4F37-8241-71D0B554FD81}" dt="2026-07-18T12:53:01.543" v="2690" actId="113"/>
          <ac:spMkLst>
            <pc:docMk/>
            <pc:sldMk cId="2549366286" sldId="395"/>
            <ac:spMk id="51" creationId="{CC8763A3-63BB-888D-20C6-0C3F75383AA6}"/>
          </ac:spMkLst>
        </pc:spChg>
        <pc:spChg chg="add del mod">
          <ac:chgData name="Prathik, A.K. (Anand Krishnan)" userId="530651e5-3022-4133-8f7a-bf605e28fdd6" providerId="ADAL" clId="{ADA7A2FA-4D5E-4F37-8241-71D0B554FD81}" dt="2026-07-18T12:57:30.956" v="2787" actId="21"/>
          <ac:spMkLst>
            <pc:docMk/>
            <pc:sldMk cId="2549366286" sldId="395"/>
            <ac:spMk id="52" creationId="{E940D46A-5E58-852B-EC9A-5F1715B45AB5}"/>
          </ac:spMkLst>
        </pc:spChg>
        <pc:spChg chg="add del mod">
          <ac:chgData name="Prathik, A.K. (Anand Krishnan)" userId="530651e5-3022-4133-8f7a-bf605e28fdd6" providerId="ADAL" clId="{ADA7A2FA-4D5E-4F37-8241-71D0B554FD81}" dt="2026-07-18T12:57:30.956" v="2787" actId="21"/>
          <ac:spMkLst>
            <pc:docMk/>
            <pc:sldMk cId="2549366286" sldId="395"/>
            <ac:spMk id="53" creationId="{15375FDD-1661-28E5-C031-040BE90F96D2}"/>
          </ac:spMkLst>
        </pc:spChg>
        <pc:spChg chg="add del mod">
          <ac:chgData name="Prathik, A.K. (Anand Krishnan)" userId="530651e5-3022-4133-8f7a-bf605e28fdd6" providerId="ADAL" clId="{ADA7A2FA-4D5E-4F37-8241-71D0B554FD81}" dt="2026-07-18T12:57:30.956" v="2787" actId="21"/>
          <ac:spMkLst>
            <pc:docMk/>
            <pc:sldMk cId="2549366286" sldId="395"/>
            <ac:spMk id="54" creationId="{4DD3B102-9871-F87A-2737-6740116CEF69}"/>
          </ac:spMkLst>
        </pc:spChg>
        <pc:spChg chg="add mod">
          <ac:chgData name="Prathik, A.K. (Anand Krishnan)" userId="530651e5-3022-4133-8f7a-bf605e28fdd6" providerId="ADAL" clId="{ADA7A2FA-4D5E-4F37-8241-71D0B554FD81}" dt="2026-07-18T12:52:03.351" v="2673" actId="1076"/>
          <ac:spMkLst>
            <pc:docMk/>
            <pc:sldMk cId="2549366286" sldId="395"/>
            <ac:spMk id="55" creationId="{8DCC46B2-E515-135E-4BBE-FDC0B7FC99A6}"/>
          </ac:spMkLst>
        </pc:spChg>
        <pc:spChg chg="add mod">
          <ac:chgData name="Prathik, A.K. (Anand Krishnan)" userId="530651e5-3022-4133-8f7a-bf605e28fdd6" providerId="ADAL" clId="{ADA7A2FA-4D5E-4F37-8241-71D0B554FD81}" dt="2026-07-18T12:52:03.351" v="2673" actId="1076"/>
          <ac:spMkLst>
            <pc:docMk/>
            <pc:sldMk cId="2549366286" sldId="395"/>
            <ac:spMk id="56" creationId="{2A1658F4-98D8-84A5-DF28-DD3F06CD5CC1}"/>
          </ac:spMkLst>
        </pc:spChg>
        <pc:spChg chg="add del mod">
          <ac:chgData name="Prathik, A.K. (Anand Krishnan)" userId="530651e5-3022-4133-8f7a-bf605e28fdd6" providerId="ADAL" clId="{ADA7A2FA-4D5E-4F37-8241-71D0B554FD81}" dt="2026-07-18T12:57:35.164" v="2788" actId="21"/>
          <ac:spMkLst>
            <pc:docMk/>
            <pc:sldMk cId="2549366286" sldId="395"/>
            <ac:spMk id="57" creationId="{D12931EA-F0B7-E826-FDB0-B89068232A75}"/>
          </ac:spMkLst>
        </pc:spChg>
      </pc:sldChg>
      <pc:sldChg chg="delSp new del mod">
        <pc:chgData name="Prathik, A.K. (Anand Krishnan)" userId="530651e5-3022-4133-8f7a-bf605e28fdd6" providerId="ADAL" clId="{ADA7A2FA-4D5E-4F37-8241-71D0B554FD81}" dt="2026-07-18T13:10:36.256" v="3023" actId="47"/>
        <pc:sldMkLst>
          <pc:docMk/>
          <pc:sldMk cId="1046166739" sldId="396"/>
        </pc:sldMkLst>
        <pc:spChg chg="del">
          <ac:chgData name="Prathik, A.K. (Anand Krishnan)" userId="530651e5-3022-4133-8f7a-bf605e28fdd6" providerId="ADAL" clId="{ADA7A2FA-4D5E-4F37-8241-71D0B554FD81}" dt="2026-07-18T12:46:40.247" v="2489" actId="478"/>
          <ac:spMkLst>
            <pc:docMk/>
            <pc:sldMk cId="1046166739" sldId="396"/>
            <ac:spMk id="3" creationId="{4A7409F7-381A-846B-8246-1A2240524E89}"/>
          </ac:spMkLst>
        </pc:spChg>
        <pc:spChg chg="del">
          <ac:chgData name="Prathik, A.K. (Anand Krishnan)" userId="530651e5-3022-4133-8f7a-bf605e28fdd6" providerId="ADAL" clId="{ADA7A2FA-4D5E-4F37-8241-71D0B554FD81}" dt="2026-07-18T12:46:41.627" v="2490" actId="478"/>
          <ac:spMkLst>
            <pc:docMk/>
            <pc:sldMk cId="1046166739" sldId="396"/>
            <ac:spMk id="4" creationId="{8D8273BA-4AE6-D344-1175-1BED20DCC2CE}"/>
          </ac:spMkLst>
        </pc:spChg>
      </pc:sldChg>
      <pc:sldChg chg="new del">
        <pc:chgData name="Prathik, A.K. (Anand Krishnan)" userId="530651e5-3022-4133-8f7a-bf605e28fdd6" providerId="ADAL" clId="{ADA7A2FA-4D5E-4F37-8241-71D0B554FD81}" dt="2026-07-18T12:55:28.513" v="2769" actId="47"/>
        <pc:sldMkLst>
          <pc:docMk/>
          <pc:sldMk cId="1677553216" sldId="397"/>
        </pc:sldMkLst>
      </pc:sldChg>
      <pc:sldChg chg="delSp modSp add mod ord">
        <pc:chgData name="Prathik, A.K. (Anand Krishnan)" userId="530651e5-3022-4133-8f7a-bf605e28fdd6" providerId="ADAL" clId="{ADA7A2FA-4D5E-4F37-8241-71D0B554FD81}" dt="2026-07-18T13:13:31.010" v="3086"/>
        <pc:sldMkLst>
          <pc:docMk/>
          <pc:sldMk cId="3251977979" sldId="398"/>
        </pc:sldMkLst>
        <pc:spChg chg="mod">
          <ac:chgData name="Prathik, A.K. (Anand Krishnan)" userId="530651e5-3022-4133-8f7a-bf605e28fdd6" providerId="ADAL" clId="{ADA7A2FA-4D5E-4F37-8241-71D0B554FD81}" dt="2026-07-18T12:56:48.220" v="2779" actId="1076"/>
          <ac:spMkLst>
            <pc:docMk/>
            <pc:sldMk cId="3251977979" sldId="398"/>
            <ac:spMk id="2" creationId="{027C1DD4-F8B2-E7DB-D196-867B5DC25307}"/>
          </ac:spMkLst>
        </pc:spChg>
        <pc:spChg chg="mod">
          <ac:chgData name="Prathik, A.K. (Anand Krishnan)" userId="530651e5-3022-4133-8f7a-bf605e28fdd6" providerId="ADAL" clId="{ADA7A2FA-4D5E-4F37-8241-71D0B554FD81}" dt="2026-07-18T13:13:31.010" v="3086"/>
          <ac:spMkLst>
            <pc:docMk/>
            <pc:sldMk cId="3251977979" sldId="398"/>
            <ac:spMk id="6" creationId="{09C994F2-0C32-A68C-277F-8B4FD6BAD210}"/>
          </ac:spMkLst>
        </pc:spChg>
        <pc:spChg chg="mod">
          <ac:chgData name="Prathik, A.K. (Anand Krishnan)" userId="530651e5-3022-4133-8f7a-bf605e28fdd6" providerId="ADAL" clId="{ADA7A2FA-4D5E-4F37-8241-71D0B554FD81}" dt="2026-07-18T12:56:48.220" v="2779" actId="1076"/>
          <ac:spMkLst>
            <pc:docMk/>
            <pc:sldMk cId="3251977979" sldId="398"/>
            <ac:spMk id="7" creationId="{B5B587DE-AA1E-643C-562D-742FFB266184}"/>
          </ac:spMkLst>
        </pc:spChg>
        <pc:spChg chg="mod">
          <ac:chgData name="Prathik, A.K. (Anand Krishnan)" userId="530651e5-3022-4133-8f7a-bf605e28fdd6" providerId="ADAL" clId="{ADA7A2FA-4D5E-4F37-8241-71D0B554FD81}" dt="2026-07-18T12:56:48.220" v="2779" actId="1076"/>
          <ac:spMkLst>
            <pc:docMk/>
            <pc:sldMk cId="3251977979" sldId="398"/>
            <ac:spMk id="9" creationId="{D786F6AD-945A-94D0-83A9-0FB6A6D954E6}"/>
          </ac:spMkLst>
        </pc:spChg>
        <pc:spChg chg="mod">
          <ac:chgData name="Prathik, A.K. (Anand Krishnan)" userId="530651e5-3022-4133-8f7a-bf605e28fdd6" providerId="ADAL" clId="{ADA7A2FA-4D5E-4F37-8241-71D0B554FD81}" dt="2026-07-18T12:56:48.220" v="2779" actId="1076"/>
          <ac:spMkLst>
            <pc:docMk/>
            <pc:sldMk cId="3251977979" sldId="398"/>
            <ac:spMk id="10" creationId="{D8B7C50B-D279-331B-227B-F3FAE9AA00A6}"/>
          </ac:spMkLst>
        </pc:spChg>
        <pc:spChg chg="mod">
          <ac:chgData name="Prathik, A.K. (Anand Krishnan)" userId="530651e5-3022-4133-8f7a-bf605e28fdd6" providerId="ADAL" clId="{ADA7A2FA-4D5E-4F37-8241-71D0B554FD81}" dt="2026-07-18T12:56:48.220" v="2779" actId="1076"/>
          <ac:spMkLst>
            <pc:docMk/>
            <pc:sldMk cId="3251977979" sldId="398"/>
            <ac:spMk id="11" creationId="{A7573432-2B81-149E-F41A-691167BAD66F}"/>
          </ac:spMkLst>
        </pc:spChg>
        <pc:spChg chg="del">
          <ac:chgData name="Prathik, A.K. (Anand Krishnan)" userId="530651e5-3022-4133-8f7a-bf605e28fdd6" providerId="ADAL" clId="{ADA7A2FA-4D5E-4F37-8241-71D0B554FD81}" dt="2026-07-18T12:56:28.440" v="2775" actId="478"/>
          <ac:spMkLst>
            <pc:docMk/>
            <pc:sldMk cId="3251977979" sldId="398"/>
            <ac:spMk id="12" creationId="{F8F80E44-401B-1F91-FD6A-C11BBBB0FAE0}"/>
          </ac:spMkLst>
        </pc:spChg>
        <pc:spChg chg="del">
          <ac:chgData name="Prathik, A.K. (Anand Krishnan)" userId="530651e5-3022-4133-8f7a-bf605e28fdd6" providerId="ADAL" clId="{ADA7A2FA-4D5E-4F37-8241-71D0B554FD81}" dt="2026-07-18T12:56:28.440" v="2775" actId="478"/>
          <ac:spMkLst>
            <pc:docMk/>
            <pc:sldMk cId="3251977979" sldId="398"/>
            <ac:spMk id="13" creationId="{D65F7FF5-1073-6ED1-5264-129E46DE5350}"/>
          </ac:spMkLst>
        </pc:spChg>
        <pc:spChg chg="mod">
          <ac:chgData name="Prathik, A.K. (Anand Krishnan)" userId="530651e5-3022-4133-8f7a-bf605e28fdd6" providerId="ADAL" clId="{ADA7A2FA-4D5E-4F37-8241-71D0B554FD81}" dt="2026-07-18T12:56:42.697" v="2778" actId="1076"/>
          <ac:spMkLst>
            <pc:docMk/>
            <pc:sldMk cId="3251977979" sldId="398"/>
            <ac:spMk id="14" creationId="{4B2222B3-0B00-A8EC-B6B3-125875C32B1B}"/>
          </ac:spMkLst>
        </pc:spChg>
        <pc:spChg chg="mod">
          <ac:chgData name="Prathik, A.K. (Anand Krishnan)" userId="530651e5-3022-4133-8f7a-bf605e28fdd6" providerId="ADAL" clId="{ADA7A2FA-4D5E-4F37-8241-71D0B554FD81}" dt="2026-07-18T13:03:18.774" v="2892" actId="20577"/>
          <ac:spMkLst>
            <pc:docMk/>
            <pc:sldMk cId="3251977979" sldId="398"/>
            <ac:spMk id="15" creationId="{D9E181AB-67AF-E9E1-C3E9-C97F0A8BE1DC}"/>
          </ac:spMkLst>
        </pc:spChg>
        <pc:spChg chg="del">
          <ac:chgData name="Prathik, A.K. (Anand Krishnan)" userId="530651e5-3022-4133-8f7a-bf605e28fdd6" providerId="ADAL" clId="{ADA7A2FA-4D5E-4F37-8241-71D0B554FD81}" dt="2026-07-18T12:56:28.440" v="2775" actId="478"/>
          <ac:spMkLst>
            <pc:docMk/>
            <pc:sldMk cId="3251977979" sldId="398"/>
            <ac:spMk id="16" creationId="{D3204468-44D3-AFC9-BAC9-3005697211ED}"/>
          </ac:spMkLst>
        </pc:spChg>
        <pc:spChg chg="mod">
          <ac:chgData name="Prathik, A.K. (Anand Krishnan)" userId="530651e5-3022-4133-8f7a-bf605e28fdd6" providerId="ADAL" clId="{ADA7A2FA-4D5E-4F37-8241-71D0B554FD81}" dt="2026-07-18T13:03:23.214" v="2898" actId="20577"/>
          <ac:spMkLst>
            <pc:docMk/>
            <pc:sldMk cId="3251977979" sldId="398"/>
            <ac:spMk id="17" creationId="{CDE36C77-2FD1-A25E-65D9-570D3E1DF63F}"/>
          </ac:spMkLst>
        </pc:spChg>
        <pc:spChg chg="del">
          <ac:chgData name="Prathik, A.K. (Anand Krishnan)" userId="530651e5-3022-4133-8f7a-bf605e28fdd6" providerId="ADAL" clId="{ADA7A2FA-4D5E-4F37-8241-71D0B554FD81}" dt="2026-07-18T12:56:28.440" v="2775" actId="478"/>
          <ac:spMkLst>
            <pc:docMk/>
            <pc:sldMk cId="3251977979" sldId="398"/>
            <ac:spMk id="18" creationId="{9EDBA318-6A82-9674-7977-C404E4E04EB2}"/>
          </ac:spMkLst>
        </pc:spChg>
        <pc:spChg chg="del">
          <ac:chgData name="Prathik, A.K. (Anand Krishnan)" userId="530651e5-3022-4133-8f7a-bf605e28fdd6" providerId="ADAL" clId="{ADA7A2FA-4D5E-4F37-8241-71D0B554FD81}" dt="2026-07-18T12:56:28.440" v="2775" actId="478"/>
          <ac:spMkLst>
            <pc:docMk/>
            <pc:sldMk cId="3251977979" sldId="398"/>
            <ac:spMk id="19" creationId="{7FD33AF9-83A6-DE51-D84B-3FC48053FC53}"/>
          </ac:spMkLst>
        </pc:spChg>
        <pc:spChg chg="del">
          <ac:chgData name="Prathik, A.K. (Anand Krishnan)" userId="530651e5-3022-4133-8f7a-bf605e28fdd6" providerId="ADAL" clId="{ADA7A2FA-4D5E-4F37-8241-71D0B554FD81}" dt="2026-07-18T12:56:28.440" v="2775" actId="478"/>
          <ac:spMkLst>
            <pc:docMk/>
            <pc:sldMk cId="3251977979" sldId="398"/>
            <ac:spMk id="20" creationId="{AC0CA5C5-57F4-D1C9-4E4C-4B474193BB8A}"/>
          </ac:spMkLst>
        </pc:spChg>
        <pc:spChg chg="mod">
          <ac:chgData name="Prathik, A.K. (Anand Krishnan)" userId="530651e5-3022-4133-8f7a-bf605e28fdd6" providerId="ADAL" clId="{ADA7A2FA-4D5E-4F37-8241-71D0B554FD81}" dt="2026-07-18T12:56:42.697" v="2778" actId="1076"/>
          <ac:spMkLst>
            <pc:docMk/>
            <pc:sldMk cId="3251977979" sldId="398"/>
            <ac:spMk id="25" creationId="{F5F995A9-2748-98E3-9281-610957BF5D6F}"/>
          </ac:spMkLst>
        </pc:spChg>
        <pc:spChg chg="mod">
          <ac:chgData name="Prathik, A.K. (Anand Krishnan)" userId="530651e5-3022-4133-8f7a-bf605e28fdd6" providerId="ADAL" clId="{ADA7A2FA-4D5E-4F37-8241-71D0B554FD81}" dt="2026-07-18T12:56:42.697" v="2778" actId="1076"/>
          <ac:spMkLst>
            <pc:docMk/>
            <pc:sldMk cId="3251977979" sldId="398"/>
            <ac:spMk id="26" creationId="{CBE2A47D-5D74-8EA1-31FC-6A8D6B48EAFA}"/>
          </ac:spMkLst>
        </pc:spChg>
        <pc:spChg chg="mod">
          <ac:chgData name="Prathik, A.K. (Anand Krishnan)" userId="530651e5-3022-4133-8f7a-bf605e28fdd6" providerId="ADAL" clId="{ADA7A2FA-4D5E-4F37-8241-71D0B554FD81}" dt="2026-07-18T12:56:42.697" v="2778" actId="1076"/>
          <ac:spMkLst>
            <pc:docMk/>
            <pc:sldMk cId="3251977979" sldId="398"/>
            <ac:spMk id="27" creationId="{CEF45521-253F-EB9C-A694-92618E70A450}"/>
          </ac:spMkLst>
        </pc:spChg>
        <pc:spChg chg="mod">
          <ac:chgData name="Prathik, A.K. (Anand Krishnan)" userId="530651e5-3022-4133-8f7a-bf605e28fdd6" providerId="ADAL" clId="{ADA7A2FA-4D5E-4F37-8241-71D0B554FD81}" dt="2026-07-18T12:56:42.697" v="2778" actId="1076"/>
          <ac:spMkLst>
            <pc:docMk/>
            <pc:sldMk cId="3251977979" sldId="398"/>
            <ac:spMk id="28" creationId="{0460209F-90CE-D9A5-E826-23E6FE8A9DCA}"/>
          </ac:spMkLst>
        </pc:spChg>
        <pc:spChg chg="mod">
          <ac:chgData name="Prathik, A.K. (Anand Krishnan)" userId="530651e5-3022-4133-8f7a-bf605e28fdd6" providerId="ADAL" clId="{ADA7A2FA-4D5E-4F37-8241-71D0B554FD81}" dt="2026-07-18T13:03:53.322" v="2912" actId="33524"/>
          <ac:spMkLst>
            <pc:docMk/>
            <pc:sldMk cId="3251977979" sldId="398"/>
            <ac:spMk id="35" creationId="{B10535EA-6B7F-0DD3-64DE-4DB3968A8090}"/>
          </ac:spMkLst>
        </pc:spChg>
        <pc:spChg chg="del">
          <ac:chgData name="Prathik, A.K. (Anand Krishnan)" userId="530651e5-3022-4133-8f7a-bf605e28fdd6" providerId="ADAL" clId="{ADA7A2FA-4D5E-4F37-8241-71D0B554FD81}" dt="2026-07-18T12:56:28.440" v="2775" actId="478"/>
          <ac:spMkLst>
            <pc:docMk/>
            <pc:sldMk cId="3251977979" sldId="398"/>
            <ac:spMk id="36" creationId="{7C52F3F9-EA08-F99E-6541-2E094E472555}"/>
          </ac:spMkLst>
        </pc:spChg>
        <pc:spChg chg="del">
          <ac:chgData name="Prathik, A.K. (Anand Krishnan)" userId="530651e5-3022-4133-8f7a-bf605e28fdd6" providerId="ADAL" clId="{ADA7A2FA-4D5E-4F37-8241-71D0B554FD81}" dt="2026-07-18T12:56:28.440" v="2775" actId="478"/>
          <ac:spMkLst>
            <pc:docMk/>
            <pc:sldMk cId="3251977979" sldId="398"/>
            <ac:spMk id="37" creationId="{28AF7D78-D261-D07A-DF23-439EED75E325}"/>
          </ac:spMkLst>
        </pc:spChg>
        <pc:spChg chg="mod">
          <ac:chgData name="Prathik, A.K. (Anand Krishnan)" userId="530651e5-3022-4133-8f7a-bf605e28fdd6" providerId="ADAL" clId="{ADA7A2FA-4D5E-4F37-8241-71D0B554FD81}" dt="2026-07-18T12:56:42.697" v="2778" actId="1076"/>
          <ac:spMkLst>
            <pc:docMk/>
            <pc:sldMk cId="3251977979" sldId="398"/>
            <ac:spMk id="39" creationId="{31325789-3FE6-C5C2-9D07-0CB1AD042F2A}"/>
          </ac:spMkLst>
        </pc:spChg>
      </pc:sldChg>
      <pc:sldChg chg="add del">
        <pc:chgData name="Prathik, A.K. (Anand Krishnan)" userId="530651e5-3022-4133-8f7a-bf605e28fdd6" providerId="ADAL" clId="{ADA7A2FA-4D5E-4F37-8241-71D0B554FD81}" dt="2026-07-18T13:10:34.482" v="3022" actId="47"/>
        <pc:sldMkLst>
          <pc:docMk/>
          <pc:sldMk cId="672253244" sldId="399"/>
        </pc:sldMkLst>
      </pc:sldChg>
      <pc:sldChg chg="modSp add mod">
        <pc:chgData name="Prathik, A.K. (Anand Krishnan)" userId="530651e5-3022-4133-8f7a-bf605e28fdd6" providerId="ADAL" clId="{ADA7A2FA-4D5E-4F37-8241-71D0B554FD81}" dt="2026-07-18T13:13:39.120" v="3088"/>
        <pc:sldMkLst>
          <pc:docMk/>
          <pc:sldMk cId="1423395355" sldId="400"/>
        </pc:sldMkLst>
        <pc:spChg chg="mod">
          <ac:chgData name="Prathik, A.K. (Anand Krishnan)" userId="530651e5-3022-4133-8f7a-bf605e28fdd6" providerId="ADAL" clId="{ADA7A2FA-4D5E-4F37-8241-71D0B554FD81}" dt="2026-07-18T13:13:39.120" v="3088"/>
          <ac:spMkLst>
            <pc:docMk/>
            <pc:sldMk cId="1423395355" sldId="400"/>
            <ac:spMk id="11" creationId="{6D530476-A476-DFA5-2413-75228F20A6EB}"/>
          </ac:spMkLst>
        </pc:spChg>
        <pc:spChg chg="mod">
          <ac:chgData name="Prathik, A.K. (Anand Krishnan)" userId="530651e5-3022-4133-8f7a-bf605e28fdd6" providerId="ADAL" clId="{ADA7A2FA-4D5E-4F37-8241-71D0B554FD81}" dt="2026-07-18T13:09:35.517" v="3000" actId="1076"/>
          <ac:spMkLst>
            <pc:docMk/>
            <pc:sldMk cId="1423395355" sldId="400"/>
            <ac:spMk id="19" creationId="{62CFFCB7-63EF-8F08-A7F7-C417B75D26EC}"/>
          </ac:spMkLst>
        </pc:spChg>
        <pc:spChg chg="mod">
          <ac:chgData name="Prathik, A.K. (Anand Krishnan)" userId="530651e5-3022-4133-8f7a-bf605e28fdd6" providerId="ADAL" clId="{ADA7A2FA-4D5E-4F37-8241-71D0B554FD81}" dt="2026-07-18T13:09:35.517" v="3000" actId="1076"/>
          <ac:spMkLst>
            <pc:docMk/>
            <pc:sldMk cId="1423395355" sldId="400"/>
            <ac:spMk id="20" creationId="{9959943D-16F8-FD7E-D3A1-3F6B0F4D3AEF}"/>
          </ac:spMkLst>
        </pc:spChg>
        <pc:spChg chg="mod">
          <ac:chgData name="Prathik, A.K. (Anand Krishnan)" userId="530651e5-3022-4133-8f7a-bf605e28fdd6" providerId="ADAL" clId="{ADA7A2FA-4D5E-4F37-8241-71D0B554FD81}" dt="2026-07-18T13:09:35.517" v="3000" actId="1076"/>
          <ac:spMkLst>
            <pc:docMk/>
            <pc:sldMk cId="1423395355" sldId="400"/>
            <ac:spMk id="21" creationId="{05D051C7-8847-0726-C20F-5ADB629AAEAA}"/>
          </ac:spMkLst>
        </pc:spChg>
        <pc:spChg chg="mod">
          <ac:chgData name="Prathik, A.K. (Anand Krishnan)" userId="530651e5-3022-4133-8f7a-bf605e28fdd6" providerId="ADAL" clId="{ADA7A2FA-4D5E-4F37-8241-71D0B554FD81}" dt="2026-07-18T13:09:35.517" v="3000" actId="1076"/>
          <ac:spMkLst>
            <pc:docMk/>
            <pc:sldMk cId="1423395355" sldId="400"/>
            <ac:spMk id="22" creationId="{7ED56A24-5C82-81D6-C986-ED54275CD59A}"/>
          </ac:spMkLst>
        </pc:spChg>
        <pc:spChg chg="mod">
          <ac:chgData name="Prathik, A.K. (Anand Krishnan)" userId="530651e5-3022-4133-8f7a-bf605e28fdd6" providerId="ADAL" clId="{ADA7A2FA-4D5E-4F37-8241-71D0B554FD81}" dt="2026-07-18T13:09:35.517" v="3000" actId="1076"/>
          <ac:spMkLst>
            <pc:docMk/>
            <pc:sldMk cId="1423395355" sldId="400"/>
            <ac:spMk id="23" creationId="{B73F94EA-7E9E-F17E-D0FB-91FED87BE7AF}"/>
          </ac:spMkLst>
        </pc:spChg>
        <pc:spChg chg="mod">
          <ac:chgData name="Prathik, A.K. (Anand Krishnan)" userId="530651e5-3022-4133-8f7a-bf605e28fdd6" providerId="ADAL" clId="{ADA7A2FA-4D5E-4F37-8241-71D0B554FD81}" dt="2026-07-18T13:09:35.517" v="3000" actId="1076"/>
          <ac:spMkLst>
            <pc:docMk/>
            <pc:sldMk cId="1423395355" sldId="400"/>
            <ac:spMk id="24" creationId="{68F7883A-9BFA-127B-333C-3204547EBF69}"/>
          </ac:spMkLst>
        </pc:spChg>
        <pc:spChg chg="mod">
          <ac:chgData name="Prathik, A.K. (Anand Krishnan)" userId="530651e5-3022-4133-8f7a-bf605e28fdd6" providerId="ADAL" clId="{ADA7A2FA-4D5E-4F37-8241-71D0B554FD81}" dt="2026-07-18T13:09:35.517" v="3000" actId="1076"/>
          <ac:spMkLst>
            <pc:docMk/>
            <pc:sldMk cId="1423395355" sldId="400"/>
            <ac:spMk id="26" creationId="{7306C36F-F733-0E41-565C-FF5133938840}"/>
          </ac:spMkLst>
        </pc:spChg>
        <pc:spChg chg="mod">
          <ac:chgData name="Prathik, A.K. (Anand Krishnan)" userId="530651e5-3022-4133-8f7a-bf605e28fdd6" providerId="ADAL" clId="{ADA7A2FA-4D5E-4F37-8241-71D0B554FD81}" dt="2026-07-18T13:12:05.283" v="3070" actId="20577"/>
          <ac:spMkLst>
            <pc:docMk/>
            <pc:sldMk cId="1423395355" sldId="400"/>
            <ac:spMk id="27" creationId="{3AE356A7-EACB-10E4-307E-8BB1FC4AC6AB}"/>
          </ac:spMkLst>
        </pc:spChg>
      </pc:sldChg>
      <pc:sldChg chg="addSp delSp modSp add mod">
        <pc:chgData name="Prathik, A.K. (Anand Krishnan)" userId="530651e5-3022-4133-8f7a-bf605e28fdd6" providerId="ADAL" clId="{ADA7A2FA-4D5E-4F37-8241-71D0B554FD81}" dt="2026-07-18T13:16:23.902" v="3112" actId="1036"/>
        <pc:sldMkLst>
          <pc:docMk/>
          <pc:sldMk cId="3645299884" sldId="401"/>
        </pc:sldMkLst>
        <pc:spChg chg="add mod">
          <ac:chgData name="Prathik, A.K. (Anand Krishnan)" userId="530651e5-3022-4133-8f7a-bf605e28fdd6" providerId="ADAL" clId="{ADA7A2FA-4D5E-4F37-8241-71D0B554FD81}" dt="2026-07-18T13:06:14.098" v="2956"/>
          <ac:spMkLst>
            <pc:docMk/>
            <pc:sldMk cId="3645299884" sldId="401"/>
            <ac:spMk id="2" creationId="{DACCBE34-0379-C88A-6D9B-0812B328BE95}"/>
          </ac:spMkLst>
        </pc:spChg>
        <pc:spChg chg="add mod">
          <ac:chgData name="Prathik, A.K. (Anand Krishnan)" userId="530651e5-3022-4133-8f7a-bf605e28fdd6" providerId="ADAL" clId="{ADA7A2FA-4D5E-4F37-8241-71D0B554FD81}" dt="2026-07-18T13:06:14.098" v="2956"/>
          <ac:spMkLst>
            <pc:docMk/>
            <pc:sldMk cId="3645299884" sldId="401"/>
            <ac:spMk id="3" creationId="{D8E9E007-97A7-D09A-5763-6223E7775652}"/>
          </ac:spMkLst>
        </pc:spChg>
        <pc:spChg chg="add mod">
          <ac:chgData name="Prathik, A.K. (Anand Krishnan)" userId="530651e5-3022-4133-8f7a-bf605e28fdd6" providerId="ADAL" clId="{ADA7A2FA-4D5E-4F37-8241-71D0B554FD81}" dt="2026-07-18T13:06:14.098" v="2956"/>
          <ac:spMkLst>
            <pc:docMk/>
            <pc:sldMk cId="3645299884" sldId="401"/>
            <ac:spMk id="4" creationId="{3765DFEB-3A95-296B-2A16-88FFD06ED84B}"/>
          </ac:spMkLst>
        </pc:spChg>
        <pc:spChg chg="add mod">
          <ac:chgData name="Prathik, A.K. (Anand Krishnan)" userId="530651e5-3022-4133-8f7a-bf605e28fdd6" providerId="ADAL" clId="{ADA7A2FA-4D5E-4F37-8241-71D0B554FD81}" dt="2026-07-18T13:06:14.098" v="2956"/>
          <ac:spMkLst>
            <pc:docMk/>
            <pc:sldMk cId="3645299884" sldId="401"/>
            <ac:spMk id="5" creationId="{DC39C12F-A22C-7C0D-0F76-1D7A55DA205F}"/>
          </ac:spMkLst>
        </pc:spChg>
        <pc:spChg chg="add mod">
          <ac:chgData name="Prathik, A.K. (Anand Krishnan)" userId="530651e5-3022-4133-8f7a-bf605e28fdd6" providerId="ADAL" clId="{ADA7A2FA-4D5E-4F37-8241-71D0B554FD81}" dt="2026-07-18T13:06:14.098" v="2956"/>
          <ac:spMkLst>
            <pc:docMk/>
            <pc:sldMk cId="3645299884" sldId="401"/>
            <ac:spMk id="6" creationId="{FF416B03-3E6F-CDE2-1A2F-3708A005EB47}"/>
          </ac:spMkLst>
        </pc:spChg>
        <pc:spChg chg="add mod">
          <ac:chgData name="Prathik, A.K. (Anand Krishnan)" userId="530651e5-3022-4133-8f7a-bf605e28fdd6" providerId="ADAL" clId="{ADA7A2FA-4D5E-4F37-8241-71D0B554FD81}" dt="2026-07-18T13:06:14.098" v="2956"/>
          <ac:spMkLst>
            <pc:docMk/>
            <pc:sldMk cId="3645299884" sldId="401"/>
            <ac:spMk id="7" creationId="{D2AC5398-0278-4990-1332-07F423ADA7E4}"/>
          </ac:spMkLst>
        </pc:spChg>
        <pc:spChg chg="add mod">
          <ac:chgData name="Prathik, A.K. (Anand Krishnan)" userId="530651e5-3022-4133-8f7a-bf605e28fdd6" providerId="ADAL" clId="{ADA7A2FA-4D5E-4F37-8241-71D0B554FD81}" dt="2026-07-18T13:06:14.098" v="2956"/>
          <ac:spMkLst>
            <pc:docMk/>
            <pc:sldMk cId="3645299884" sldId="401"/>
            <ac:spMk id="8" creationId="{65E5CDAD-B459-CB9F-D8FA-B8FCE33AB888}"/>
          </ac:spMkLst>
        </pc:spChg>
        <pc:spChg chg="add mod">
          <ac:chgData name="Prathik, A.K. (Anand Krishnan)" userId="530651e5-3022-4133-8f7a-bf605e28fdd6" providerId="ADAL" clId="{ADA7A2FA-4D5E-4F37-8241-71D0B554FD81}" dt="2026-07-18T13:09:57.602" v="3004" actId="1076"/>
          <ac:spMkLst>
            <pc:docMk/>
            <pc:sldMk cId="3645299884" sldId="401"/>
            <ac:spMk id="9" creationId="{C227AF40-B59E-4DC6-9201-9D63807396A6}"/>
          </ac:spMkLst>
        </pc:spChg>
        <pc:spChg chg="add mod">
          <ac:chgData name="Prathik, A.K. (Anand Krishnan)" userId="530651e5-3022-4133-8f7a-bf605e28fdd6" providerId="ADAL" clId="{ADA7A2FA-4D5E-4F37-8241-71D0B554FD81}" dt="2026-07-18T13:16:11.747" v="3104" actId="14100"/>
          <ac:spMkLst>
            <pc:docMk/>
            <pc:sldMk cId="3645299884" sldId="401"/>
            <ac:spMk id="10" creationId="{08E1151E-5601-1AF4-F631-0D5CCF297AA5}"/>
          </ac:spMkLst>
        </pc:spChg>
        <pc:spChg chg="mod">
          <ac:chgData name="Prathik, A.K. (Anand Krishnan)" userId="530651e5-3022-4133-8f7a-bf605e28fdd6" providerId="ADAL" clId="{ADA7A2FA-4D5E-4F37-8241-71D0B554FD81}" dt="2026-07-18T13:13:45.385" v="3089"/>
          <ac:spMkLst>
            <pc:docMk/>
            <pc:sldMk cId="3645299884" sldId="401"/>
            <ac:spMk id="11" creationId="{8A9A3B78-F0AC-76C2-E064-DC2EECA0078A}"/>
          </ac:spMkLst>
        </pc:spChg>
        <pc:spChg chg="add del mod">
          <ac:chgData name="Prathik, A.K. (Anand Krishnan)" userId="530651e5-3022-4133-8f7a-bf605e28fdd6" providerId="ADAL" clId="{ADA7A2FA-4D5E-4F37-8241-71D0B554FD81}" dt="2026-07-18T13:06:25.797" v="2961" actId="478"/>
          <ac:spMkLst>
            <pc:docMk/>
            <pc:sldMk cId="3645299884" sldId="401"/>
            <ac:spMk id="12" creationId="{4774C81E-D167-9F1B-6D76-D3F300C9D0CF}"/>
          </ac:spMkLst>
        </pc:spChg>
        <pc:spChg chg="add mod">
          <ac:chgData name="Prathik, A.K. (Anand Krishnan)" userId="530651e5-3022-4133-8f7a-bf605e28fdd6" providerId="ADAL" clId="{ADA7A2FA-4D5E-4F37-8241-71D0B554FD81}" dt="2026-07-18T13:09:57.602" v="3004" actId="1076"/>
          <ac:spMkLst>
            <pc:docMk/>
            <pc:sldMk cId="3645299884" sldId="401"/>
            <ac:spMk id="13" creationId="{9B1815C0-F261-66C5-B6E7-CFBA1C4F89ED}"/>
          </ac:spMkLst>
        </pc:spChg>
        <pc:spChg chg="add mod">
          <ac:chgData name="Prathik, A.K. (Anand Krishnan)" userId="530651e5-3022-4133-8f7a-bf605e28fdd6" providerId="ADAL" clId="{ADA7A2FA-4D5E-4F37-8241-71D0B554FD81}" dt="2026-07-18T13:09:57.602" v="3004" actId="1076"/>
          <ac:spMkLst>
            <pc:docMk/>
            <pc:sldMk cId="3645299884" sldId="401"/>
            <ac:spMk id="14" creationId="{2FC9533D-0FF4-D08B-AC14-865A43403342}"/>
          </ac:spMkLst>
        </pc:spChg>
        <pc:spChg chg="del">
          <ac:chgData name="Prathik, A.K. (Anand Krishnan)" userId="530651e5-3022-4133-8f7a-bf605e28fdd6" providerId="ADAL" clId="{ADA7A2FA-4D5E-4F37-8241-71D0B554FD81}" dt="2026-07-18T13:09:51.427" v="3003" actId="478"/>
          <ac:spMkLst>
            <pc:docMk/>
            <pc:sldMk cId="3645299884" sldId="401"/>
            <ac:spMk id="15" creationId="{DEF5A4C7-1D26-F3C7-5A79-908139540B59}"/>
          </ac:spMkLst>
        </pc:spChg>
        <pc:spChg chg="add mod">
          <ac:chgData name="Prathik, A.K. (Anand Krishnan)" userId="530651e5-3022-4133-8f7a-bf605e28fdd6" providerId="ADAL" clId="{ADA7A2FA-4D5E-4F37-8241-71D0B554FD81}" dt="2026-07-18T13:09:57.602" v="3004" actId="1076"/>
          <ac:spMkLst>
            <pc:docMk/>
            <pc:sldMk cId="3645299884" sldId="401"/>
            <ac:spMk id="16" creationId="{41B21C83-5EFF-5375-C62B-DC9000FE5E4F}"/>
          </ac:spMkLst>
        </pc:spChg>
        <pc:spChg chg="del">
          <ac:chgData name="Prathik, A.K. (Anand Krishnan)" userId="530651e5-3022-4133-8f7a-bf605e28fdd6" providerId="ADAL" clId="{ADA7A2FA-4D5E-4F37-8241-71D0B554FD81}" dt="2026-07-18T13:09:50.190" v="3002" actId="478"/>
          <ac:spMkLst>
            <pc:docMk/>
            <pc:sldMk cId="3645299884" sldId="401"/>
            <ac:spMk id="17" creationId="{79C83AF1-7BD3-D218-B6CA-8427B247EA42}"/>
          </ac:spMkLst>
        </pc:spChg>
        <pc:spChg chg="add mod">
          <ac:chgData name="Prathik, A.K. (Anand Krishnan)" userId="530651e5-3022-4133-8f7a-bf605e28fdd6" providerId="ADAL" clId="{ADA7A2FA-4D5E-4F37-8241-71D0B554FD81}" dt="2026-07-18T13:09:57.602" v="3004" actId="1076"/>
          <ac:spMkLst>
            <pc:docMk/>
            <pc:sldMk cId="3645299884" sldId="401"/>
            <ac:spMk id="18" creationId="{73D0AFEF-52DC-88F7-C376-8946655B7640}"/>
          </ac:spMkLst>
        </pc:spChg>
        <pc:spChg chg="del">
          <ac:chgData name="Prathik, A.K. (Anand Krishnan)" userId="530651e5-3022-4133-8f7a-bf605e28fdd6" providerId="ADAL" clId="{ADA7A2FA-4D5E-4F37-8241-71D0B554FD81}" dt="2026-07-18T13:06:16.263" v="2957" actId="478"/>
          <ac:spMkLst>
            <pc:docMk/>
            <pc:sldMk cId="3645299884" sldId="401"/>
            <ac:spMk id="19" creationId="{6594E73A-4E30-25FA-7DDD-1FDCDDA50281}"/>
          </ac:spMkLst>
        </pc:spChg>
        <pc:spChg chg="del">
          <ac:chgData name="Prathik, A.K. (Anand Krishnan)" userId="530651e5-3022-4133-8f7a-bf605e28fdd6" providerId="ADAL" clId="{ADA7A2FA-4D5E-4F37-8241-71D0B554FD81}" dt="2026-07-18T13:06:16.263" v="2957" actId="478"/>
          <ac:spMkLst>
            <pc:docMk/>
            <pc:sldMk cId="3645299884" sldId="401"/>
            <ac:spMk id="20" creationId="{5FE6EFF3-4CE9-0CA6-055B-CBDAFC8A6232}"/>
          </ac:spMkLst>
        </pc:spChg>
        <pc:spChg chg="del">
          <ac:chgData name="Prathik, A.K. (Anand Krishnan)" userId="530651e5-3022-4133-8f7a-bf605e28fdd6" providerId="ADAL" clId="{ADA7A2FA-4D5E-4F37-8241-71D0B554FD81}" dt="2026-07-18T13:06:16.263" v="2957" actId="478"/>
          <ac:spMkLst>
            <pc:docMk/>
            <pc:sldMk cId="3645299884" sldId="401"/>
            <ac:spMk id="21" creationId="{02D96B73-9B8E-A267-5615-EF0EF278068F}"/>
          </ac:spMkLst>
        </pc:spChg>
        <pc:spChg chg="del">
          <ac:chgData name="Prathik, A.K. (Anand Krishnan)" userId="530651e5-3022-4133-8f7a-bf605e28fdd6" providerId="ADAL" clId="{ADA7A2FA-4D5E-4F37-8241-71D0B554FD81}" dt="2026-07-18T13:06:16.263" v="2957" actId="478"/>
          <ac:spMkLst>
            <pc:docMk/>
            <pc:sldMk cId="3645299884" sldId="401"/>
            <ac:spMk id="22" creationId="{2DC04D84-F094-48A0-0C2E-4EAFCC8348BE}"/>
          </ac:spMkLst>
        </pc:spChg>
        <pc:spChg chg="del">
          <ac:chgData name="Prathik, A.K. (Anand Krishnan)" userId="530651e5-3022-4133-8f7a-bf605e28fdd6" providerId="ADAL" clId="{ADA7A2FA-4D5E-4F37-8241-71D0B554FD81}" dt="2026-07-18T13:06:16.263" v="2957" actId="478"/>
          <ac:spMkLst>
            <pc:docMk/>
            <pc:sldMk cId="3645299884" sldId="401"/>
            <ac:spMk id="23" creationId="{37FF8EF0-7008-7065-B9C9-7EDF50834221}"/>
          </ac:spMkLst>
        </pc:spChg>
        <pc:spChg chg="del">
          <ac:chgData name="Prathik, A.K. (Anand Krishnan)" userId="530651e5-3022-4133-8f7a-bf605e28fdd6" providerId="ADAL" clId="{ADA7A2FA-4D5E-4F37-8241-71D0B554FD81}" dt="2026-07-18T13:06:16.263" v="2957" actId="478"/>
          <ac:spMkLst>
            <pc:docMk/>
            <pc:sldMk cId="3645299884" sldId="401"/>
            <ac:spMk id="24" creationId="{C4A81D58-A311-2428-5073-0B8FE4A812BA}"/>
          </ac:spMkLst>
        </pc:spChg>
        <pc:spChg chg="add mod">
          <ac:chgData name="Prathik, A.K. (Anand Krishnan)" userId="530651e5-3022-4133-8f7a-bf605e28fdd6" providerId="ADAL" clId="{ADA7A2FA-4D5E-4F37-8241-71D0B554FD81}" dt="2026-07-18T13:16:23.902" v="3112" actId="1036"/>
          <ac:spMkLst>
            <pc:docMk/>
            <pc:sldMk cId="3645299884" sldId="401"/>
            <ac:spMk id="25" creationId="{64054E24-475D-FFAC-926E-D156B66E778A}"/>
          </ac:spMkLst>
        </pc:spChg>
        <pc:spChg chg="del">
          <ac:chgData name="Prathik, A.K. (Anand Krishnan)" userId="530651e5-3022-4133-8f7a-bf605e28fdd6" providerId="ADAL" clId="{ADA7A2FA-4D5E-4F37-8241-71D0B554FD81}" dt="2026-07-18T13:06:16.263" v="2957" actId="478"/>
          <ac:spMkLst>
            <pc:docMk/>
            <pc:sldMk cId="3645299884" sldId="401"/>
            <ac:spMk id="26" creationId="{2366162D-654D-5F1B-0E17-CE47187BDEE6}"/>
          </ac:spMkLst>
        </pc:spChg>
        <pc:spChg chg="mod">
          <ac:chgData name="Prathik, A.K. (Anand Krishnan)" userId="530651e5-3022-4133-8f7a-bf605e28fdd6" providerId="ADAL" clId="{ADA7A2FA-4D5E-4F37-8241-71D0B554FD81}" dt="2026-07-18T13:14:57.473" v="3103" actId="1035"/>
          <ac:spMkLst>
            <pc:docMk/>
            <pc:sldMk cId="3645299884" sldId="401"/>
            <ac:spMk id="27" creationId="{F23EA95C-360A-0D0B-5C27-BF632774765F}"/>
          </ac:spMkLst>
        </pc:spChg>
        <pc:spChg chg="add mod">
          <ac:chgData name="Prathik, A.K. (Anand Krishnan)" userId="530651e5-3022-4133-8f7a-bf605e28fdd6" providerId="ADAL" clId="{ADA7A2FA-4D5E-4F37-8241-71D0B554FD81}" dt="2026-07-18T13:10:09.235" v="3005"/>
          <ac:spMkLst>
            <pc:docMk/>
            <pc:sldMk cId="3645299884" sldId="401"/>
            <ac:spMk id="28" creationId="{425A9CC5-B847-EE8A-E484-EB4DBFFF0C0C}"/>
          </ac:spMkLst>
        </pc:spChg>
        <pc:spChg chg="add mod">
          <ac:chgData name="Prathik, A.K. (Anand Krishnan)" userId="530651e5-3022-4133-8f7a-bf605e28fdd6" providerId="ADAL" clId="{ADA7A2FA-4D5E-4F37-8241-71D0B554FD81}" dt="2026-07-18T13:14:53.914" v="3096" actId="1036"/>
          <ac:spMkLst>
            <pc:docMk/>
            <pc:sldMk cId="3645299884" sldId="401"/>
            <ac:spMk id="29" creationId="{079455CA-5814-017E-F0C4-42BCC0C464B5}"/>
          </ac:spMkLst>
        </pc:spChg>
        <pc:spChg chg="add mod">
          <ac:chgData name="Prathik, A.K. (Anand Krishnan)" userId="530651e5-3022-4133-8f7a-bf605e28fdd6" providerId="ADAL" clId="{ADA7A2FA-4D5E-4F37-8241-71D0B554FD81}" dt="2026-07-18T13:16:13.746" v="3105" actId="14100"/>
          <ac:spMkLst>
            <pc:docMk/>
            <pc:sldMk cId="3645299884" sldId="401"/>
            <ac:spMk id="30" creationId="{71A98A27-7CCA-E92C-B2A9-FB5B0BF59717}"/>
          </ac:spMkLst>
        </pc:spChg>
        <pc:spChg chg="add mod">
          <ac:chgData name="Prathik, A.K. (Anand Krishnan)" userId="530651e5-3022-4133-8f7a-bf605e28fdd6" providerId="ADAL" clId="{ADA7A2FA-4D5E-4F37-8241-71D0B554FD81}" dt="2026-07-18T13:14:53.914" v="3096" actId="1036"/>
          <ac:spMkLst>
            <pc:docMk/>
            <pc:sldMk cId="3645299884" sldId="401"/>
            <ac:spMk id="31" creationId="{FB5694EB-F19C-E3F4-7B84-A37DE294016B}"/>
          </ac:spMkLst>
        </pc:spChg>
        <pc:spChg chg="add mod">
          <ac:chgData name="Prathik, A.K. (Anand Krishnan)" userId="530651e5-3022-4133-8f7a-bf605e28fdd6" providerId="ADAL" clId="{ADA7A2FA-4D5E-4F37-8241-71D0B554FD81}" dt="2026-07-18T13:14:53.914" v="3096" actId="1036"/>
          <ac:spMkLst>
            <pc:docMk/>
            <pc:sldMk cId="3645299884" sldId="401"/>
            <ac:spMk id="32" creationId="{D503E535-B3BB-49AF-0BBB-98B53F26ECC8}"/>
          </ac:spMkLst>
        </pc:spChg>
        <pc:spChg chg="add mod">
          <ac:chgData name="Prathik, A.K. (Anand Krishnan)" userId="530651e5-3022-4133-8f7a-bf605e28fdd6" providerId="ADAL" clId="{ADA7A2FA-4D5E-4F37-8241-71D0B554FD81}" dt="2026-07-18T13:14:53.914" v="3096" actId="1036"/>
          <ac:spMkLst>
            <pc:docMk/>
            <pc:sldMk cId="3645299884" sldId="401"/>
            <ac:spMk id="33" creationId="{B58FE0FB-DD7E-54F9-2913-D5249A3EDFDD}"/>
          </ac:spMkLst>
        </pc:spChg>
        <pc:spChg chg="add mod">
          <ac:chgData name="Prathik, A.K. (Anand Krishnan)" userId="530651e5-3022-4133-8f7a-bf605e28fdd6" providerId="ADAL" clId="{ADA7A2FA-4D5E-4F37-8241-71D0B554FD81}" dt="2026-07-18T13:14:53.914" v="3096" actId="1036"/>
          <ac:spMkLst>
            <pc:docMk/>
            <pc:sldMk cId="3645299884" sldId="401"/>
            <ac:spMk id="34" creationId="{D09F3273-662D-2741-8BF2-3C1DC57B1E80}"/>
          </ac:spMkLst>
        </pc:spChg>
        <pc:spChg chg="add mod">
          <ac:chgData name="Prathik, A.K. (Anand Krishnan)" userId="530651e5-3022-4133-8f7a-bf605e28fdd6" providerId="ADAL" clId="{ADA7A2FA-4D5E-4F37-8241-71D0B554FD81}" dt="2026-07-18T13:16:20.052" v="3109" actId="1036"/>
          <ac:spMkLst>
            <pc:docMk/>
            <pc:sldMk cId="3645299884" sldId="401"/>
            <ac:spMk id="35" creationId="{8A5FFB4B-B1D7-6DBC-15A5-CC96F1EA9663}"/>
          </ac:spMkLst>
        </pc:spChg>
      </pc:sldChg>
      <pc:sldChg chg="modSp add del mod">
        <pc:chgData name="Prathik, A.K. (Anand Krishnan)" userId="530651e5-3022-4133-8f7a-bf605e28fdd6" providerId="ADAL" clId="{ADA7A2FA-4D5E-4F37-8241-71D0B554FD81}" dt="2026-07-18T13:10:28.268" v="3021" actId="47"/>
        <pc:sldMkLst>
          <pc:docMk/>
          <pc:sldMk cId="4256748199" sldId="402"/>
        </pc:sldMkLst>
        <pc:spChg chg="mod">
          <ac:chgData name="Prathik, A.K. (Anand Krishnan)" userId="530651e5-3022-4133-8f7a-bf605e28fdd6" providerId="ADAL" clId="{ADA7A2FA-4D5E-4F37-8241-71D0B554FD81}" dt="2026-07-18T13:07:54.060" v="2977" actId="20577"/>
          <ac:spMkLst>
            <pc:docMk/>
            <pc:sldMk cId="4256748199" sldId="402"/>
            <ac:spMk id="25" creationId="{34C780E7-39DA-85DE-D388-AE3B903DD255}"/>
          </ac:spMkLst>
        </pc:spChg>
        <pc:spChg chg="mod">
          <ac:chgData name="Prathik, A.K. (Anand Krishnan)" userId="530651e5-3022-4133-8f7a-bf605e28fdd6" providerId="ADAL" clId="{ADA7A2FA-4D5E-4F37-8241-71D0B554FD81}" dt="2026-07-18T13:08:15.431" v="2999" actId="20577"/>
          <ac:spMkLst>
            <pc:docMk/>
            <pc:sldMk cId="4256748199" sldId="402"/>
            <ac:spMk id="27" creationId="{516C9127-1E00-2CF1-FA46-5B70D296F6FF}"/>
          </ac:spMkLst>
        </pc:spChg>
      </pc:sldChg>
    </pc:docChg>
  </pc:docChgLst>
</pc:chgInfo>
</file>

<file path=ppt/comments/modernComment_15D_52A0B324.xml><?xml version="1.0" encoding="utf-8"?>
<p188:cmLst xmlns:a="http://schemas.openxmlformats.org/drawingml/2006/main" xmlns:r="http://schemas.openxmlformats.org/officeDocument/2006/relationships" xmlns:p188="http://schemas.microsoft.com/office/powerpoint/2018/8/main">
  <p188:cm id="{3D0D8555-0750-4D77-8BAE-606DE5490BFE}" authorId="{129DFD28-E731-E8D5-7D1E-BFEBD96854E7}" created="2026-07-15T13:12:27.983">
    <pc:sldMkLst xmlns:pc="http://schemas.microsoft.com/office/powerpoint/2013/main/command">
      <pc:docMk/>
      <pc:sldMk cId="1386263332" sldId="349"/>
    </pc:sldMkLst>
    <p188:txBody>
      <a:bodyPr/>
      <a:lstStyle/>
      <a:p>
        <a:r>
          <a:rPr lang="en-GB"/>
          <a:t>Papers to be referenced. [x] : refer them in the last.</a:t>
        </a:r>
      </a:p>
    </p188:txBody>
  </p188:cm>
  <p188:cm id="{468B91E4-EC99-4B81-9CFD-4FF4A7F35954}" authorId="{129DFD28-E731-E8D5-7D1E-BFEBD96854E7}" created="2026-07-15T13:14:40.184">
    <pc:sldMkLst xmlns:pc="http://schemas.microsoft.com/office/powerpoint/2013/main/command">
      <pc:docMk/>
      <pc:sldMk cId="1386263332" sldId="349"/>
    </pc:sldMkLst>
    <p188:txBody>
      <a:bodyPr/>
      <a:lstStyle/>
      <a:p>
        <a:r>
          <a:rPr lang="en-GB"/>
          <a:t>Ex. If you Branches if you have - you will overcapture for an interaction.</a:t>
        </a:r>
      </a:p>
    </p188:txBody>
  </p188:cm>
  <p188:cm id="{C5FDA50A-7128-43F5-9E30-4AC55A8754BE}" authorId="{129DFD28-E731-E8D5-7D1E-BFEBD96854E7}" created="2026-07-15T13:16:41.106">
    <pc:sldMkLst xmlns:pc="http://schemas.microsoft.com/office/powerpoint/2013/main/command">
      <pc:docMk/>
      <pc:sldMk cId="1386263332" sldId="349"/>
    </pc:sldMkLst>
    <p188:txBody>
      <a:bodyPr/>
      <a:lstStyle/>
      <a:p>
        <a:r>
          <a:rPr lang="en-GB"/>
          <a:t>Hybrid : they do not do scenario specifics - they do it on full systems - add references [x]</a:t>
        </a:r>
      </a:p>
    </p188:txBody>
  </p188:cm>
  <p188:cm id="{F2A17774-6D0C-4B2C-B75D-53494AF948F8}" authorId="{129DFD28-E731-E8D5-7D1E-BFEBD96854E7}" created="2026-07-15T13:18:05.135">
    <ac:deMkLst xmlns:ac="http://schemas.microsoft.com/office/drawing/2013/main/command">
      <pc:docMk xmlns:pc="http://schemas.microsoft.com/office/powerpoint/2013/main/command"/>
      <pc:sldMk xmlns:pc="http://schemas.microsoft.com/office/powerpoint/2013/main/command" cId="1386263332" sldId="349"/>
      <ac:spMk id="5" creationId="{3D6F48DD-3E1C-ACE5-C1C5-A45079769380}"/>
    </ac:deMkLst>
    <p188:txBody>
      <a:bodyPr/>
      <a:lstStyle/>
      <a:p>
        <a:r>
          <a:rPr lang="en-GB"/>
          <a:t>Column - static, trace and scenario specific and sysML v2</a:t>
        </a:r>
      </a:p>
    </p188:txBody>
  </p188:cm>
</p188:cmLst>
</file>

<file path=ppt/comments/modernComment_17B_0.xml><?xml version="1.0" encoding="utf-8"?>
<p188:cmLst xmlns:a="http://schemas.openxmlformats.org/drawingml/2006/main" xmlns:r="http://schemas.openxmlformats.org/officeDocument/2006/relationships" xmlns:p188="http://schemas.microsoft.com/office/powerpoint/2018/8/main">
  <p188:cm id="{63D14503-193A-4C3B-AAF0-BD89869C60E8}" authorId="{129DFD28-E731-E8D5-7D1E-BFEBD96854E7}" created="2026-07-15T14:35:27.473">
    <ac:deMkLst xmlns:ac="http://schemas.microsoft.com/office/drawing/2013/main/command">
      <pc:docMk xmlns:pc="http://schemas.microsoft.com/office/powerpoint/2013/main/command"/>
      <pc:sldMk xmlns:pc="http://schemas.microsoft.com/office/powerpoint/2013/main/command" cId="0" sldId="379"/>
      <ac:spMk id="3" creationId="{00000000-0000-0000-0000-000000000000}"/>
    </ac:deMkLst>
    <p188:replyLst>
      <p188:reply id="{0A36C42E-63F2-4BE8-AC89-3B14C6BFF929}" authorId="{129DFD28-E731-E8D5-7D1E-BFEBD96854E7}" created="2026-07-17T13:39:22.968">
        <p188:txBody>
          <a:bodyPr/>
          <a:lstStyle/>
          <a:p>
            <a:r>
              <a:rPr lang="en-GB"/>
              <a:t>Add the test case ref. in the descrption</a:t>
            </a:r>
          </a:p>
        </p188:txBody>
      </p188:reply>
    </p188:replyLst>
    <p188:txBody>
      <a:bodyPr/>
      <a:lstStyle/>
      <a:p>
        <a:r>
          <a:rPr lang="en-GB"/>
          <a:t>Make it less verbose</a:t>
        </a:r>
      </a:p>
    </p188:txBody>
  </p188:cm>
</p188:cmLst>
</file>

<file path=ppt/comments/modernComment_17C_0.xml><?xml version="1.0" encoding="utf-8"?>
<p188:cmLst xmlns:a="http://schemas.openxmlformats.org/drawingml/2006/main" xmlns:r="http://schemas.openxmlformats.org/officeDocument/2006/relationships" xmlns:p188="http://schemas.microsoft.com/office/powerpoint/2018/8/main">
  <p188:cm id="{88AB9407-CD8C-4BE0-8515-DE9D87695BDC}" authorId="{129DFD28-E731-E8D5-7D1E-BFEBD96854E7}" status="resolved" created="2026-07-16T12:52:12.939" complete="100000">
    <ac:deMkLst xmlns:ac="http://schemas.microsoft.com/office/drawing/2013/main/command">
      <pc:docMk xmlns:pc="http://schemas.microsoft.com/office/powerpoint/2013/main/command"/>
      <pc:sldMk xmlns:pc="http://schemas.microsoft.com/office/powerpoint/2013/main/command" cId="0" sldId="380"/>
      <ac:spMk id="3" creationId="{00000000-0000-0000-0000-000000000000}"/>
    </ac:deMkLst>
    <p188:replyLst>
      <p188:reply id="{063589D2-FF22-403D-BCE3-177F1BB9FA9E}" authorId="{129DFD28-E731-E8D5-7D1E-BFEBD96854E7}" created="2026-07-16T12:52:32.397">
        <p188:txBody>
          <a:bodyPr/>
          <a:lstStyle/>
          <a:p>
            <a:r>
              <a:rPr lang="en-GB"/>
              <a:t>Dicuss only 1 scenario</a:t>
            </a:r>
          </a:p>
        </p188:txBody>
      </p188:reply>
    </p188:replyLst>
    <p188:txBody>
      <a:bodyPr/>
      <a:lstStyle/>
      <a:p>
        <a:r>
          <a:rPr lang="en-GB"/>
          <a:t>Ground truth we need to show.</a:t>
        </a:r>
      </a:p>
    </p188:txBody>
  </p188:cm>
  <p188:cm id="{C1D7D6DE-6B1D-4AC0-A385-C7AF135DB49B}" authorId="{129DFD28-E731-E8D5-7D1E-BFEBD96854E7}" status="resolved" created="2026-07-17T14:52:02.534" complete="100000">
    <pc:sldMkLst xmlns:pc="http://schemas.microsoft.com/office/powerpoint/2013/main/command">
      <pc:docMk/>
      <pc:sldMk cId="0" sldId="380"/>
    </pc:sldMkLst>
    <p188:txBody>
      <a:bodyPr/>
      <a:lstStyle/>
      <a:p>
        <a:r>
          <a:rPr lang="en-GB"/>
          <a:t>Actual test cases for each scenario
the artifacts used to calculate Precesion, Recall and ref - H1, H2 and H3
in gitlab</a:t>
        </a:r>
      </a:p>
    </p188:txBody>
  </p188:cm>
</p188:cmLst>
</file>

<file path=ppt/comments/modernComment_165_67511C01.xml><?xml version="1.0" encoding="utf-8"?>
<p188:cmLst xmlns:a="http://schemas.openxmlformats.org/drawingml/2006/main" xmlns:r="http://schemas.openxmlformats.org/officeDocument/2006/relationships" xmlns:p188="http://schemas.microsoft.com/office/powerpoint/2018/8/main">
  <p188:cm id="{EC67BBDF-FE1A-464F-93F8-892BA41299DE}" authorId="{129DFD28-E731-E8D5-7D1E-BFEBD96854E7}" status="resolved" created="2026-07-15T13:11:22.122" complete="100000">
    <pc:sldMkLst xmlns:pc="http://schemas.microsoft.com/office/powerpoint/2013/main/command">
      <pc:docMk/>
      <pc:sldMk cId="1733368833" sldId="357"/>
    </pc:sldMkLst>
    <p188:txBody>
      <a:bodyPr/>
      <a:lstStyle/>
      <a:p>
        <a:r>
          <a:rPr lang="en-GB"/>
          <a:t>Interaction diagrams support human understanding of event driven sys behaviour. Industry - the diagrams are are reverse engineered manually. Which is costly and costly to maintain these diagram: consistent with the implementation.
Current : existent technique to automate the reverse engineering diagrams are static analysis and trace analysis.</a:t>
        </a:r>
      </a:p>
    </p188:txBody>
  </p188:cm>
</p188:cmLst>
</file>

<file path=ppt/comments/modernComment_167_90842B7A.xml><?xml version="1.0" encoding="utf-8"?>
<p188:cmLst xmlns:a="http://schemas.openxmlformats.org/drawingml/2006/main" xmlns:r="http://schemas.openxmlformats.org/officeDocument/2006/relationships" xmlns:p188="http://schemas.microsoft.com/office/powerpoint/2018/8/main">
  <p188:cm id="{525B1B84-9ECE-44F8-BD21-0087BED8E582}" authorId="{129DFD28-E731-E8D5-7D1E-BFEBD96854E7}" created="2026-07-15T13:21:43.855">
    <ac:deMkLst xmlns:ac="http://schemas.microsoft.com/office/drawing/2013/main/command">
      <pc:docMk xmlns:pc="http://schemas.microsoft.com/office/powerpoint/2013/main/command"/>
      <pc:sldMk xmlns:pc="http://schemas.microsoft.com/office/powerpoint/2013/main/command" cId="2424580986" sldId="359"/>
      <ac:spMk id="3" creationId="{72A0D7F7-63C4-ECF7-BA18-3CEC3ABC2D24}"/>
    </ac:deMkLst>
    <p188:txBody>
      <a:bodyPr/>
      <a:lstStyle/>
      <a:p>
        <a:r>
          <a:rPr lang="en-GB"/>
          <a:t>1 slide which have 3 Core Research questions </a:t>
        </a:r>
      </a:p>
    </p188:txBody>
  </p188:cm>
</p188:cmLst>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3C4FF3-511F-4F4E-8CBA-7957CD35A0FA}" type="doc">
      <dgm:prSet loTypeId="urn:microsoft.com/office/officeart/2005/8/layout/vList2" loCatId="list" qsTypeId="urn:microsoft.com/office/officeart/2005/8/quickstyle/simple1" qsCatId="simple" csTypeId="urn:microsoft.com/office/officeart/2005/8/colors/accent4_2" csCatId="accent4"/>
      <dgm:spPr/>
      <dgm:t>
        <a:bodyPr/>
        <a:lstStyle/>
        <a:p>
          <a:endParaRPr lang="en-US"/>
        </a:p>
      </dgm:t>
    </dgm:pt>
    <dgm:pt modelId="{21D771B0-D063-4F97-92EC-A6362D8AB3FA}">
      <dgm:prSet/>
      <dgm:spPr/>
      <dgm:t>
        <a:bodyPr/>
        <a:lstStyle/>
        <a:p>
          <a:r>
            <a:rPr lang="en-IN" dirty="0"/>
            <a:t>RQ1: How does combining static analysis and runtime traces improve accuracy and completeness of scenario-specific interaction model reconstruction? </a:t>
          </a:r>
          <a:endParaRPr lang="en-US" dirty="0"/>
        </a:p>
      </dgm:t>
    </dgm:pt>
    <dgm:pt modelId="{C3AF8761-29D2-4843-882F-0D6B1803A1E1}" type="parTrans" cxnId="{7ED06996-6CAE-4F22-802E-9C5488962F7B}">
      <dgm:prSet/>
      <dgm:spPr/>
      <dgm:t>
        <a:bodyPr/>
        <a:lstStyle/>
        <a:p>
          <a:endParaRPr lang="en-US"/>
        </a:p>
      </dgm:t>
    </dgm:pt>
    <dgm:pt modelId="{D0B0D6A3-AEE9-4B1B-9265-AEB4FFD9D734}" type="sibTrans" cxnId="{7ED06996-6CAE-4F22-802E-9C5488962F7B}">
      <dgm:prSet/>
      <dgm:spPr/>
      <dgm:t>
        <a:bodyPr/>
        <a:lstStyle/>
        <a:p>
          <a:endParaRPr lang="en-US"/>
        </a:p>
      </dgm:t>
    </dgm:pt>
    <dgm:pt modelId="{9214A3F3-BB67-4C6A-9DCC-A9BA12C575DB}">
      <dgm:prSet/>
      <dgm:spPr/>
      <dgm:t>
        <a:bodyPr/>
        <a:lstStyle/>
        <a:p>
          <a:r>
            <a:rPr lang="en-IN"/>
            <a:t>RQ2: </a:t>
          </a:r>
          <a:r>
            <a:rPr lang="en-GB"/>
            <a:t>How does guiding trace collection with the static call graph removes noise without losing scenario coverage</a:t>
          </a:r>
          <a:r>
            <a:rPr lang="en-IN"/>
            <a:t>?</a:t>
          </a:r>
          <a:endParaRPr lang="en-US"/>
        </a:p>
      </dgm:t>
    </dgm:pt>
    <dgm:pt modelId="{E1DA5E7F-8E3E-4350-A8B2-EA31388F36EC}" type="parTrans" cxnId="{FBF462FB-B86E-4833-BDB0-00AC77F6B0A4}">
      <dgm:prSet/>
      <dgm:spPr/>
      <dgm:t>
        <a:bodyPr/>
        <a:lstStyle/>
        <a:p>
          <a:endParaRPr lang="en-US"/>
        </a:p>
      </dgm:t>
    </dgm:pt>
    <dgm:pt modelId="{1C198FDD-B004-4D99-B339-943AC7AAD379}" type="sibTrans" cxnId="{FBF462FB-B86E-4833-BDB0-00AC77F6B0A4}">
      <dgm:prSet/>
      <dgm:spPr/>
      <dgm:t>
        <a:bodyPr/>
        <a:lstStyle/>
        <a:p>
          <a:endParaRPr lang="en-US"/>
        </a:p>
      </dgm:t>
    </dgm:pt>
    <dgm:pt modelId="{6C29C085-CFF0-4C10-B234-D5A256B9F609}">
      <dgm:prSet/>
      <dgm:spPr/>
      <dgm:t>
        <a:bodyPr/>
        <a:lstStyle/>
        <a:p>
          <a:r>
            <a:rPr lang="en-IN" dirty="0"/>
            <a:t>RQ3: </a:t>
          </a:r>
          <a:r>
            <a:rPr lang="en-GB" dirty="0"/>
            <a:t>How well does a reconstructed </a:t>
          </a:r>
          <a:r>
            <a:rPr lang="en-GB" dirty="0" err="1"/>
            <a:t>SysML</a:t>
          </a:r>
          <a:r>
            <a:rPr lang="en-GB" dirty="0"/>
            <a:t> v2 interaction diagram consolidate static and dynamic evidence into a single artifact sufficient for system behaviour comprehension</a:t>
          </a:r>
          <a:r>
            <a:rPr lang="en-IN" dirty="0"/>
            <a:t>?</a:t>
          </a:r>
          <a:endParaRPr lang="en-US" dirty="0"/>
        </a:p>
      </dgm:t>
    </dgm:pt>
    <dgm:pt modelId="{74A916C4-FCC7-4C86-A48C-E6B5C27F2E86}" type="parTrans" cxnId="{59CD6FB3-302D-4CA9-A88E-78C8B6BFCE61}">
      <dgm:prSet/>
      <dgm:spPr/>
      <dgm:t>
        <a:bodyPr/>
        <a:lstStyle/>
        <a:p>
          <a:endParaRPr lang="en-US"/>
        </a:p>
      </dgm:t>
    </dgm:pt>
    <dgm:pt modelId="{5A950125-52CE-4709-AB4A-6FD552E3EC58}" type="sibTrans" cxnId="{59CD6FB3-302D-4CA9-A88E-78C8B6BFCE61}">
      <dgm:prSet/>
      <dgm:spPr/>
      <dgm:t>
        <a:bodyPr/>
        <a:lstStyle/>
        <a:p>
          <a:endParaRPr lang="en-US"/>
        </a:p>
      </dgm:t>
    </dgm:pt>
    <dgm:pt modelId="{BD325CB9-0C5D-43A5-B7DE-B04E9EA8981A}" type="pres">
      <dgm:prSet presAssocID="{253C4FF3-511F-4F4E-8CBA-7957CD35A0FA}" presName="linear" presStyleCnt="0">
        <dgm:presLayoutVars>
          <dgm:animLvl val="lvl"/>
          <dgm:resizeHandles val="exact"/>
        </dgm:presLayoutVars>
      </dgm:prSet>
      <dgm:spPr/>
    </dgm:pt>
    <dgm:pt modelId="{92F5EDA9-998D-4869-B237-6B6D0E109CAC}" type="pres">
      <dgm:prSet presAssocID="{21D771B0-D063-4F97-92EC-A6362D8AB3FA}" presName="parentText" presStyleLbl="node1" presStyleIdx="0" presStyleCnt="3">
        <dgm:presLayoutVars>
          <dgm:chMax val="0"/>
          <dgm:bulletEnabled val="1"/>
        </dgm:presLayoutVars>
      </dgm:prSet>
      <dgm:spPr/>
    </dgm:pt>
    <dgm:pt modelId="{C435D792-9F9F-4D13-B909-0360B4EB6456}" type="pres">
      <dgm:prSet presAssocID="{D0B0D6A3-AEE9-4B1B-9265-AEB4FFD9D734}" presName="spacer" presStyleCnt="0"/>
      <dgm:spPr/>
    </dgm:pt>
    <dgm:pt modelId="{E3DFA99D-7EEB-48D8-BFB9-31FDA3A57870}" type="pres">
      <dgm:prSet presAssocID="{9214A3F3-BB67-4C6A-9DCC-A9BA12C575DB}" presName="parentText" presStyleLbl="node1" presStyleIdx="1" presStyleCnt="3">
        <dgm:presLayoutVars>
          <dgm:chMax val="0"/>
          <dgm:bulletEnabled val="1"/>
        </dgm:presLayoutVars>
      </dgm:prSet>
      <dgm:spPr/>
    </dgm:pt>
    <dgm:pt modelId="{0B389985-EBCC-43AB-BB98-49D3E89E2268}" type="pres">
      <dgm:prSet presAssocID="{1C198FDD-B004-4D99-B339-943AC7AAD379}" presName="spacer" presStyleCnt="0"/>
      <dgm:spPr/>
    </dgm:pt>
    <dgm:pt modelId="{214E6DCC-4172-412A-A56E-989382293DD6}" type="pres">
      <dgm:prSet presAssocID="{6C29C085-CFF0-4C10-B234-D5A256B9F609}" presName="parentText" presStyleLbl="node1" presStyleIdx="2" presStyleCnt="3">
        <dgm:presLayoutVars>
          <dgm:chMax val="0"/>
          <dgm:bulletEnabled val="1"/>
        </dgm:presLayoutVars>
      </dgm:prSet>
      <dgm:spPr/>
    </dgm:pt>
  </dgm:ptLst>
  <dgm:cxnLst>
    <dgm:cxn modelId="{51096F62-64DE-4BD3-80A5-2A7454805B54}" type="presOf" srcId="{21D771B0-D063-4F97-92EC-A6362D8AB3FA}" destId="{92F5EDA9-998D-4869-B237-6B6D0E109CAC}" srcOrd="0" destOrd="0" presId="urn:microsoft.com/office/officeart/2005/8/layout/vList2"/>
    <dgm:cxn modelId="{64EC4D83-AACE-45B4-A1E1-071EC40B6072}" type="presOf" srcId="{6C29C085-CFF0-4C10-B234-D5A256B9F609}" destId="{214E6DCC-4172-412A-A56E-989382293DD6}" srcOrd="0" destOrd="0" presId="urn:microsoft.com/office/officeart/2005/8/layout/vList2"/>
    <dgm:cxn modelId="{7ED06996-6CAE-4F22-802E-9C5488962F7B}" srcId="{253C4FF3-511F-4F4E-8CBA-7957CD35A0FA}" destId="{21D771B0-D063-4F97-92EC-A6362D8AB3FA}" srcOrd="0" destOrd="0" parTransId="{C3AF8761-29D2-4843-882F-0D6B1803A1E1}" sibTransId="{D0B0D6A3-AEE9-4B1B-9265-AEB4FFD9D734}"/>
    <dgm:cxn modelId="{93C57498-A9E3-464A-92F6-22769CF7047A}" type="presOf" srcId="{9214A3F3-BB67-4C6A-9DCC-A9BA12C575DB}" destId="{E3DFA99D-7EEB-48D8-BFB9-31FDA3A57870}" srcOrd="0" destOrd="0" presId="urn:microsoft.com/office/officeart/2005/8/layout/vList2"/>
    <dgm:cxn modelId="{1C24429E-3990-46C0-BD6E-8A3824126CA6}" type="presOf" srcId="{253C4FF3-511F-4F4E-8CBA-7957CD35A0FA}" destId="{BD325CB9-0C5D-43A5-B7DE-B04E9EA8981A}" srcOrd="0" destOrd="0" presId="urn:microsoft.com/office/officeart/2005/8/layout/vList2"/>
    <dgm:cxn modelId="{59CD6FB3-302D-4CA9-A88E-78C8B6BFCE61}" srcId="{253C4FF3-511F-4F4E-8CBA-7957CD35A0FA}" destId="{6C29C085-CFF0-4C10-B234-D5A256B9F609}" srcOrd="2" destOrd="0" parTransId="{74A916C4-FCC7-4C86-A48C-E6B5C27F2E86}" sibTransId="{5A950125-52CE-4709-AB4A-6FD552E3EC58}"/>
    <dgm:cxn modelId="{FBF462FB-B86E-4833-BDB0-00AC77F6B0A4}" srcId="{253C4FF3-511F-4F4E-8CBA-7957CD35A0FA}" destId="{9214A3F3-BB67-4C6A-9DCC-A9BA12C575DB}" srcOrd="1" destOrd="0" parTransId="{E1DA5E7F-8E3E-4350-A8B2-EA31388F36EC}" sibTransId="{1C198FDD-B004-4D99-B339-943AC7AAD379}"/>
    <dgm:cxn modelId="{B678721E-4714-4910-8B21-F8F152BA0D46}" type="presParOf" srcId="{BD325CB9-0C5D-43A5-B7DE-B04E9EA8981A}" destId="{92F5EDA9-998D-4869-B237-6B6D0E109CAC}" srcOrd="0" destOrd="0" presId="urn:microsoft.com/office/officeart/2005/8/layout/vList2"/>
    <dgm:cxn modelId="{9C81EC62-9540-42C8-BC81-214D44C06C53}" type="presParOf" srcId="{BD325CB9-0C5D-43A5-B7DE-B04E9EA8981A}" destId="{C435D792-9F9F-4D13-B909-0360B4EB6456}" srcOrd="1" destOrd="0" presId="urn:microsoft.com/office/officeart/2005/8/layout/vList2"/>
    <dgm:cxn modelId="{E0929F42-26B2-4531-BB09-CA506636460D}" type="presParOf" srcId="{BD325CB9-0C5D-43A5-B7DE-B04E9EA8981A}" destId="{E3DFA99D-7EEB-48D8-BFB9-31FDA3A57870}" srcOrd="2" destOrd="0" presId="urn:microsoft.com/office/officeart/2005/8/layout/vList2"/>
    <dgm:cxn modelId="{7C4A637A-7987-4000-98FC-2AB21A6FA00E}" type="presParOf" srcId="{BD325CB9-0C5D-43A5-B7DE-B04E9EA8981A}" destId="{0B389985-EBCC-43AB-BB98-49D3E89E2268}" srcOrd="3" destOrd="0" presId="urn:microsoft.com/office/officeart/2005/8/layout/vList2"/>
    <dgm:cxn modelId="{6B8B4A7E-34D0-48B0-9241-64FAEB17F935}" type="presParOf" srcId="{BD325CB9-0C5D-43A5-B7DE-B04E9EA8981A}" destId="{214E6DCC-4172-412A-A56E-989382293DD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82B970A-343D-4CF1-ACD8-1E2928BB0BB1}" type="doc">
      <dgm:prSet loTypeId="urn:microsoft.com/office/officeart/2005/8/layout/lProcess2" loCatId="relationship" qsTypeId="urn:microsoft.com/office/officeart/2005/8/quickstyle/simple2" qsCatId="simple" csTypeId="urn:microsoft.com/office/officeart/2005/8/colors/accent4_2" csCatId="accent4" phldr="1"/>
      <dgm:spPr/>
      <dgm:t>
        <a:bodyPr/>
        <a:lstStyle/>
        <a:p>
          <a:endParaRPr lang="en-IN"/>
        </a:p>
      </dgm:t>
    </dgm:pt>
    <dgm:pt modelId="{50075DFF-BDD2-4B22-BB45-D72E355A0837}">
      <dgm:prSet phldrT="[Text]" custT="1"/>
      <dgm:spPr/>
      <dgm:t>
        <a:bodyPr/>
        <a:lstStyle/>
        <a:p>
          <a:pPr>
            <a:buNone/>
          </a:pPr>
          <a:r>
            <a:rPr lang="en-GB" sz="2400" noProof="0" dirty="0"/>
            <a:t>Hybrid Analysis - Interaction Diagram</a:t>
          </a:r>
        </a:p>
      </dgm:t>
    </dgm:pt>
    <dgm:pt modelId="{8EBEC8EE-1475-4134-9795-1AD1D3E69769}" type="parTrans" cxnId="{16815193-993C-4DD3-9052-FCC6BEFAB67F}">
      <dgm:prSet/>
      <dgm:spPr/>
      <dgm:t>
        <a:bodyPr/>
        <a:lstStyle/>
        <a:p>
          <a:endParaRPr lang="en-IN" sz="2400"/>
        </a:p>
      </dgm:t>
    </dgm:pt>
    <dgm:pt modelId="{0A9D0EF0-9EBE-48F2-82FB-8B164A14BE5E}" type="sibTrans" cxnId="{16815193-993C-4DD3-9052-FCC6BEFAB67F}">
      <dgm:prSet/>
      <dgm:spPr/>
      <dgm:t>
        <a:bodyPr/>
        <a:lstStyle/>
        <a:p>
          <a:endParaRPr lang="en-IN" sz="2400"/>
        </a:p>
      </dgm:t>
    </dgm:pt>
    <dgm:pt modelId="{0211A353-289D-4524-9D3F-247B3468225E}">
      <dgm:prSet phldrT="[Text]" custT="1"/>
      <dgm:spPr/>
      <dgm:t>
        <a:bodyPr/>
        <a:lstStyle/>
        <a:p>
          <a:pPr>
            <a:buNone/>
          </a:pPr>
          <a:r>
            <a:rPr lang="en-GB" sz="2400" noProof="0" dirty="0"/>
            <a:t>Static Code Structure</a:t>
          </a:r>
        </a:p>
      </dgm:t>
    </dgm:pt>
    <dgm:pt modelId="{C2F80ECA-2972-44EA-8274-BBC94B98BF8F}" type="parTrans" cxnId="{488FA463-4D2D-4F01-8629-5F245FEF84D9}">
      <dgm:prSet/>
      <dgm:spPr/>
      <dgm:t>
        <a:bodyPr/>
        <a:lstStyle/>
        <a:p>
          <a:endParaRPr lang="en-IN" sz="2400"/>
        </a:p>
      </dgm:t>
    </dgm:pt>
    <dgm:pt modelId="{7177C19B-DE9F-4C96-86E7-96571403DBE9}" type="sibTrans" cxnId="{488FA463-4D2D-4F01-8629-5F245FEF84D9}">
      <dgm:prSet/>
      <dgm:spPr/>
      <dgm:t>
        <a:bodyPr/>
        <a:lstStyle/>
        <a:p>
          <a:endParaRPr lang="en-IN" sz="2400"/>
        </a:p>
      </dgm:t>
    </dgm:pt>
    <dgm:pt modelId="{FA687220-3D64-4729-97B5-56C3B0CB4991}">
      <dgm:prSet phldrT="[Text]" custT="1"/>
      <dgm:spPr/>
      <dgm:t>
        <a:bodyPr/>
        <a:lstStyle/>
        <a:p>
          <a:r>
            <a:rPr lang="en-GB" sz="2400" noProof="0" dirty="0"/>
            <a:t>Runtime Traces</a:t>
          </a:r>
        </a:p>
      </dgm:t>
    </dgm:pt>
    <dgm:pt modelId="{50770C6B-5AEF-4BF8-8C77-2C95B4E196AA}" type="parTrans" cxnId="{7386F78F-1D2E-458D-BF2D-B78550D9070B}">
      <dgm:prSet/>
      <dgm:spPr/>
      <dgm:t>
        <a:bodyPr/>
        <a:lstStyle/>
        <a:p>
          <a:endParaRPr lang="en-IN" sz="2400"/>
        </a:p>
      </dgm:t>
    </dgm:pt>
    <dgm:pt modelId="{A68AE9DD-55CD-4847-ADCA-BACF42E16F3A}" type="sibTrans" cxnId="{7386F78F-1D2E-458D-BF2D-B78550D9070B}">
      <dgm:prSet/>
      <dgm:spPr/>
      <dgm:t>
        <a:bodyPr/>
        <a:lstStyle/>
        <a:p>
          <a:endParaRPr lang="en-IN" sz="2400"/>
        </a:p>
      </dgm:t>
    </dgm:pt>
    <dgm:pt modelId="{03A1301B-524C-46FD-A290-26EC95C02BD8}" type="pres">
      <dgm:prSet presAssocID="{282B970A-343D-4CF1-ACD8-1E2928BB0BB1}" presName="theList" presStyleCnt="0">
        <dgm:presLayoutVars>
          <dgm:dir/>
          <dgm:animLvl val="lvl"/>
          <dgm:resizeHandles val="exact"/>
        </dgm:presLayoutVars>
      </dgm:prSet>
      <dgm:spPr/>
    </dgm:pt>
    <dgm:pt modelId="{ECFB74FB-BE45-4FDD-8208-E10484F7434C}" type="pres">
      <dgm:prSet presAssocID="{50075DFF-BDD2-4B22-BB45-D72E355A0837}" presName="compNode" presStyleCnt="0"/>
      <dgm:spPr/>
    </dgm:pt>
    <dgm:pt modelId="{0F7F8C7F-6CB2-404E-97FF-7B8F9DC44EE3}" type="pres">
      <dgm:prSet presAssocID="{50075DFF-BDD2-4B22-BB45-D72E355A0837}" presName="aNode" presStyleLbl="bgShp" presStyleIdx="0" presStyleCnt="1"/>
      <dgm:spPr/>
    </dgm:pt>
    <dgm:pt modelId="{5A987722-A42D-4A0A-87AF-68ED8256B9A3}" type="pres">
      <dgm:prSet presAssocID="{50075DFF-BDD2-4B22-BB45-D72E355A0837}" presName="textNode" presStyleLbl="bgShp" presStyleIdx="0" presStyleCnt="1"/>
      <dgm:spPr/>
    </dgm:pt>
    <dgm:pt modelId="{1B43AE5E-3DFF-43BF-8C57-8B14F59AB127}" type="pres">
      <dgm:prSet presAssocID="{50075DFF-BDD2-4B22-BB45-D72E355A0837}" presName="compChildNode" presStyleCnt="0"/>
      <dgm:spPr/>
    </dgm:pt>
    <dgm:pt modelId="{5C47A2A9-5318-4926-8CCD-9DA6A157E81E}" type="pres">
      <dgm:prSet presAssocID="{50075DFF-BDD2-4B22-BB45-D72E355A0837}" presName="theInnerList" presStyleCnt="0"/>
      <dgm:spPr/>
    </dgm:pt>
    <dgm:pt modelId="{E18736DA-694F-466D-B344-12FB14467A38}" type="pres">
      <dgm:prSet presAssocID="{0211A353-289D-4524-9D3F-247B3468225E}" presName="childNode" presStyleLbl="node1" presStyleIdx="0" presStyleCnt="2">
        <dgm:presLayoutVars>
          <dgm:bulletEnabled val="1"/>
        </dgm:presLayoutVars>
      </dgm:prSet>
      <dgm:spPr/>
    </dgm:pt>
    <dgm:pt modelId="{306E7532-8809-441F-878C-26DC5D43DFB1}" type="pres">
      <dgm:prSet presAssocID="{0211A353-289D-4524-9D3F-247B3468225E}" presName="aSpace2" presStyleCnt="0"/>
      <dgm:spPr/>
    </dgm:pt>
    <dgm:pt modelId="{9A6884A8-4091-429F-9504-D196E5C98273}" type="pres">
      <dgm:prSet presAssocID="{FA687220-3D64-4729-97B5-56C3B0CB4991}" presName="childNode" presStyleLbl="node1" presStyleIdx="1" presStyleCnt="2">
        <dgm:presLayoutVars>
          <dgm:bulletEnabled val="1"/>
        </dgm:presLayoutVars>
      </dgm:prSet>
      <dgm:spPr/>
    </dgm:pt>
  </dgm:ptLst>
  <dgm:cxnLst>
    <dgm:cxn modelId="{2A057C25-EC88-44F2-8771-2A107228C342}" type="presOf" srcId="{50075DFF-BDD2-4B22-BB45-D72E355A0837}" destId="{0F7F8C7F-6CB2-404E-97FF-7B8F9DC44EE3}" srcOrd="0" destOrd="0" presId="urn:microsoft.com/office/officeart/2005/8/layout/lProcess2"/>
    <dgm:cxn modelId="{1B5B642F-2C97-498B-A6C0-BC7B5A918883}" type="presOf" srcId="{282B970A-343D-4CF1-ACD8-1E2928BB0BB1}" destId="{03A1301B-524C-46FD-A290-26EC95C02BD8}" srcOrd="0" destOrd="0" presId="urn:microsoft.com/office/officeart/2005/8/layout/lProcess2"/>
    <dgm:cxn modelId="{488FA463-4D2D-4F01-8629-5F245FEF84D9}" srcId="{50075DFF-BDD2-4B22-BB45-D72E355A0837}" destId="{0211A353-289D-4524-9D3F-247B3468225E}" srcOrd="0" destOrd="0" parTransId="{C2F80ECA-2972-44EA-8274-BBC94B98BF8F}" sibTransId="{7177C19B-DE9F-4C96-86E7-96571403DBE9}"/>
    <dgm:cxn modelId="{D8839147-FFCB-4C6F-8309-7584111FB1B1}" type="presOf" srcId="{50075DFF-BDD2-4B22-BB45-D72E355A0837}" destId="{5A987722-A42D-4A0A-87AF-68ED8256B9A3}" srcOrd="1" destOrd="0" presId="urn:microsoft.com/office/officeart/2005/8/layout/lProcess2"/>
    <dgm:cxn modelId="{7386F78F-1D2E-458D-BF2D-B78550D9070B}" srcId="{50075DFF-BDD2-4B22-BB45-D72E355A0837}" destId="{FA687220-3D64-4729-97B5-56C3B0CB4991}" srcOrd="1" destOrd="0" parTransId="{50770C6B-5AEF-4BF8-8C77-2C95B4E196AA}" sibTransId="{A68AE9DD-55CD-4847-ADCA-BACF42E16F3A}"/>
    <dgm:cxn modelId="{16815193-993C-4DD3-9052-FCC6BEFAB67F}" srcId="{282B970A-343D-4CF1-ACD8-1E2928BB0BB1}" destId="{50075DFF-BDD2-4B22-BB45-D72E355A0837}" srcOrd="0" destOrd="0" parTransId="{8EBEC8EE-1475-4134-9795-1AD1D3E69769}" sibTransId="{0A9D0EF0-9EBE-48F2-82FB-8B164A14BE5E}"/>
    <dgm:cxn modelId="{99B4B5B8-AB28-4E4D-B841-7911E4248DD3}" type="presOf" srcId="{FA687220-3D64-4729-97B5-56C3B0CB4991}" destId="{9A6884A8-4091-429F-9504-D196E5C98273}" srcOrd="0" destOrd="0" presId="urn:microsoft.com/office/officeart/2005/8/layout/lProcess2"/>
    <dgm:cxn modelId="{6CA519D0-C8FF-434E-9A75-ADBABBE89B9E}" type="presOf" srcId="{0211A353-289D-4524-9D3F-247B3468225E}" destId="{E18736DA-694F-466D-B344-12FB14467A38}" srcOrd="0" destOrd="0" presId="urn:microsoft.com/office/officeart/2005/8/layout/lProcess2"/>
    <dgm:cxn modelId="{416899E2-A8C0-4D74-9C77-8F202D23E5CA}" type="presParOf" srcId="{03A1301B-524C-46FD-A290-26EC95C02BD8}" destId="{ECFB74FB-BE45-4FDD-8208-E10484F7434C}" srcOrd="0" destOrd="0" presId="urn:microsoft.com/office/officeart/2005/8/layout/lProcess2"/>
    <dgm:cxn modelId="{4FD7FB62-3BF2-43ED-A0C9-B394A800E014}" type="presParOf" srcId="{ECFB74FB-BE45-4FDD-8208-E10484F7434C}" destId="{0F7F8C7F-6CB2-404E-97FF-7B8F9DC44EE3}" srcOrd="0" destOrd="0" presId="urn:microsoft.com/office/officeart/2005/8/layout/lProcess2"/>
    <dgm:cxn modelId="{DEE776E5-1A74-48EE-9119-818FC8F47E5F}" type="presParOf" srcId="{ECFB74FB-BE45-4FDD-8208-E10484F7434C}" destId="{5A987722-A42D-4A0A-87AF-68ED8256B9A3}" srcOrd="1" destOrd="0" presId="urn:microsoft.com/office/officeart/2005/8/layout/lProcess2"/>
    <dgm:cxn modelId="{FFE898BA-541D-4F1C-B222-7CB4DB60E108}" type="presParOf" srcId="{ECFB74FB-BE45-4FDD-8208-E10484F7434C}" destId="{1B43AE5E-3DFF-43BF-8C57-8B14F59AB127}" srcOrd="2" destOrd="0" presId="urn:microsoft.com/office/officeart/2005/8/layout/lProcess2"/>
    <dgm:cxn modelId="{2E23B769-8176-4637-8563-132823C95CF8}" type="presParOf" srcId="{1B43AE5E-3DFF-43BF-8C57-8B14F59AB127}" destId="{5C47A2A9-5318-4926-8CCD-9DA6A157E81E}" srcOrd="0" destOrd="0" presId="urn:microsoft.com/office/officeart/2005/8/layout/lProcess2"/>
    <dgm:cxn modelId="{2E59BEC8-43BB-43F6-B9EB-577567EACBEB}" type="presParOf" srcId="{5C47A2A9-5318-4926-8CCD-9DA6A157E81E}" destId="{E18736DA-694F-466D-B344-12FB14467A38}" srcOrd="0" destOrd="0" presId="urn:microsoft.com/office/officeart/2005/8/layout/lProcess2"/>
    <dgm:cxn modelId="{56B4065C-0B45-418C-8342-13A38A530614}" type="presParOf" srcId="{5C47A2A9-5318-4926-8CCD-9DA6A157E81E}" destId="{306E7532-8809-441F-878C-26DC5D43DFB1}" srcOrd="1" destOrd="0" presId="urn:microsoft.com/office/officeart/2005/8/layout/lProcess2"/>
    <dgm:cxn modelId="{2EEC211F-AD34-4BB8-AEC0-EA6B8F33B8DE}" type="presParOf" srcId="{5C47A2A9-5318-4926-8CCD-9DA6A157E81E}" destId="{9A6884A8-4091-429F-9504-D196E5C98273}" srcOrd="2" destOrd="0" presId="urn:microsoft.com/office/officeart/2005/8/layout/l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BDBC4A5-8AF5-4E19-A5EA-FBDDCDAF20A5}" type="doc">
      <dgm:prSet loTypeId="urn:microsoft.com/office/officeart/2005/8/layout/process1" loCatId="process" qsTypeId="urn:microsoft.com/office/officeart/2005/8/quickstyle/simple1" qsCatId="simple" csTypeId="urn:microsoft.com/office/officeart/2005/8/colors/accent4_2" csCatId="accent4" phldr="1"/>
      <dgm:spPr/>
      <dgm:t>
        <a:bodyPr/>
        <a:lstStyle/>
        <a:p>
          <a:endParaRPr lang="en-GB"/>
        </a:p>
      </dgm:t>
    </dgm:pt>
    <dgm:pt modelId="{C3274065-0A1F-459F-AFF4-2A3D1DD1C65F}">
      <dgm:prSet phldrT="[Text]" custT="1"/>
      <dgm:spPr/>
      <dgm:t>
        <a:bodyPr/>
        <a:lstStyle/>
        <a:p>
          <a:r>
            <a:rPr lang="en-GB" sz="1600" b="1" i="0" dirty="0">
              <a:latin typeface="Calibri"/>
            </a:rPr>
            <a:t>Stage 1: Static Extraction</a:t>
          </a:r>
          <a:endParaRPr lang="en-GB" sz="1600" dirty="0"/>
        </a:p>
      </dgm:t>
    </dgm:pt>
    <dgm:pt modelId="{26E584AB-E257-48F9-ADD1-803E35FD3A90}" type="parTrans" cxnId="{D4EC62C3-E3B7-48DA-B3C3-2551C427029D}">
      <dgm:prSet/>
      <dgm:spPr/>
      <dgm:t>
        <a:bodyPr/>
        <a:lstStyle/>
        <a:p>
          <a:endParaRPr lang="en-GB" sz="1800"/>
        </a:p>
      </dgm:t>
    </dgm:pt>
    <dgm:pt modelId="{22B2FDDA-5E8A-4956-974E-F0499B128BDD}" type="sibTrans" cxnId="{D4EC62C3-E3B7-48DA-B3C3-2551C427029D}">
      <dgm:prSet custT="1"/>
      <dgm:spPr/>
      <dgm:t>
        <a:bodyPr/>
        <a:lstStyle/>
        <a:p>
          <a:endParaRPr lang="en-GB" sz="1100"/>
        </a:p>
      </dgm:t>
    </dgm:pt>
    <dgm:pt modelId="{AD0FA62B-BADF-4B17-B120-962B49CD5384}">
      <dgm:prSet phldrT="[Text]" custT="1"/>
      <dgm:spPr/>
      <dgm:t>
        <a:bodyPr/>
        <a:lstStyle/>
        <a:p>
          <a:r>
            <a:rPr lang="en-GB" sz="1600" b="1" i="0" dirty="0">
              <a:latin typeface="Calibri"/>
            </a:rPr>
            <a:t>Stage 2: Code graph query</a:t>
          </a:r>
          <a:endParaRPr lang="en-GB" sz="1600" dirty="0"/>
        </a:p>
      </dgm:t>
    </dgm:pt>
    <dgm:pt modelId="{4BD23385-C8AE-48B5-B984-015D4C8BBC55}" type="parTrans" cxnId="{3C876D11-E420-4475-B6F2-63970A1670FC}">
      <dgm:prSet/>
      <dgm:spPr/>
      <dgm:t>
        <a:bodyPr/>
        <a:lstStyle/>
        <a:p>
          <a:endParaRPr lang="en-GB" sz="1800"/>
        </a:p>
      </dgm:t>
    </dgm:pt>
    <dgm:pt modelId="{BF40DED0-FCD0-4AE9-B96B-2F8AFA7B4C19}" type="sibTrans" cxnId="{3C876D11-E420-4475-B6F2-63970A1670FC}">
      <dgm:prSet custT="1"/>
      <dgm:spPr/>
      <dgm:t>
        <a:bodyPr/>
        <a:lstStyle/>
        <a:p>
          <a:endParaRPr lang="en-GB" sz="1050"/>
        </a:p>
      </dgm:t>
    </dgm:pt>
    <dgm:pt modelId="{9C7C21CF-427D-4E60-8765-2148ECBDA3C0}">
      <dgm:prSet phldrT="[Text]" custT="1"/>
      <dgm:spPr/>
      <dgm:t>
        <a:bodyPr/>
        <a:lstStyle/>
        <a:p>
          <a:endParaRPr lang="en-GB" sz="1050" dirty="0"/>
        </a:p>
      </dgm:t>
    </dgm:pt>
    <dgm:pt modelId="{FCEFB17B-65FB-4DB4-8BD7-FEDCC4DBAB60}" type="parTrans" cxnId="{7EB99A4D-A322-439C-A982-F339A34B8660}">
      <dgm:prSet/>
      <dgm:spPr/>
      <dgm:t>
        <a:bodyPr/>
        <a:lstStyle/>
        <a:p>
          <a:endParaRPr lang="en-GB" sz="1800"/>
        </a:p>
      </dgm:t>
    </dgm:pt>
    <dgm:pt modelId="{F6796D09-D6AA-4760-A75A-A826703E9C67}" type="sibTrans" cxnId="{7EB99A4D-A322-439C-A982-F339A34B8660}">
      <dgm:prSet/>
      <dgm:spPr/>
      <dgm:t>
        <a:bodyPr/>
        <a:lstStyle/>
        <a:p>
          <a:endParaRPr lang="en-GB" sz="1800"/>
        </a:p>
      </dgm:t>
    </dgm:pt>
    <dgm:pt modelId="{C3F6AC9D-5CCC-4B8A-8B1E-1DA9AE6BB887}">
      <dgm:prSet phldrT="[Text]" custT="1"/>
      <dgm:spPr/>
      <dgm:t>
        <a:bodyPr/>
        <a:lstStyle/>
        <a:p>
          <a:endParaRPr lang="en-GB" sz="1050" dirty="0"/>
        </a:p>
      </dgm:t>
    </dgm:pt>
    <dgm:pt modelId="{14C83473-F688-4D55-B6DD-845C15FACA42}" type="parTrans" cxnId="{C304D478-DFA2-4C3F-8892-AA44A4BC7B4E}">
      <dgm:prSet/>
      <dgm:spPr/>
      <dgm:t>
        <a:bodyPr/>
        <a:lstStyle/>
        <a:p>
          <a:endParaRPr lang="en-GB" sz="1800"/>
        </a:p>
      </dgm:t>
    </dgm:pt>
    <dgm:pt modelId="{C415DD48-4D32-4716-BD0E-AF325216196A}" type="sibTrans" cxnId="{C304D478-DFA2-4C3F-8892-AA44A4BC7B4E}">
      <dgm:prSet/>
      <dgm:spPr/>
      <dgm:t>
        <a:bodyPr/>
        <a:lstStyle/>
        <a:p>
          <a:endParaRPr lang="en-GB" sz="1800"/>
        </a:p>
      </dgm:t>
    </dgm:pt>
    <dgm:pt modelId="{C86C6B43-58F6-4562-9A8B-86F45F628571}">
      <dgm:prSet phldrT="[Text]" custT="1"/>
      <dgm:spPr/>
      <dgm:t>
        <a:bodyPr/>
        <a:lstStyle/>
        <a:p>
          <a:r>
            <a:rPr lang="en-GB" sz="1600" b="1" i="0" dirty="0">
              <a:latin typeface="Calibri"/>
            </a:rPr>
            <a:t>Stage 3: Dependency</a:t>
          </a:r>
          <a:br>
            <a:rPr lang="en-GB" sz="1600" b="1" i="0" dirty="0">
              <a:latin typeface="Calibri"/>
            </a:rPr>
          </a:br>
          <a:r>
            <a:rPr lang="en-GB" sz="1600" b="1" i="0" dirty="0">
              <a:latin typeface="Calibri"/>
            </a:rPr>
            <a:t>Matrix  Extraction </a:t>
          </a:r>
          <a:endParaRPr lang="en-GB" sz="1600" dirty="0"/>
        </a:p>
      </dgm:t>
    </dgm:pt>
    <dgm:pt modelId="{3DDA3ADF-3F0A-41ED-8197-53C11A5E9F0D}" type="parTrans" cxnId="{B3E11DFE-FCC9-4B73-94A6-717F3B7576F4}">
      <dgm:prSet/>
      <dgm:spPr/>
      <dgm:t>
        <a:bodyPr/>
        <a:lstStyle/>
        <a:p>
          <a:endParaRPr lang="en-GB" sz="1800"/>
        </a:p>
      </dgm:t>
    </dgm:pt>
    <dgm:pt modelId="{17E0DFD4-7BA5-471C-9FEE-5D28C187C072}" type="sibTrans" cxnId="{B3E11DFE-FCC9-4B73-94A6-717F3B7576F4}">
      <dgm:prSet custT="1"/>
      <dgm:spPr/>
      <dgm:t>
        <a:bodyPr/>
        <a:lstStyle/>
        <a:p>
          <a:endParaRPr lang="en-GB" sz="1100"/>
        </a:p>
      </dgm:t>
    </dgm:pt>
    <dgm:pt modelId="{AD1115B5-B1E2-4009-B25E-A631D6E95913}">
      <dgm:prSet phldrT="[Text]" custT="1"/>
      <dgm:spPr/>
      <dgm:t>
        <a:bodyPr/>
        <a:lstStyle/>
        <a:p>
          <a:endParaRPr lang="en-GB" sz="1050" dirty="0"/>
        </a:p>
      </dgm:t>
    </dgm:pt>
    <dgm:pt modelId="{1B066A71-67CB-43F6-85BC-04142662FEF5}" type="parTrans" cxnId="{750B5CD3-E9CB-416F-8FED-10FC0BABF7E1}">
      <dgm:prSet/>
      <dgm:spPr/>
      <dgm:t>
        <a:bodyPr/>
        <a:lstStyle/>
        <a:p>
          <a:endParaRPr lang="en-GB" sz="1800"/>
        </a:p>
      </dgm:t>
    </dgm:pt>
    <dgm:pt modelId="{E9A62C97-D887-4C41-AD37-330E7925A3B4}" type="sibTrans" cxnId="{750B5CD3-E9CB-416F-8FED-10FC0BABF7E1}">
      <dgm:prSet/>
      <dgm:spPr/>
      <dgm:t>
        <a:bodyPr/>
        <a:lstStyle/>
        <a:p>
          <a:endParaRPr lang="en-GB" sz="1800"/>
        </a:p>
      </dgm:t>
    </dgm:pt>
    <dgm:pt modelId="{E901400C-1846-47ED-B571-7B2CFB95E77A}">
      <dgm:prSet phldrT="[Text]" custT="1"/>
      <dgm:spPr/>
      <dgm:t>
        <a:bodyPr/>
        <a:lstStyle/>
        <a:p>
          <a:r>
            <a:rPr lang="en-GB" sz="1600" b="1" i="0" dirty="0">
              <a:latin typeface="Calibri"/>
            </a:rPr>
            <a:t>Stage 5: Agentic Synthesis</a:t>
          </a:r>
          <a:endParaRPr lang="en-GB" sz="1600" dirty="0"/>
        </a:p>
      </dgm:t>
    </dgm:pt>
    <dgm:pt modelId="{EA0F044E-20C4-49DB-80F0-49AA63522245}" type="parTrans" cxnId="{0624177C-0DDE-4B30-AB92-8FF366E408A3}">
      <dgm:prSet/>
      <dgm:spPr/>
      <dgm:t>
        <a:bodyPr/>
        <a:lstStyle/>
        <a:p>
          <a:endParaRPr lang="en-GB" sz="1800"/>
        </a:p>
      </dgm:t>
    </dgm:pt>
    <dgm:pt modelId="{0B7C017A-A2E9-41B0-BA87-FA033BBB7856}" type="sibTrans" cxnId="{0624177C-0DDE-4B30-AB92-8FF366E408A3}">
      <dgm:prSet custT="1"/>
      <dgm:spPr/>
      <dgm:t>
        <a:bodyPr/>
        <a:lstStyle/>
        <a:p>
          <a:endParaRPr lang="en-GB" sz="1100"/>
        </a:p>
      </dgm:t>
    </dgm:pt>
    <dgm:pt modelId="{859870D0-3500-4658-A60C-8E64FA5E6171}">
      <dgm:prSet phldrT="[Text]" custT="1"/>
      <dgm:spPr/>
      <dgm:t>
        <a:bodyPr/>
        <a:lstStyle/>
        <a:p>
          <a:endParaRPr lang="en-GB" sz="1050" dirty="0"/>
        </a:p>
      </dgm:t>
    </dgm:pt>
    <dgm:pt modelId="{4F1FE82B-3E8F-47E2-95F3-40DD0ADAD241}" type="parTrans" cxnId="{7F6000D9-206E-4DFE-8A71-69A7A04A795E}">
      <dgm:prSet/>
      <dgm:spPr/>
      <dgm:t>
        <a:bodyPr/>
        <a:lstStyle/>
        <a:p>
          <a:endParaRPr lang="en-GB" sz="1800"/>
        </a:p>
      </dgm:t>
    </dgm:pt>
    <dgm:pt modelId="{8C633FD6-02E1-4EFB-A06B-4068A76B78E2}" type="sibTrans" cxnId="{7F6000D9-206E-4DFE-8A71-69A7A04A795E}">
      <dgm:prSet/>
      <dgm:spPr/>
      <dgm:t>
        <a:bodyPr/>
        <a:lstStyle/>
        <a:p>
          <a:endParaRPr lang="en-GB" sz="1800"/>
        </a:p>
      </dgm:t>
    </dgm:pt>
    <dgm:pt modelId="{756F4BDC-7501-45A6-8A20-FB23B75568C0}">
      <dgm:prSet phldrT="[Text]" custT="1"/>
      <dgm:spPr/>
      <dgm:t>
        <a:bodyPr/>
        <a:lstStyle/>
        <a:p>
          <a:r>
            <a:rPr lang="en-GB" sz="1600" b="1" i="0" dirty="0">
              <a:latin typeface="Calibri"/>
            </a:rPr>
            <a:t>Stage 6: </a:t>
          </a:r>
          <a:r>
            <a:rPr lang="en-GB" sz="1600" b="1" i="0" dirty="0" err="1">
              <a:latin typeface="Calibri"/>
            </a:rPr>
            <a:t>SysML</a:t>
          </a:r>
          <a:r>
            <a:rPr lang="en-GB" sz="1600" b="1" i="0" dirty="0">
              <a:latin typeface="Calibri"/>
            </a:rPr>
            <a:t> v2 Generation</a:t>
          </a:r>
          <a:endParaRPr lang="en-GB" sz="1600" dirty="0"/>
        </a:p>
      </dgm:t>
    </dgm:pt>
    <dgm:pt modelId="{494A6F96-C8DF-4571-9A7F-D6DF08F52960}" type="parTrans" cxnId="{CE37A8ED-FC23-4981-AB43-0631E4F2ADC6}">
      <dgm:prSet/>
      <dgm:spPr/>
      <dgm:t>
        <a:bodyPr/>
        <a:lstStyle/>
        <a:p>
          <a:endParaRPr lang="en-GB" sz="1800"/>
        </a:p>
      </dgm:t>
    </dgm:pt>
    <dgm:pt modelId="{F3F9127A-3301-4F39-945B-B953624ECF91}" type="sibTrans" cxnId="{CE37A8ED-FC23-4981-AB43-0631E4F2ADC6}">
      <dgm:prSet/>
      <dgm:spPr/>
      <dgm:t>
        <a:bodyPr/>
        <a:lstStyle/>
        <a:p>
          <a:endParaRPr lang="en-GB" sz="1800"/>
        </a:p>
      </dgm:t>
    </dgm:pt>
    <dgm:pt modelId="{F49D172F-48EF-4426-AC48-E7BA06098FC1}">
      <dgm:prSet phldrT="[Text]" custT="1"/>
      <dgm:spPr/>
      <dgm:t>
        <a:bodyPr/>
        <a:lstStyle/>
        <a:p>
          <a:endParaRPr lang="en-GB" sz="1050" dirty="0"/>
        </a:p>
      </dgm:t>
    </dgm:pt>
    <dgm:pt modelId="{CED42339-3DE4-4212-BEC9-8F5C69B27CC9}" type="parTrans" cxnId="{D36AFAA2-1492-4BC5-9D2D-555B51B6BF56}">
      <dgm:prSet/>
      <dgm:spPr/>
      <dgm:t>
        <a:bodyPr/>
        <a:lstStyle/>
        <a:p>
          <a:endParaRPr lang="en-GB" sz="1800"/>
        </a:p>
      </dgm:t>
    </dgm:pt>
    <dgm:pt modelId="{765816B4-4EA2-4AF5-BA51-B305B954227B}" type="sibTrans" cxnId="{D36AFAA2-1492-4BC5-9D2D-555B51B6BF56}">
      <dgm:prSet/>
      <dgm:spPr/>
      <dgm:t>
        <a:bodyPr/>
        <a:lstStyle/>
        <a:p>
          <a:endParaRPr lang="en-GB" sz="1800"/>
        </a:p>
      </dgm:t>
    </dgm:pt>
    <dgm:pt modelId="{7CD45E90-0B00-4D96-981B-CBDD9C022C4E}">
      <dgm:prSet phldrT="[Text]" custT="1"/>
      <dgm:spPr/>
      <dgm:t>
        <a:bodyPr/>
        <a:lstStyle/>
        <a:p>
          <a:pPr>
            <a:buNone/>
          </a:pPr>
          <a:r>
            <a:rPr lang="en-GB" sz="1600" b="1" i="0" dirty="0">
              <a:latin typeface="Calibri"/>
            </a:rPr>
            <a:t>Stage 4: </a:t>
          </a:r>
          <a:r>
            <a:rPr lang="en-GB" sz="1600" b="1" dirty="0">
              <a:latin typeface="Calibri"/>
            </a:rPr>
            <a:t>Trace Instrumentation &amp; collection</a:t>
          </a:r>
          <a:endParaRPr lang="en-GB" sz="1600" dirty="0"/>
        </a:p>
      </dgm:t>
    </dgm:pt>
    <dgm:pt modelId="{6B286B77-8FBF-4862-A34E-4A94F2FB0D14}" type="parTrans" cxnId="{060CA71D-A6EB-4E66-89B6-AE0E60E8F5F1}">
      <dgm:prSet/>
      <dgm:spPr/>
      <dgm:t>
        <a:bodyPr/>
        <a:lstStyle/>
        <a:p>
          <a:endParaRPr lang="en-GB" sz="1800"/>
        </a:p>
      </dgm:t>
    </dgm:pt>
    <dgm:pt modelId="{9EE097CF-AD0B-47FB-A94A-308E6E88FD9F}" type="sibTrans" cxnId="{060CA71D-A6EB-4E66-89B6-AE0E60E8F5F1}">
      <dgm:prSet custT="1"/>
      <dgm:spPr/>
      <dgm:t>
        <a:bodyPr/>
        <a:lstStyle/>
        <a:p>
          <a:endParaRPr lang="en-GB" sz="1100"/>
        </a:p>
      </dgm:t>
    </dgm:pt>
    <dgm:pt modelId="{10FFFE30-BB20-4655-932E-CFF51ADD1D69}">
      <dgm:prSet phldrT="[Text]" custT="1"/>
      <dgm:spPr/>
      <dgm:t>
        <a:bodyPr/>
        <a:lstStyle/>
        <a:p>
          <a:r>
            <a:rPr lang="en-GB" sz="1050" b="0" i="0" dirty="0">
              <a:latin typeface="Calibri"/>
            </a:rPr>
            <a:t>Renaissance C++ → Property graph</a:t>
          </a:r>
          <a:endParaRPr lang="en-GB" sz="1050" dirty="0"/>
        </a:p>
      </dgm:t>
    </dgm:pt>
    <dgm:pt modelId="{F5B81485-26B7-4E7E-BD29-3B1386C515BE}" type="parTrans" cxnId="{5F241E73-20EE-4DC1-9699-EF3773E0F58F}">
      <dgm:prSet/>
      <dgm:spPr/>
      <dgm:t>
        <a:bodyPr/>
        <a:lstStyle/>
        <a:p>
          <a:endParaRPr lang="en-GB"/>
        </a:p>
      </dgm:t>
    </dgm:pt>
    <dgm:pt modelId="{16FDC964-8BCE-4D41-9F98-3D1BC57940C3}" type="sibTrans" cxnId="{5F241E73-20EE-4DC1-9699-EF3773E0F58F}">
      <dgm:prSet/>
      <dgm:spPr/>
      <dgm:t>
        <a:bodyPr/>
        <a:lstStyle/>
        <a:p>
          <a:endParaRPr lang="en-GB"/>
        </a:p>
      </dgm:t>
    </dgm:pt>
    <dgm:pt modelId="{2E0DB888-DB7F-48E8-B72B-A92ACECDC2A8}">
      <dgm:prSet phldrT="[Text]" custT="1"/>
      <dgm:spPr/>
      <dgm:t>
        <a:bodyPr/>
        <a:lstStyle/>
        <a:p>
          <a:r>
            <a:rPr lang="it-IT" sz="1050" b="0" i="0" dirty="0">
              <a:latin typeface="Calibri"/>
            </a:rPr>
            <a:t>Property graph -&gt; scenario specific subgraph</a:t>
          </a:r>
          <a:endParaRPr lang="en-GB" sz="1050" dirty="0"/>
        </a:p>
      </dgm:t>
    </dgm:pt>
    <dgm:pt modelId="{B906F711-196E-4DE9-9011-A0FD5B3EDD8D}" type="parTrans" cxnId="{60D65688-7ED6-4AD2-9792-BB8AD5F4C434}">
      <dgm:prSet/>
      <dgm:spPr/>
      <dgm:t>
        <a:bodyPr/>
        <a:lstStyle/>
        <a:p>
          <a:endParaRPr lang="en-GB"/>
        </a:p>
      </dgm:t>
    </dgm:pt>
    <dgm:pt modelId="{BB5D56B5-ECA8-49AC-8E05-5C8FEF084EB2}" type="sibTrans" cxnId="{60D65688-7ED6-4AD2-9792-BB8AD5F4C434}">
      <dgm:prSet/>
      <dgm:spPr/>
      <dgm:t>
        <a:bodyPr/>
        <a:lstStyle/>
        <a:p>
          <a:endParaRPr lang="en-GB"/>
        </a:p>
      </dgm:t>
    </dgm:pt>
    <dgm:pt modelId="{D17B7519-6F09-4CFF-889C-5DE26DF8D5C0}">
      <dgm:prSet phldrT="[Text]" custT="1"/>
      <dgm:spPr/>
      <dgm:t>
        <a:bodyPr/>
        <a:lstStyle/>
        <a:p>
          <a:r>
            <a:rPr lang="en-GB" sz="1050" b="0" i="0" dirty="0">
              <a:latin typeface="Calibri"/>
            </a:rPr>
            <a:t>Subgraphs -&gt; dependency matrix</a:t>
          </a:r>
          <a:endParaRPr lang="en-GB" sz="1050" dirty="0"/>
        </a:p>
      </dgm:t>
    </dgm:pt>
    <dgm:pt modelId="{BD9B3F03-CEDE-4E9A-AC8D-F54668CA2ABA}" type="parTrans" cxnId="{1D3FFAE8-0C23-4D34-927C-83F184D53517}">
      <dgm:prSet/>
      <dgm:spPr/>
      <dgm:t>
        <a:bodyPr/>
        <a:lstStyle/>
        <a:p>
          <a:endParaRPr lang="en-GB"/>
        </a:p>
      </dgm:t>
    </dgm:pt>
    <dgm:pt modelId="{A2623848-EA2D-48C9-811E-9B7E07CC046F}" type="sibTrans" cxnId="{1D3FFAE8-0C23-4D34-927C-83F184D53517}">
      <dgm:prSet/>
      <dgm:spPr/>
      <dgm:t>
        <a:bodyPr/>
        <a:lstStyle/>
        <a:p>
          <a:endParaRPr lang="en-GB"/>
        </a:p>
      </dgm:t>
    </dgm:pt>
    <dgm:pt modelId="{78BF0B33-EF9D-4BD6-BA72-FC7A97BB65AE}">
      <dgm:prSet custT="1"/>
      <dgm:spPr/>
      <dgm:t>
        <a:bodyPr/>
        <a:lstStyle/>
        <a:p>
          <a:r>
            <a:rPr lang="en-GB" sz="1050" dirty="0">
              <a:latin typeface="Calibri"/>
            </a:rPr>
            <a:t>Dependency matrix -&gt; Traces</a:t>
          </a:r>
          <a:endParaRPr lang="en-GB" sz="1050" dirty="0"/>
        </a:p>
      </dgm:t>
    </dgm:pt>
    <dgm:pt modelId="{295459E9-EB7F-4FC1-BE67-023B954B7335}" type="parTrans" cxnId="{5053296A-91BF-4AA9-96FF-2E42C560CBAF}">
      <dgm:prSet/>
      <dgm:spPr/>
      <dgm:t>
        <a:bodyPr/>
        <a:lstStyle/>
        <a:p>
          <a:endParaRPr lang="en-GB"/>
        </a:p>
      </dgm:t>
    </dgm:pt>
    <dgm:pt modelId="{371C4A34-F221-4226-B3A0-FCECC98B60F4}" type="sibTrans" cxnId="{5053296A-91BF-4AA9-96FF-2E42C560CBAF}">
      <dgm:prSet/>
      <dgm:spPr/>
      <dgm:t>
        <a:bodyPr/>
        <a:lstStyle/>
        <a:p>
          <a:endParaRPr lang="en-GB"/>
        </a:p>
      </dgm:t>
    </dgm:pt>
    <dgm:pt modelId="{4AE5FA8E-AE8A-412B-B434-8F57A5C63E50}">
      <dgm:prSet phldrT="[Text]" custT="1"/>
      <dgm:spPr/>
      <dgm:t>
        <a:bodyPr/>
        <a:lstStyle/>
        <a:p>
          <a:r>
            <a:rPr lang="nl-NL" sz="1050" b="0" i="0" dirty="0">
              <a:latin typeface="Calibri"/>
            </a:rPr>
            <a:t>Dependency Matrix + Traces -&gt; Elements + Traces complete list</a:t>
          </a:r>
          <a:endParaRPr lang="en-GB" sz="1050" dirty="0"/>
        </a:p>
      </dgm:t>
    </dgm:pt>
    <dgm:pt modelId="{A231D500-FEED-4E77-8E78-D5499C2CD4B0}" type="parTrans" cxnId="{9037B11B-0A34-453D-A7AA-64CEE3AEA92D}">
      <dgm:prSet/>
      <dgm:spPr/>
      <dgm:t>
        <a:bodyPr/>
        <a:lstStyle/>
        <a:p>
          <a:endParaRPr lang="en-GB"/>
        </a:p>
      </dgm:t>
    </dgm:pt>
    <dgm:pt modelId="{1B649B38-E80C-4A43-AEAC-FBEFCBB532F2}" type="sibTrans" cxnId="{9037B11B-0A34-453D-A7AA-64CEE3AEA92D}">
      <dgm:prSet/>
      <dgm:spPr/>
      <dgm:t>
        <a:bodyPr/>
        <a:lstStyle/>
        <a:p>
          <a:endParaRPr lang="en-GB"/>
        </a:p>
      </dgm:t>
    </dgm:pt>
    <dgm:pt modelId="{67C2C281-27E0-4154-AE54-D8CE8ED2488A}">
      <dgm:prSet phldrT="[Text]" custT="1"/>
      <dgm:spPr/>
      <dgm:t>
        <a:bodyPr/>
        <a:lstStyle/>
        <a:p>
          <a:r>
            <a:rPr lang="en-GB" sz="1050" b="0" i="0" dirty="0">
              <a:latin typeface="Calibri"/>
            </a:rPr>
            <a:t>Scenario diagram</a:t>
          </a:r>
          <a:endParaRPr lang="en-GB" sz="1050" dirty="0"/>
        </a:p>
      </dgm:t>
    </dgm:pt>
    <dgm:pt modelId="{E95FCABB-56F6-4C4C-8CAD-54AAD6C4534A}" type="parTrans" cxnId="{ADE70FF8-EF8F-4CDE-9966-0ECC8E2EDF8F}">
      <dgm:prSet/>
      <dgm:spPr/>
      <dgm:t>
        <a:bodyPr/>
        <a:lstStyle/>
        <a:p>
          <a:endParaRPr lang="en-GB"/>
        </a:p>
      </dgm:t>
    </dgm:pt>
    <dgm:pt modelId="{3CEFAAEB-6E85-4B86-B09B-83B81D2D82BE}" type="sibTrans" cxnId="{ADE70FF8-EF8F-4CDE-9966-0ECC8E2EDF8F}">
      <dgm:prSet/>
      <dgm:spPr/>
      <dgm:t>
        <a:bodyPr/>
        <a:lstStyle/>
        <a:p>
          <a:endParaRPr lang="en-GB"/>
        </a:p>
      </dgm:t>
    </dgm:pt>
    <dgm:pt modelId="{C1806615-40BA-4660-A41A-187A59204E8F}" type="pres">
      <dgm:prSet presAssocID="{ABDBC4A5-8AF5-4E19-A5EA-FBDDCDAF20A5}" presName="Name0" presStyleCnt="0">
        <dgm:presLayoutVars>
          <dgm:dir/>
          <dgm:resizeHandles val="exact"/>
        </dgm:presLayoutVars>
      </dgm:prSet>
      <dgm:spPr/>
    </dgm:pt>
    <dgm:pt modelId="{0022B9DC-0CDE-4DFB-AAA1-B656F0CC10B6}" type="pres">
      <dgm:prSet presAssocID="{C3274065-0A1F-459F-AFF4-2A3D1DD1C65F}" presName="node" presStyleLbl="node1" presStyleIdx="0" presStyleCnt="6">
        <dgm:presLayoutVars>
          <dgm:bulletEnabled val="1"/>
        </dgm:presLayoutVars>
      </dgm:prSet>
      <dgm:spPr/>
    </dgm:pt>
    <dgm:pt modelId="{B27437C1-D631-4A3A-999B-C7A091344474}" type="pres">
      <dgm:prSet presAssocID="{22B2FDDA-5E8A-4956-974E-F0499B128BDD}" presName="sibTrans" presStyleLbl="sibTrans2D1" presStyleIdx="0" presStyleCnt="5"/>
      <dgm:spPr/>
    </dgm:pt>
    <dgm:pt modelId="{53883148-81E0-46BB-94E1-6F0EBB3151C1}" type="pres">
      <dgm:prSet presAssocID="{22B2FDDA-5E8A-4956-974E-F0499B128BDD}" presName="connectorText" presStyleLbl="sibTrans2D1" presStyleIdx="0" presStyleCnt="5"/>
      <dgm:spPr/>
    </dgm:pt>
    <dgm:pt modelId="{A19FD24E-4789-43FD-9A75-FA90DE1985B5}" type="pres">
      <dgm:prSet presAssocID="{AD0FA62B-BADF-4B17-B120-962B49CD5384}" presName="node" presStyleLbl="node1" presStyleIdx="1" presStyleCnt="6" custLinFactNeighborX="14873">
        <dgm:presLayoutVars>
          <dgm:bulletEnabled val="1"/>
        </dgm:presLayoutVars>
      </dgm:prSet>
      <dgm:spPr/>
    </dgm:pt>
    <dgm:pt modelId="{F7C48118-4999-49CB-B2B2-CBA1D350C0A1}" type="pres">
      <dgm:prSet presAssocID="{BF40DED0-FCD0-4AE9-B96B-2F8AFA7B4C19}" presName="sibTrans" presStyleLbl="sibTrans2D1" presStyleIdx="1" presStyleCnt="5" custScaleX="134641" custScaleY="70284"/>
      <dgm:spPr/>
    </dgm:pt>
    <dgm:pt modelId="{91D29A1E-BB7D-4D92-9846-1720105F4433}" type="pres">
      <dgm:prSet presAssocID="{BF40DED0-FCD0-4AE9-B96B-2F8AFA7B4C19}" presName="connectorText" presStyleLbl="sibTrans2D1" presStyleIdx="1" presStyleCnt="5"/>
      <dgm:spPr/>
    </dgm:pt>
    <dgm:pt modelId="{DC185D3F-FE77-461B-999F-AFC7EEAF69C5}" type="pres">
      <dgm:prSet presAssocID="{C86C6B43-58F6-4562-9A8B-86F45F628571}" presName="node" presStyleLbl="node1" presStyleIdx="2" presStyleCnt="6" custLinFactNeighborX="-3155" custLinFactNeighborY="558">
        <dgm:presLayoutVars>
          <dgm:bulletEnabled val="1"/>
        </dgm:presLayoutVars>
      </dgm:prSet>
      <dgm:spPr/>
    </dgm:pt>
    <dgm:pt modelId="{61237FC0-7F09-4D1C-B8A4-6D914D38C66D}" type="pres">
      <dgm:prSet presAssocID="{17E0DFD4-7BA5-471C-9FEE-5D28C187C072}" presName="sibTrans" presStyleLbl="sibTrans2D1" presStyleIdx="2" presStyleCnt="5" custAng="10800000" custFlipHor="1" custScaleX="110096" custLinFactNeighborX="4701" custLinFactNeighborY="3248"/>
      <dgm:spPr/>
    </dgm:pt>
    <dgm:pt modelId="{32B8E9F6-0C83-4724-AC32-EEBA285A8D16}" type="pres">
      <dgm:prSet presAssocID="{17E0DFD4-7BA5-471C-9FEE-5D28C187C072}" presName="connectorText" presStyleLbl="sibTrans2D1" presStyleIdx="2" presStyleCnt="5"/>
      <dgm:spPr/>
    </dgm:pt>
    <dgm:pt modelId="{4F9FA3B5-74BC-45BD-9D4E-D91CC0D80D1E}" type="pres">
      <dgm:prSet presAssocID="{7CD45E90-0B00-4D96-981B-CBDD9C022C4E}" presName="node" presStyleLbl="node1" presStyleIdx="3" presStyleCnt="6">
        <dgm:presLayoutVars>
          <dgm:bulletEnabled val="1"/>
        </dgm:presLayoutVars>
      </dgm:prSet>
      <dgm:spPr/>
    </dgm:pt>
    <dgm:pt modelId="{0791AAA8-67FC-4B7D-8999-3A8F71CEC2AC}" type="pres">
      <dgm:prSet presAssocID="{9EE097CF-AD0B-47FB-A94A-308E6E88FD9F}" presName="sibTrans" presStyleLbl="sibTrans2D1" presStyleIdx="3" presStyleCnt="5"/>
      <dgm:spPr/>
    </dgm:pt>
    <dgm:pt modelId="{F2B835A3-4C33-423B-A0AE-F42856A7C4A4}" type="pres">
      <dgm:prSet presAssocID="{9EE097CF-AD0B-47FB-A94A-308E6E88FD9F}" presName="connectorText" presStyleLbl="sibTrans2D1" presStyleIdx="3" presStyleCnt="5"/>
      <dgm:spPr/>
    </dgm:pt>
    <dgm:pt modelId="{2B1E9E0B-87D3-4A2F-89AB-0D56BED2E797}" type="pres">
      <dgm:prSet presAssocID="{E901400C-1846-47ED-B571-7B2CFB95E77A}" presName="node" presStyleLbl="node1" presStyleIdx="4" presStyleCnt="6" custLinFactNeighborX="38676" custLinFactNeighborY="-558">
        <dgm:presLayoutVars>
          <dgm:bulletEnabled val="1"/>
        </dgm:presLayoutVars>
      </dgm:prSet>
      <dgm:spPr/>
    </dgm:pt>
    <dgm:pt modelId="{B4057DCE-652F-4C30-B5F1-E49CAFB92499}" type="pres">
      <dgm:prSet presAssocID="{0B7C017A-A2E9-41B0-BA87-FA033BBB7856}" presName="sibTrans" presStyleLbl="sibTrans2D1" presStyleIdx="4" presStyleCnt="5" custScaleX="173231" custScaleY="91129"/>
      <dgm:spPr/>
    </dgm:pt>
    <dgm:pt modelId="{092613AD-1222-4529-9439-A1F9EEE3F19D}" type="pres">
      <dgm:prSet presAssocID="{0B7C017A-A2E9-41B0-BA87-FA033BBB7856}" presName="connectorText" presStyleLbl="sibTrans2D1" presStyleIdx="4" presStyleCnt="5"/>
      <dgm:spPr/>
    </dgm:pt>
    <dgm:pt modelId="{06365A47-A6B6-444D-A588-E92406961CDB}" type="pres">
      <dgm:prSet presAssocID="{756F4BDC-7501-45A6-8A20-FB23B75568C0}" presName="node" presStyleLbl="node1" presStyleIdx="5" presStyleCnt="6" custLinFactX="1899" custLinFactNeighborX="100000" custLinFactNeighborY="-2116">
        <dgm:presLayoutVars>
          <dgm:bulletEnabled val="1"/>
        </dgm:presLayoutVars>
      </dgm:prSet>
      <dgm:spPr/>
    </dgm:pt>
  </dgm:ptLst>
  <dgm:cxnLst>
    <dgm:cxn modelId="{EDAA2B00-8249-449D-8711-3D9A98A28070}" type="presOf" srcId="{C3274065-0A1F-459F-AFF4-2A3D1DD1C65F}" destId="{0022B9DC-0CDE-4DFB-AAA1-B656F0CC10B6}" srcOrd="0" destOrd="0" presId="urn:microsoft.com/office/officeart/2005/8/layout/process1"/>
    <dgm:cxn modelId="{76E31E04-62B4-42CD-9F4B-1CB20E738A22}" type="presOf" srcId="{AD0FA62B-BADF-4B17-B120-962B49CD5384}" destId="{A19FD24E-4789-43FD-9A75-FA90DE1985B5}" srcOrd="0" destOrd="0" presId="urn:microsoft.com/office/officeart/2005/8/layout/process1"/>
    <dgm:cxn modelId="{2CBC660A-9E96-4F6C-827D-107B03D24BD3}" type="presOf" srcId="{2E0DB888-DB7F-48E8-B72B-A92ACECDC2A8}" destId="{A19FD24E-4789-43FD-9A75-FA90DE1985B5}" srcOrd="0" destOrd="2" presId="urn:microsoft.com/office/officeart/2005/8/layout/process1"/>
    <dgm:cxn modelId="{3C876D11-E420-4475-B6F2-63970A1670FC}" srcId="{ABDBC4A5-8AF5-4E19-A5EA-FBDDCDAF20A5}" destId="{AD0FA62B-BADF-4B17-B120-962B49CD5384}" srcOrd="1" destOrd="0" parTransId="{4BD23385-C8AE-48B5-B984-015D4C8BBC55}" sibTransId="{BF40DED0-FCD0-4AE9-B96B-2F8AFA7B4C19}"/>
    <dgm:cxn modelId="{1FFB3717-36EA-4CFF-AFA6-82BEA1BE7838}" type="presOf" srcId="{0B7C017A-A2E9-41B0-BA87-FA033BBB7856}" destId="{092613AD-1222-4529-9439-A1F9EEE3F19D}" srcOrd="1" destOrd="0" presId="urn:microsoft.com/office/officeart/2005/8/layout/process1"/>
    <dgm:cxn modelId="{9037B11B-0A34-453D-A7AA-64CEE3AEA92D}" srcId="{E901400C-1846-47ED-B571-7B2CFB95E77A}" destId="{4AE5FA8E-AE8A-412B-B434-8F57A5C63E50}" srcOrd="1" destOrd="0" parTransId="{A231D500-FEED-4E77-8E78-D5499C2CD4B0}" sibTransId="{1B649B38-E80C-4A43-AEAC-FBEFCBB532F2}"/>
    <dgm:cxn modelId="{060CA71D-A6EB-4E66-89B6-AE0E60E8F5F1}" srcId="{ABDBC4A5-8AF5-4E19-A5EA-FBDDCDAF20A5}" destId="{7CD45E90-0B00-4D96-981B-CBDD9C022C4E}" srcOrd="3" destOrd="0" parTransId="{6B286B77-8FBF-4862-A34E-4A94F2FB0D14}" sibTransId="{9EE097CF-AD0B-47FB-A94A-308E6E88FD9F}"/>
    <dgm:cxn modelId="{94DC1C24-5EA4-4E9D-9EA5-2134AF800053}" type="presOf" srcId="{9EE097CF-AD0B-47FB-A94A-308E6E88FD9F}" destId="{0791AAA8-67FC-4B7D-8999-3A8F71CEC2AC}" srcOrd="0" destOrd="0" presId="urn:microsoft.com/office/officeart/2005/8/layout/process1"/>
    <dgm:cxn modelId="{BC8BD736-99B9-4D33-8C2B-F06576C83AFC}" type="presOf" srcId="{ABDBC4A5-8AF5-4E19-A5EA-FBDDCDAF20A5}" destId="{C1806615-40BA-4660-A41A-187A59204E8F}" srcOrd="0" destOrd="0" presId="urn:microsoft.com/office/officeart/2005/8/layout/process1"/>
    <dgm:cxn modelId="{DCB6BB38-1508-4B8B-B994-09E338639ED8}" type="presOf" srcId="{67C2C281-27E0-4154-AE54-D8CE8ED2488A}" destId="{06365A47-A6B6-444D-A588-E92406961CDB}" srcOrd="0" destOrd="2" presId="urn:microsoft.com/office/officeart/2005/8/layout/process1"/>
    <dgm:cxn modelId="{5AFB1B3A-5D48-475A-A356-A9806A269D73}" type="presOf" srcId="{BF40DED0-FCD0-4AE9-B96B-2F8AFA7B4C19}" destId="{91D29A1E-BB7D-4D92-9846-1720105F4433}" srcOrd="1" destOrd="0" presId="urn:microsoft.com/office/officeart/2005/8/layout/process1"/>
    <dgm:cxn modelId="{577EA640-97D7-426A-9B34-92073FCB1EC0}" type="presOf" srcId="{0B7C017A-A2E9-41B0-BA87-FA033BBB7856}" destId="{B4057DCE-652F-4C30-B5F1-E49CAFB92499}" srcOrd="0" destOrd="0" presId="urn:microsoft.com/office/officeart/2005/8/layout/process1"/>
    <dgm:cxn modelId="{3973B149-0835-42EC-96F1-70E6625B1600}" type="presOf" srcId="{AD1115B5-B1E2-4009-B25E-A631D6E95913}" destId="{DC185D3F-FE77-461B-999F-AFC7EEAF69C5}" srcOrd="0" destOrd="1" presId="urn:microsoft.com/office/officeart/2005/8/layout/process1"/>
    <dgm:cxn modelId="{5053296A-91BF-4AA9-96FF-2E42C560CBAF}" srcId="{7CD45E90-0B00-4D96-981B-CBDD9C022C4E}" destId="{78BF0B33-EF9D-4BD6-BA72-FC7A97BB65AE}" srcOrd="0" destOrd="0" parTransId="{295459E9-EB7F-4FC1-BE67-023B954B7335}" sibTransId="{371C4A34-F221-4226-B3A0-FCECC98B60F4}"/>
    <dgm:cxn modelId="{7EB99A4D-A322-439C-A982-F339A34B8660}" srcId="{AD0FA62B-BADF-4B17-B120-962B49CD5384}" destId="{9C7C21CF-427D-4E60-8765-2148ECBDA3C0}" srcOrd="0" destOrd="0" parTransId="{FCEFB17B-65FB-4DB4-8BD7-FEDCC4DBAB60}" sibTransId="{F6796D09-D6AA-4760-A75A-A826703E9C67}"/>
    <dgm:cxn modelId="{D702B14F-8273-4F3B-AB50-DCD92BD202BE}" type="presOf" srcId="{C86C6B43-58F6-4562-9A8B-86F45F628571}" destId="{DC185D3F-FE77-461B-999F-AFC7EEAF69C5}" srcOrd="0" destOrd="0" presId="urn:microsoft.com/office/officeart/2005/8/layout/process1"/>
    <dgm:cxn modelId="{5F241E73-20EE-4DC1-9699-EF3773E0F58F}" srcId="{C3274065-0A1F-459F-AFF4-2A3D1DD1C65F}" destId="{10FFFE30-BB20-4655-932E-CFF51ADD1D69}" srcOrd="1" destOrd="0" parTransId="{F5B81485-26B7-4E7E-BD29-3B1386C515BE}" sibTransId="{16FDC964-8BCE-4D41-9F98-3D1BC57940C3}"/>
    <dgm:cxn modelId="{E39FC857-4724-40DA-BC56-0CC738F0CEC7}" type="presOf" srcId="{859870D0-3500-4658-A60C-8E64FA5E6171}" destId="{2B1E9E0B-87D3-4A2F-89AB-0D56BED2E797}" srcOrd="0" destOrd="1" presId="urn:microsoft.com/office/officeart/2005/8/layout/process1"/>
    <dgm:cxn modelId="{C304D478-DFA2-4C3F-8892-AA44A4BC7B4E}" srcId="{C3274065-0A1F-459F-AFF4-2A3D1DD1C65F}" destId="{C3F6AC9D-5CCC-4B8A-8B1E-1DA9AE6BB887}" srcOrd="0" destOrd="0" parTransId="{14C83473-F688-4D55-B6DD-845C15FACA42}" sibTransId="{C415DD48-4D32-4716-BD0E-AF325216196A}"/>
    <dgm:cxn modelId="{9FF0B359-2B14-43AD-BFF4-B36DBFC3F912}" type="presOf" srcId="{D17B7519-6F09-4CFF-889C-5DE26DF8D5C0}" destId="{DC185D3F-FE77-461B-999F-AFC7EEAF69C5}" srcOrd="0" destOrd="2" presId="urn:microsoft.com/office/officeart/2005/8/layout/process1"/>
    <dgm:cxn modelId="{0624177C-0DDE-4B30-AB92-8FF366E408A3}" srcId="{ABDBC4A5-8AF5-4E19-A5EA-FBDDCDAF20A5}" destId="{E901400C-1846-47ED-B571-7B2CFB95E77A}" srcOrd="4" destOrd="0" parTransId="{EA0F044E-20C4-49DB-80F0-49AA63522245}" sibTransId="{0B7C017A-A2E9-41B0-BA87-FA033BBB7856}"/>
    <dgm:cxn modelId="{60D65688-7ED6-4AD2-9792-BB8AD5F4C434}" srcId="{AD0FA62B-BADF-4B17-B120-962B49CD5384}" destId="{2E0DB888-DB7F-48E8-B72B-A92ACECDC2A8}" srcOrd="1" destOrd="0" parTransId="{B906F711-196E-4DE9-9011-A0FD5B3EDD8D}" sibTransId="{BB5D56B5-ECA8-49AC-8E05-5C8FEF084EB2}"/>
    <dgm:cxn modelId="{1B4F1E8B-A00B-436A-A2E5-B8CC4D228649}" type="presOf" srcId="{22B2FDDA-5E8A-4956-974E-F0499B128BDD}" destId="{B27437C1-D631-4A3A-999B-C7A091344474}" srcOrd="0" destOrd="0" presId="urn:microsoft.com/office/officeart/2005/8/layout/process1"/>
    <dgm:cxn modelId="{E4492E90-562D-4D2E-84FC-E68CC7DC17FA}" type="presOf" srcId="{9EE097CF-AD0B-47FB-A94A-308E6E88FD9F}" destId="{F2B835A3-4C33-423B-A0AE-F42856A7C4A4}" srcOrd="1" destOrd="0" presId="urn:microsoft.com/office/officeart/2005/8/layout/process1"/>
    <dgm:cxn modelId="{D36AFAA2-1492-4BC5-9D2D-555B51B6BF56}" srcId="{756F4BDC-7501-45A6-8A20-FB23B75568C0}" destId="{F49D172F-48EF-4426-AC48-E7BA06098FC1}" srcOrd="0" destOrd="0" parTransId="{CED42339-3DE4-4212-BEC9-8F5C69B27CC9}" sibTransId="{765816B4-4EA2-4AF5-BA51-B305B954227B}"/>
    <dgm:cxn modelId="{C0D6B2A6-BC97-4E08-B3D2-5806B06D8186}" type="presOf" srcId="{17E0DFD4-7BA5-471C-9FEE-5D28C187C072}" destId="{61237FC0-7F09-4D1C-B8A4-6D914D38C66D}" srcOrd="0" destOrd="0" presId="urn:microsoft.com/office/officeart/2005/8/layout/process1"/>
    <dgm:cxn modelId="{78D6E7AD-E9D5-4E56-B2ED-1D45B8CCAFFC}" type="presOf" srcId="{9C7C21CF-427D-4E60-8765-2148ECBDA3C0}" destId="{A19FD24E-4789-43FD-9A75-FA90DE1985B5}" srcOrd="0" destOrd="1" presId="urn:microsoft.com/office/officeart/2005/8/layout/process1"/>
    <dgm:cxn modelId="{E63260B2-72B5-4D40-9567-C01D1D6A0AAB}" type="presOf" srcId="{F49D172F-48EF-4426-AC48-E7BA06098FC1}" destId="{06365A47-A6B6-444D-A588-E92406961CDB}" srcOrd="0" destOrd="1" presId="urn:microsoft.com/office/officeart/2005/8/layout/process1"/>
    <dgm:cxn modelId="{EDFFCCB2-6541-4647-BDFE-5CD1038C58EE}" type="presOf" srcId="{C3F6AC9D-5CCC-4B8A-8B1E-1DA9AE6BB887}" destId="{0022B9DC-0CDE-4DFB-AAA1-B656F0CC10B6}" srcOrd="0" destOrd="1" presId="urn:microsoft.com/office/officeart/2005/8/layout/process1"/>
    <dgm:cxn modelId="{D6FF00B7-8AC6-4795-8FD0-E48D3F3726D7}" type="presOf" srcId="{78BF0B33-EF9D-4BD6-BA72-FC7A97BB65AE}" destId="{4F9FA3B5-74BC-45BD-9D4E-D91CC0D80D1E}" srcOrd="0" destOrd="1" presId="urn:microsoft.com/office/officeart/2005/8/layout/process1"/>
    <dgm:cxn modelId="{B9678BC2-685B-44CB-AC5F-F038B2A320C0}" type="presOf" srcId="{4AE5FA8E-AE8A-412B-B434-8F57A5C63E50}" destId="{2B1E9E0B-87D3-4A2F-89AB-0D56BED2E797}" srcOrd="0" destOrd="2" presId="urn:microsoft.com/office/officeart/2005/8/layout/process1"/>
    <dgm:cxn modelId="{D4EC62C3-E3B7-48DA-B3C3-2551C427029D}" srcId="{ABDBC4A5-8AF5-4E19-A5EA-FBDDCDAF20A5}" destId="{C3274065-0A1F-459F-AFF4-2A3D1DD1C65F}" srcOrd="0" destOrd="0" parTransId="{26E584AB-E257-48F9-ADD1-803E35FD3A90}" sibTransId="{22B2FDDA-5E8A-4956-974E-F0499B128BDD}"/>
    <dgm:cxn modelId="{B7A230C7-D300-47AD-839D-CED1B6865FD7}" type="presOf" srcId="{E901400C-1846-47ED-B571-7B2CFB95E77A}" destId="{2B1E9E0B-87D3-4A2F-89AB-0D56BED2E797}" srcOrd="0" destOrd="0" presId="urn:microsoft.com/office/officeart/2005/8/layout/process1"/>
    <dgm:cxn modelId="{05109CD0-7B38-414C-9791-2D590115FF94}" type="presOf" srcId="{22B2FDDA-5E8A-4956-974E-F0499B128BDD}" destId="{53883148-81E0-46BB-94E1-6F0EBB3151C1}" srcOrd="1" destOrd="0" presId="urn:microsoft.com/office/officeart/2005/8/layout/process1"/>
    <dgm:cxn modelId="{750B5CD3-E9CB-416F-8FED-10FC0BABF7E1}" srcId="{C86C6B43-58F6-4562-9A8B-86F45F628571}" destId="{AD1115B5-B1E2-4009-B25E-A631D6E95913}" srcOrd="0" destOrd="0" parTransId="{1B066A71-67CB-43F6-85BC-04142662FEF5}" sibTransId="{E9A62C97-D887-4C41-AD37-330E7925A3B4}"/>
    <dgm:cxn modelId="{7F6000D9-206E-4DFE-8A71-69A7A04A795E}" srcId="{E901400C-1846-47ED-B571-7B2CFB95E77A}" destId="{859870D0-3500-4658-A60C-8E64FA5E6171}" srcOrd="0" destOrd="0" parTransId="{4F1FE82B-3E8F-47E2-95F3-40DD0ADAD241}" sibTransId="{8C633FD6-02E1-4EFB-A06B-4068A76B78E2}"/>
    <dgm:cxn modelId="{361580DD-FF86-4FE8-878B-64822BDA2688}" type="presOf" srcId="{756F4BDC-7501-45A6-8A20-FB23B75568C0}" destId="{06365A47-A6B6-444D-A588-E92406961CDB}" srcOrd="0" destOrd="0" presId="urn:microsoft.com/office/officeart/2005/8/layout/process1"/>
    <dgm:cxn modelId="{5C5894DE-878D-4326-AC8A-BCEEEE64E516}" type="presOf" srcId="{10FFFE30-BB20-4655-932E-CFF51ADD1D69}" destId="{0022B9DC-0CDE-4DFB-AAA1-B656F0CC10B6}" srcOrd="0" destOrd="2" presId="urn:microsoft.com/office/officeart/2005/8/layout/process1"/>
    <dgm:cxn modelId="{D2DBEFDE-C4D2-47FB-B58A-001C0A711C0D}" type="presOf" srcId="{17E0DFD4-7BA5-471C-9FEE-5D28C187C072}" destId="{32B8E9F6-0C83-4724-AC32-EEBA285A8D16}" srcOrd="1" destOrd="0" presId="urn:microsoft.com/office/officeart/2005/8/layout/process1"/>
    <dgm:cxn modelId="{271F15E2-3878-43C1-BC1A-7ADC8FC7A6A2}" type="presOf" srcId="{7CD45E90-0B00-4D96-981B-CBDD9C022C4E}" destId="{4F9FA3B5-74BC-45BD-9D4E-D91CC0D80D1E}" srcOrd="0" destOrd="0" presId="urn:microsoft.com/office/officeart/2005/8/layout/process1"/>
    <dgm:cxn modelId="{1D3FFAE8-0C23-4D34-927C-83F184D53517}" srcId="{C86C6B43-58F6-4562-9A8B-86F45F628571}" destId="{D17B7519-6F09-4CFF-889C-5DE26DF8D5C0}" srcOrd="1" destOrd="0" parTransId="{BD9B3F03-CEDE-4E9A-AC8D-F54668CA2ABA}" sibTransId="{A2623848-EA2D-48C9-811E-9B7E07CC046F}"/>
    <dgm:cxn modelId="{CE37A8ED-FC23-4981-AB43-0631E4F2ADC6}" srcId="{ABDBC4A5-8AF5-4E19-A5EA-FBDDCDAF20A5}" destId="{756F4BDC-7501-45A6-8A20-FB23B75568C0}" srcOrd="5" destOrd="0" parTransId="{494A6F96-C8DF-4571-9A7F-D6DF08F52960}" sibTransId="{F3F9127A-3301-4F39-945B-B953624ECF91}"/>
    <dgm:cxn modelId="{ADE70FF8-EF8F-4CDE-9966-0ECC8E2EDF8F}" srcId="{756F4BDC-7501-45A6-8A20-FB23B75568C0}" destId="{67C2C281-27E0-4154-AE54-D8CE8ED2488A}" srcOrd="1" destOrd="0" parTransId="{E95FCABB-56F6-4C4C-8CAD-54AAD6C4534A}" sibTransId="{3CEFAAEB-6E85-4B86-B09B-83B81D2D82BE}"/>
    <dgm:cxn modelId="{36E64AFB-4F95-4897-8907-D4DB40BBBA75}" type="presOf" srcId="{BF40DED0-FCD0-4AE9-B96B-2F8AFA7B4C19}" destId="{F7C48118-4999-49CB-B2B2-CBA1D350C0A1}" srcOrd="0" destOrd="0" presId="urn:microsoft.com/office/officeart/2005/8/layout/process1"/>
    <dgm:cxn modelId="{B3E11DFE-FCC9-4B73-94A6-717F3B7576F4}" srcId="{ABDBC4A5-8AF5-4E19-A5EA-FBDDCDAF20A5}" destId="{C86C6B43-58F6-4562-9A8B-86F45F628571}" srcOrd="2" destOrd="0" parTransId="{3DDA3ADF-3F0A-41ED-8197-53C11A5E9F0D}" sibTransId="{17E0DFD4-7BA5-471C-9FEE-5D28C187C072}"/>
    <dgm:cxn modelId="{7CFFCEBE-5FBC-493F-AD06-93B011E06C40}" type="presParOf" srcId="{C1806615-40BA-4660-A41A-187A59204E8F}" destId="{0022B9DC-0CDE-4DFB-AAA1-B656F0CC10B6}" srcOrd="0" destOrd="0" presId="urn:microsoft.com/office/officeart/2005/8/layout/process1"/>
    <dgm:cxn modelId="{A4D66504-E2CD-4733-ACA0-7C75060E129D}" type="presParOf" srcId="{C1806615-40BA-4660-A41A-187A59204E8F}" destId="{B27437C1-D631-4A3A-999B-C7A091344474}" srcOrd="1" destOrd="0" presId="urn:microsoft.com/office/officeart/2005/8/layout/process1"/>
    <dgm:cxn modelId="{8F38962E-6402-42B9-8CA5-BDBFD617DBB3}" type="presParOf" srcId="{B27437C1-D631-4A3A-999B-C7A091344474}" destId="{53883148-81E0-46BB-94E1-6F0EBB3151C1}" srcOrd="0" destOrd="0" presId="urn:microsoft.com/office/officeart/2005/8/layout/process1"/>
    <dgm:cxn modelId="{F58FDC44-7C3A-4A8A-8248-D62C34143D91}" type="presParOf" srcId="{C1806615-40BA-4660-A41A-187A59204E8F}" destId="{A19FD24E-4789-43FD-9A75-FA90DE1985B5}" srcOrd="2" destOrd="0" presId="urn:microsoft.com/office/officeart/2005/8/layout/process1"/>
    <dgm:cxn modelId="{155381AD-8DD2-4364-9CEE-69248DAE06CE}" type="presParOf" srcId="{C1806615-40BA-4660-A41A-187A59204E8F}" destId="{F7C48118-4999-49CB-B2B2-CBA1D350C0A1}" srcOrd="3" destOrd="0" presId="urn:microsoft.com/office/officeart/2005/8/layout/process1"/>
    <dgm:cxn modelId="{BA342841-6183-4436-8A36-DCCA37037B2D}" type="presParOf" srcId="{F7C48118-4999-49CB-B2B2-CBA1D350C0A1}" destId="{91D29A1E-BB7D-4D92-9846-1720105F4433}" srcOrd="0" destOrd="0" presId="urn:microsoft.com/office/officeart/2005/8/layout/process1"/>
    <dgm:cxn modelId="{DEDF369E-01A4-4D4B-BAAB-4FF9CCDDFD3B}" type="presParOf" srcId="{C1806615-40BA-4660-A41A-187A59204E8F}" destId="{DC185D3F-FE77-461B-999F-AFC7EEAF69C5}" srcOrd="4" destOrd="0" presId="urn:microsoft.com/office/officeart/2005/8/layout/process1"/>
    <dgm:cxn modelId="{6A8C2142-BE2C-464B-8E91-54D480B7EEF3}" type="presParOf" srcId="{C1806615-40BA-4660-A41A-187A59204E8F}" destId="{61237FC0-7F09-4D1C-B8A4-6D914D38C66D}" srcOrd="5" destOrd="0" presId="urn:microsoft.com/office/officeart/2005/8/layout/process1"/>
    <dgm:cxn modelId="{1C1F149F-0273-4513-843D-4466D51074CC}" type="presParOf" srcId="{61237FC0-7F09-4D1C-B8A4-6D914D38C66D}" destId="{32B8E9F6-0C83-4724-AC32-EEBA285A8D16}" srcOrd="0" destOrd="0" presId="urn:microsoft.com/office/officeart/2005/8/layout/process1"/>
    <dgm:cxn modelId="{3D051E93-1E7D-484E-A34E-695740819E3A}" type="presParOf" srcId="{C1806615-40BA-4660-A41A-187A59204E8F}" destId="{4F9FA3B5-74BC-45BD-9D4E-D91CC0D80D1E}" srcOrd="6" destOrd="0" presId="urn:microsoft.com/office/officeart/2005/8/layout/process1"/>
    <dgm:cxn modelId="{B51B0F66-F3C4-409B-92FC-CE937CE69DE0}" type="presParOf" srcId="{C1806615-40BA-4660-A41A-187A59204E8F}" destId="{0791AAA8-67FC-4B7D-8999-3A8F71CEC2AC}" srcOrd="7" destOrd="0" presId="urn:microsoft.com/office/officeart/2005/8/layout/process1"/>
    <dgm:cxn modelId="{0BEDB08B-F760-4061-AE31-08DB72558E73}" type="presParOf" srcId="{0791AAA8-67FC-4B7D-8999-3A8F71CEC2AC}" destId="{F2B835A3-4C33-423B-A0AE-F42856A7C4A4}" srcOrd="0" destOrd="0" presId="urn:microsoft.com/office/officeart/2005/8/layout/process1"/>
    <dgm:cxn modelId="{17D6214B-51CB-4B63-85E3-A07991170E4E}" type="presParOf" srcId="{C1806615-40BA-4660-A41A-187A59204E8F}" destId="{2B1E9E0B-87D3-4A2F-89AB-0D56BED2E797}" srcOrd="8" destOrd="0" presId="urn:microsoft.com/office/officeart/2005/8/layout/process1"/>
    <dgm:cxn modelId="{69FCDDA6-91BC-44BF-8348-9CDB9D39D142}" type="presParOf" srcId="{C1806615-40BA-4660-A41A-187A59204E8F}" destId="{B4057DCE-652F-4C30-B5F1-E49CAFB92499}" srcOrd="9" destOrd="0" presId="urn:microsoft.com/office/officeart/2005/8/layout/process1"/>
    <dgm:cxn modelId="{0F953FF7-48E2-484F-BBD3-4C4BBC857315}" type="presParOf" srcId="{B4057DCE-652F-4C30-B5F1-E49CAFB92499}" destId="{092613AD-1222-4529-9439-A1F9EEE3F19D}" srcOrd="0" destOrd="0" presId="urn:microsoft.com/office/officeart/2005/8/layout/process1"/>
    <dgm:cxn modelId="{D6F7F93D-C799-4625-BBE5-F3EAD6592216}" type="presParOf" srcId="{C1806615-40BA-4660-A41A-187A59204E8F}" destId="{06365A47-A6B6-444D-A588-E92406961CDB}"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82B970A-343D-4CF1-ACD8-1E2928BB0BB1}" type="doc">
      <dgm:prSet loTypeId="urn:microsoft.com/office/officeart/2005/8/layout/radial4" loCatId="relationship" qsTypeId="urn:microsoft.com/office/officeart/2005/8/quickstyle/simple2" qsCatId="simple" csTypeId="urn:microsoft.com/office/officeart/2005/8/colors/accent4_2" csCatId="accent4" phldr="1"/>
      <dgm:spPr/>
      <dgm:t>
        <a:bodyPr/>
        <a:lstStyle/>
        <a:p>
          <a:endParaRPr lang="en-IN"/>
        </a:p>
      </dgm:t>
    </dgm:pt>
    <dgm:pt modelId="{50075DFF-BDD2-4B22-BB45-D72E355A0837}">
      <dgm:prSet phldrT="[Text]" custT="1"/>
      <dgm:spPr/>
      <dgm:t>
        <a:bodyPr/>
        <a:lstStyle/>
        <a:p>
          <a:pPr>
            <a:buNone/>
          </a:pPr>
          <a:r>
            <a:rPr lang="en-GB" sz="3500" noProof="0" dirty="0"/>
            <a:t>Hybrid Analysis - Interaction Diagram</a:t>
          </a:r>
        </a:p>
      </dgm:t>
    </dgm:pt>
    <dgm:pt modelId="{8EBEC8EE-1475-4134-9795-1AD1D3E69769}" type="parTrans" cxnId="{16815193-993C-4DD3-9052-FCC6BEFAB67F}">
      <dgm:prSet/>
      <dgm:spPr/>
      <dgm:t>
        <a:bodyPr/>
        <a:lstStyle/>
        <a:p>
          <a:endParaRPr lang="en-IN"/>
        </a:p>
      </dgm:t>
    </dgm:pt>
    <dgm:pt modelId="{0A9D0EF0-9EBE-48F2-82FB-8B164A14BE5E}" type="sibTrans" cxnId="{16815193-993C-4DD3-9052-FCC6BEFAB67F}">
      <dgm:prSet/>
      <dgm:spPr/>
      <dgm:t>
        <a:bodyPr/>
        <a:lstStyle/>
        <a:p>
          <a:endParaRPr lang="en-IN"/>
        </a:p>
      </dgm:t>
    </dgm:pt>
    <dgm:pt modelId="{0211A353-289D-4524-9D3F-247B3468225E}">
      <dgm:prSet phldrT="[Text]"/>
      <dgm:spPr/>
      <dgm:t>
        <a:bodyPr/>
        <a:lstStyle/>
        <a:p>
          <a:pPr>
            <a:buNone/>
          </a:pPr>
          <a:r>
            <a:rPr lang="en-GB" noProof="0" dirty="0"/>
            <a:t>Static Code Structure</a:t>
          </a:r>
        </a:p>
      </dgm:t>
    </dgm:pt>
    <dgm:pt modelId="{C2F80ECA-2972-44EA-8274-BBC94B98BF8F}" type="parTrans" cxnId="{488FA463-4D2D-4F01-8629-5F245FEF84D9}">
      <dgm:prSet/>
      <dgm:spPr/>
      <dgm:t>
        <a:bodyPr/>
        <a:lstStyle/>
        <a:p>
          <a:endParaRPr lang="en-IN"/>
        </a:p>
      </dgm:t>
    </dgm:pt>
    <dgm:pt modelId="{7177C19B-DE9F-4C96-86E7-96571403DBE9}" type="sibTrans" cxnId="{488FA463-4D2D-4F01-8629-5F245FEF84D9}">
      <dgm:prSet/>
      <dgm:spPr/>
      <dgm:t>
        <a:bodyPr/>
        <a:lstStyle/>
        <a:p>
          <a:endParaRPr lang="en-IN"/>
        </a:p>
      </dgm:t>
    </dgm:pt>
    <dgm:pt modelId="{FA687220-3D64-4729-97B5-56C3B0CB4991}">
      <dgm:prSet phldrT="[Text]"/>
      <dgm:spPr/>
      <dgm:t>
        <a:bodyPr/>
        <a:lstStyle/>
        <a:p>
          <a:r>
            <a:rPr lang="en-GB" noProof="0" dirty="0"/>
            <a:t>Runtime Traces</a:t>
          </a:r>
        </a:p>
      </dgm:t>
    </dgm:pt>
    <dgm:pt modelId="{50770C6B-5AEF-4BF8-8C77-2C95B4E196AA}" type="parTrans" cxnId="{7386F78F-1D2E-458D-BF2D-B78550D9070B}">
      <dgm:prSet/>
      <dgm:spPr/>
      <dgm:t>
        <a:bodyPr/>
        <a:lstStyle/>
        <a:p>
          <a:endParaRPr lang="en-IN"/>
        </a:p>
      </dgm:t>
    </dgm:pt>
    <dgm:pt modelId="{A68AE9DD-55CD-4847-ADCA-BACF42E16F3A}" type="sibTrans" cxnId="{7386F78F-1D2E-458D-BF2D-B78550D9070B}">
      <dgm:prSet/>
      <dgm:spPr/>
      <dgm:t>
        <a:bodyPr/>
        <a:lstStyle/>
        <a:p>
          <a:endParaRPr lang="en-IN"/>
        </a:p>
      </dgm:t>
    </dgm:pt>
    <dgm:pt modelId="{82E91E0B-8AC0-4C2B-8161-BBAF5DB50A07}" type="pres">
      <dgm:prSet presAssocID="{282B970A-343D-4CF1-ACD8-1E2928BB0BB1}" presName="cycle" presStyleCnt="0">
        <dgm:presLayoutVars>
          <dgm:chMax val="1"/>
          <dgm:dir/>
          <dgm:animLvl val="ctr"/>
          <dgm:resizeHandles val="exact"/>
        </dgm:presLayoutVars>
      </dgm:prSet>
      <dgm:spPr/>
    </dgm:pt>
    <dgm:pt modelId="{E6E6520F-46AA-4630-9440-F84329110735}" type="pres">
      <dgm:prSet presAssocID="{50075DFF-BDD2-4B22-BB45-D72E355A0837}" presName="centerShape" presStyleLbl="node0" presStyleIdx="0" presStyleCnt="1" custScaleX="124053" custScaleY="126718"/>
      <dgm:spPr/>
    </dgm:pt>
    <dgm:pt modelId="{B8ACAC19-9BEB-4097-ADE6-D47CB3C1FDF8}" type="pres">
      <dgm:prSet presAssocID="{C2F80ECA-2972-44EA-8274-BBC94B98BF8F}" presName="parTrans" presStyleLbl="bgSibTrans2D1" presStyleIdx="0" presStyleCnt="2"/>
      <dgm:spPr/>
    </dgm:pt>
    <dgm:pt modelId="{E76856CA-843E-4B14-9B79-40084004CF3F}" type="pres">
      <dgm:prSet presAssocID="{0211A353-289D-4524-9D3F-247B3468225E}" presName="node" presStyleLbl="node1" presStyleIdx="0" presStyleCnt="2">
        <dgm:presLayoutVars>
          <dgm:bulletEnabled val="1"/>
        </dgm:presLayoutVars>
      </dgm:prSet>
      <dgm:spPr/>
    </dgm:pt>
    <dgm:pt modelId="{76CBC3C4-A747-4381-B8A5-1715FFDFC7F8}" type="pres">
      <dgm:prSet presAssocID="{50770C6B-5AEF-4BF8-8C77-2C95B4E196AA}" presName="parTrans" presStyleLbl="bgSibTrans2D1" presStyleIdx="1" presStyleCnt="2"/>
      <dgm:spPr/>
    </dgm:pt>
    <dgm:pt modelId="{259CC2E9-93BA-4ED4-A047-1AE3733F2CB5}" type="pres">
      <dgm:prSet presAssocID="{FA687220-3D64-4729-97B5-56C3B0CB4991}" presName="node" presStyleLbl="node1" presStyleIdx="1" presStyleCnt="2">
        <dgm:presLayoutVars>
          <dgm:bulletEnabled val="1"/>
        </dgm:presLayoutVars>
      </dgm:prSet>
      <dgm:spPr/>
    </dgm:pt>
  </dgm:ptLst>
  <dgm:cxnLst>
    <dgm:cxn modelId="{6283F10D-7F95-44CC-8320-B0B7C2BF51AF}" type="presOf" srcId="{FA687220-3D64-4729-97B5-56C3B0CB4991}" destId="{259CC2E9-93BA-4ED4-A047-1AE3733F2CB5}" srcOrd="0" destOrd="0" presId="urn:microsoft.com/office/officeart/2005/8/layout/radial4"/>
    <dgm:cxn modelId="{4DF85910-F88B-4685-BEE8-F04BD5478403}" type="presOf" srcId="{50770C6B-5AEF-4BF8-8C77-2C95B4E196AA}" destId="{76CBC3C4-A747-4381-B8A5-1715FFDFC7F8}" srcOrd="0" destOrd="0" presId="urn:microsoft.com/office/officeart/2005/8/layout/radial4"/>
    <dgm:cxn modelId="{488FA463-4D2D-4F01-8629-5F245FEF84D9}" srcId="{50075DFF-BDD2-4B22-BB45-D72E355A0837}" destId="{0211A353-289D-4524-9D3F-247B3468225E}" srcOrd="0" destOrd="0" parTransId="{C2F80ECA-2972-44EA-8274-BBC94B98BF8F}" sibTransId="{7177C19B-DE9F-4C96-86E7-96571403DBE9}"/>
    <dgm:cxn modelId="{86907D47-B84E-4805-9D79-215ABC31FB83}" type="presOf" srcId="{0211A353-289D-4524-9D3F-247B3468225E}" destId="{E76856CA-843E-4B14-9B79-40084004CF3F}" srcOrd="0" destOrd="0" presId="urn:microsoft.com/office/officeart/2005/8/layout/radial4"/>
    <dgm:cxn modelId="{7386F78F-1D2E-458D-BF2D-B78550D9070B}" srcId="{50075DFF-BDD2-4B22-BB45-D72E355A0837}" destId="{FA687220-3D64-4729-97B5-56C3B0CB4991}" srcOrd="1" destOrd="0" parTransId="{50770C6B-5AEF-4BF8-8C77-2C95B4E196AA}" sibTransId="{A68AE9DD-55CD-4847-ADCA-BACF42E16F3A}"/>
    <dgm:cxn modelId="{16815193-993C-4DD3-9052-FCC6BEFAB67F}" srcId="{282B970A-343D-4CF1-ACD8-1E2928BB0BB1}" destId="{50075DFF-BDD2-4B22-BB45-D72E355A0837}" srcOrd="0" destOrd="0" parTransId="{8EBEC8EE-1475-4134-9795-1AD1D3E69769}" sibTransId="{0A9D0EF0-9EBE-48F2-82FB-8B164A14BE5E}"/>
    <dgm:cxn modelId="{01A819B5-1592-4536-9FC5-7E476C656FBD}" type="presOf" srcId="{C2F80ECA-2972-44EA-8274-BBC94B98BF8F}" destId="{B8ACAC19-9BEB-4097-ADE6-D47CB3C1FDF8}" srcOrd="0" destOrd="0" presId="urn:microsoft.com/office/officeart/2005/8/layout/radial4"/>
    <dgm:cxn modelId="{F90622DF-7892-4921-B5AA-793A3C722ED0}" type="presOf" srcId="{282B970A-343D-4CF1-ACD8-1E2928BB0BB1}" destId="{82E91E0B-8AC0-4C2B-8161-BBAF5DB50A07}" srcOrd="0" destOrd="0" presId="urn:microsoft.com/office/officeart/2005/8/layout/radial4"/>
    <dgm:cxn modelId="{600F0AE8-A23C-4F7B-9D5C-F09DD9C5D52E}" type="presOf" srcId="{50075DFF-BDD2-4B22-BB45-D72E355A0837}" destId="{E6E6520F-46AA-4630-9440-F84329110735}" srcOrd="0" destOrd="0" presId="urn:microsoft.com/office/officeart/2005/8/layout/radial4"/>
    <dgm:cxn modelId="{DD358A00-28E4-463B-BB00-D2038B55C48F}" type="presParOf" srcId="{82E91E0B-8AC0-4C2B-8161-BBAF5DB50A07}" destId="{E6E6520F-46AA-4630-9440-F84329110735}" srcOrd="0" destOrd="0" presId="urn:microsoft.com/office/officeart/2005/8/layout/radial4"/>
    <dgm:cxn modelId="{40DC9475-6556-4EAD-8AD4-9D6D82F71BD5}" type="presParOf" srcId="{82E91E0B-8AC0-4C2B-8161-BBAF5DB50A07}" destId="{B8ACAC19-9BEB-4097-ADE6-D47CB3C1FDF8}" srcOrd="1" destOrd="0" presId="urn:microsoft.com/office/officeart/2005/8/layout/radial4"/>
    <dgm:cxn modelId="{A45E9887-4F57-4AD3-B090-544EFF98194C}" type="presParOf" srcId="{82E91E0B-8AC0-4C2B-8161-BBAF5DB50A07}" destId="{E76856CA-843E-4B14-9B79-40084004CF3F}" srcOrd="2" destOrd="0" presId="urn:microsoft.com/office/officeart/2005/8/layout/radial4"/>
    <dgm:cxn modelId="{2B33A4EC-6F98-453B-9D04-A61AD5672B65}" type="presParOf" srcId="{82E91E0B-8AC0-4C2B-8161-BBAF5DB50A07}" destId="{76CBC3C4-A747-4381-B8A5-1715FFDFC7F8}" srcOrd="3" destOrd="0" presId="urn:microsoft.com/office/officeart/2005/8/layout/radial4"/>
    <dgm:cxn modelId="{396128FF-F9A9-4A45-B224-F71282ECDC70}" type="presParOf" srcId="{82E91E0B-8AC0-4C2B-8161-BBAF5DB50A07}" destId="{259CC2E9-93BA-4ED4-A047-1AE3733F2CB5}" srcOrd="4" destOrd="0" presId="urn:microsoft.com/office/officeart/2005/8/layout/radial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65AB167-C5F2-4B06-98B2-0C690836CB92}" type="doc">
      <dgm:prSet loTypeId="urn:microsoft.com/office/officeart/2005/8/layout/process1" loCatId="process" qsTypeId="urn:microsoft.com/office/officeart/2005/8/quickstyle/simple1" qsCatId="simple" csTypeId="urn:microsoft.com/office/officeart/2005/8/colors/accent4_2" csCatId="accent4" phldr="1"/>
      <dgm:spPr/>
      <dgm:t>
        <a:bodyPr/>
        <a:lstStyle/>
        <a:p>
          <a:endParaRPr lang="en-GB"/>
        </a:p>
      </dgm:t>
    </dgm:pt>
    <dgm:pt modelId="{BDB8574A-EB20-4CBF-A2CB-822783CC6FC0}">
      <dgm:prSet phldrT="[Text]"/>
      <dgm:spPr/>
      <dgm:t>
        <a:bodyPr/>
        <a:lstStyle/>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 Source Code</a:t>
          </a:r>
          <a:endParaRPr lang="en-GB" noProof="0" dirty="0"/>
        </a:p>
      </dgm:t>
    </dgm:pt>
    <dgm:pt modelId="{DD69CB6C-D04D-4C90-8B7C-387472BEC3AA}" type="parTrans" cxnId="{E647244A-6564-4575-9CE9-2871755F72C7}">
      <dgm:prSet/>
      <dgm:spPr/>
      <dgm:t>
        <a:bodyPr/>
        <a:lstStyle/>
        <a:p>
          <a:endParaRPr lang="en-GB"/>
        </a:p>
      </dgm:t>
    </dgm:pt>
    <dgm:pt modelId="{C4F8E8CA-E2D3-4875-9D7A-1398837A2BEF}" type="sibTrans" cxnId="{E647244A-6564-4575-9CE9-2871755F72C7}">
      <dgm:prSet/>
      <dgm:spPr/>
      <dgm:t>
        <a:bodyPr/>
        <a:lstStyle/>
        <a:p>
          <a:endParaRPr lang="en-GB" noProof="0" dirty="0"/>
        </a:p>
      </dgm:t>
    </dgm:pt>
    <dgm:pt modelId="{7027F2C2-AEE3-41B4-8725-046FC24C1EF2}">
      <dgm:prSet phldrT="[Text]" custT="1"/>
      <dgm:spPr/>
      <dgm:t>
        <a:bodyPr/>
        <a:lstStyle/>
        <a:p>
          <a:pPr algn="l"/>
          <a: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Neo4j Property Graph (via Renaissance tool)</a:t>
          </a:r>
        </a:p>
        <a:p>
          <a:pPr algn="l"/>
          <a:r>
            <a:rPr lang="en-GB" sz="105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Nodes: Components, Functions, Namespaces</a:t>
          </a:r>
        </a:p>
        <a:p>
          <a:pPr algn="l"/>
          <a:r>
            <a:rPr lang="en-GB" sz="105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Edges: CALLS, INCLUDES, INHERITS, USES</a:t>
          </a:r>
          <a:endParaRPr lang="en-GB" sz="1050" b="0" noProof="0" dirty="0"/>
        </a:p>
      </dgm:t>
    </dgm:pt>
    <dgm:pt modelId="{87368B0A-3CA2-4BE2-869B-EBFF9029E1EA}" type="parTrans" cxnId="{DEDC84B8-94FD-4585-AFE9-83C2E7E837A6}">
      <dgm:prSet/>
      <dgm:spPr/>
      <dgm:t>
        <a:bodyPr/>
        <a:lstStyle/>
        <a:p>
          <a:endParaRPr lang="en-GB"/>
        </a:p>
      </dgm:t>
    </dgm:pt>
    <dgm:pt modelId="{6D110883-3BAA-498D-833F-ADCFCAE10163}" type="sibTrans" cxnId="{DEDC84B8-94FD-4585-AFE9-83C2E7E837A6}">
      <dgm:prSet/>
      <dgm:spPr/>
      <dgm:t>
        <a:bodyPr/>
        <a:lstStyle/>
        <a:p>
          <a:endParaRPr lang="en-GB" noProof="0" dirty="0"/>
        </a:p>
      </dgm:t>
    </dgm:pt>
    <dgm:pt modelId="{9591F37E-12CA-42D6-A4F7-B4D581FBB5D1}">
      <dgm:prSet phldrT="[Text]" custT="1"/>
      <dgm:spPr/>
      <dgm:t>
        <a:bodyPr/>
        <a:lstStyle/>
        <a:p>
          <a:pPr algn="l"/>
          <a: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LLM Agent Skill Pipeline (Cypher-based queries)</a:t>
          </a:r>
          <a:b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Natural language to graph queries</a:t>
          </a:r>
          <a:b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Dependency and sequence tables as intermediate output</a:t>
          </a:r>
          <a:endParaRPr lang="en-GB" sz="1200" b="0" noProof="0" dirty="0"/>
        </a:p>
      </dgm:t>
    </dgm:pt>
    <dgm:pt modelId="{3EB9097F-BBB2-4306-895E-E16C7A9FCEF9}" type="parTrans" cxnId="{704AA0B0-0EBA-4199-843B-7357A594BE39}">
      <dgm:prSet/>
      <dgm:spPr/>
      <dgm:t>
        <a:bodyPr/>
        <a:lstStyle/>
        <a:p>
          <a:endParaRPr lang="en-GB"/>
        </a:p>
      </dgm:t>
    </dgm:pt>
    <dgm:pt modelId="{0B620B68-784F-4A73-B2E5-133E9F824831}" type="sibTrans" cxnId="{704AA0B0-0EBA-4199-843B-7357A594BE39}">
      <dgm:prSet/>
      <dgm:spPr/>
      <dgm:t>
        <a:bodyPr/>
        <a:lstStyle/>
        <a:p>
          <a:endParaRPr lang="en-GB"/>
        </a:p>
      </dgm:t>
    </dgm:pt>
    <dgm:pt modelId="{A272EFE1-2756-4AF9-BB32-BE479D503D6D}" type="pres">
      <dgm:prSet presAssocID="{165AB167-C5F2-4B06-98B2-0C690836CB92}" presName="Name0" presStyleCnt="0">
        <dgm:presLayoutVars>
          <dgm:dir/>
          <dgm:resizeHandles val="exact"/>
        </dgm:presLayoutVars>
      </dgm:prSet>
      <dgm:spPr/>
    </dgm:pt>
    <dgm:pt modelId="{44A4F49B-0B09-4A8D-AA48-48B502AA87C6}" type="pres">
      <dgm:prSet presAssocID="{BDB8574A-EB20-4CBF-A2CB-822783CC6FC0}" presName="node" presStyleLbl="node1" presStyleIdx="0" presStyleCnt="3">
        <dgm:presLayoutVars>
          <dgm:bulletEnabled val="1"/>
        </dgm:presLayoutVars>
      </dgm:prSet>
      <dgm:spPr/>
    </dgm:pt>
    <dgm:pt modelId="{C9E69455-77D6-4BD6-AC14-C1D1A836281F}" type="pres">
      <dgm:prSet presAssocID="{C4F8E8CA-E2D3-4875-9D7A-1398837A2BEF}" presName="sibTrans" presStyleLbl="sibTrans2D1" presStyleIdx="0" presStyleCnt="2"/>
      <dgm:spPr/>
    </dgm:pt>
    <dgm:pt modelId="{7EFBE86A-4E48-4D55-9E44-2E77F9B884BE}" type="pres">
      <dgm:prSet presAssocID="{C4F8E8CA-E2D3-4875-9D7A-1398837A2BEF}" presName="connectorText" presStyleLbl="sibTrans2D1" presStyleIdx="0" presStyleCnt="2"/>
      <dgm:spPr/>
    </dgm:pt>
    <dgm:pt modelId="{95AF53A0-7079-4D35-B093-70A4818D75BD}" type="pres">
      <dgm:prSet presAssocID="{7027F2C2-AEE3-41B4-8725-046FC24C1EF2}" presName="node" presStyleLbl="node1" presStyleIdx="1" presStyleCnt="3">
        <dgm:presLayoutVars>
          <dgm:bulletEnabled val="1"/>
        </dgm:presLayoutVars>
      </dgm:prSet>
      <dgm:spPr/>
    </dgm:pt>
    <dgm:pt modelId="{BC03A217-2A36-4F1E-A41D-5A8C72F9E858}" type="pres">
      <dgm:prSet presAssocID="{6D110883-3BAA-498D-833F-ADCFCAE10163}" presName="sibTrans" presStyleLbl="sibTrans2D1" presStyleIdx="1" presStyleCnt="2"/>
      <dgm:spPr/>
    </dgm:pt>
    <dgm:pt modelId="{C37F1163-3AF3-4B97-8B70-24AE87DEBD5F}" type="pres">
      <dgm:prSet presAssocID="{6D110883-3BAA-498D-833F-ADCFCAE10163}" presName="connectorText" presStyleLbl="sibTrans2D1" presStyleIdx="1" presStyleCnt="2"/>
      <dgm:spPr/>
    </dgm:pt>
    <dgm:pt modelId="{384453D8-600E-4A39-9DEC-DAB537E5667B}" type="pres">
      <dgm:prSet presAssocID="{9591F37E-12CA-42D6-A4F7-B4D581FBB5D1}" presName="node" presStyleLbl="node1" presStyleIdx="2" presStyleCnt="3">
        <dgm:presLayoutVars>
          <dgm:bulletEnabled val="1"/>
        </dgm:presLayoutVars>
      </dgm:prSet>
      <dgm:spPr/>
    </dgm:pt>
  </dgm:ptLst>
  <dgm:cxnLst>
    <dgm:cxn modelId="{889A0702-65EA-452D-BF5C-7FA81F1A86B2}" type="presOf" srcId="{C4F8E8CA-E2D3-4875-9D7A-1398837A2BEF}" destId="{C9E69455-77D6-4BD6-AC14-C1D1A836281F}" srcOrd="0" destOrd="0" presId="urn:microsoft.com/office/officeart/2005/8/layout/process1"/>
    <dgm:cxn modelId="{DD3C7032-A896-4400-9DE4-7799245F82C9}" type="presOf" srcId="{165AB167-C5F2-4B06-98B2-0C690836CB92}" destId="{A272EFE1-2756-4AF9-BB32-BE479D503D6D}" srcOrd="0" destOrd="0" presId="urn:microsoft.com/office/officeart/2005/8/layout/process1"/>
    <dgm:cxn modelId="{E647244A-6564-4575-9CE9-2871755F72C7}" srcId="{165AB167-C5F2-4B06-98B2-0C690836CB92}" destId="{BDB8574A-EB20-4CBF-A2CB-822783CC6FC0}" srcOrd="0" destOrd="0" parTransId="{DD69CB6C-D04D-4C90-8B7C-387472BEC3AA}" sibTransId="{C4F8E8CA-E2D3-4875-9D7A-1398837A2BEF}"/>
    <dgm:cxn modelId="{FAD2EF4C-E2EA-4CE8-A069-A2E3C41A4A91}" type="presOf" srcId="{7027F2C2-AEE3-41B4-8725-046FC24C1EF2}" destId="{95AF53A0-7079-4D35-B093-70A4818D75BD}" srcOrd="0" destOrd="0" presId="urn:microsoft.com/office/officeart/2005/8/layout/process1"/>
    <dgm:cxn modelId="{A0A4737C-B8D0-4062-9886-3F8FB29F4BCE}" type="presOf" srcId="{C4F8E8CA-E2D3-4875-9D7A-1398837A2BEF}" destId="{7EFBE86A-4E48-4D55-9E44-2E77F9B884BE}" srcOrd="1" destOrd="0" presId="urn:microsoft.com/office/officeart/2005/8/layout/process1"/>
    <dgm:cxn modelId="{704AA0B0-0EBA-4199-843B-7357A594BE39}" srcId="{165AB167-C5F2-4B06-98B2-0C690836CB92}" destId="{9591F37E-12CA-42D6-A4F7-B4D581FBB5D1}" srcOrd="2" destOrd="0" parTransId="{3EB9097F-BBB2-4306-895E-E16C7A9FCEF9}" sibTransId="{0B620B68-784F-4A73-B2E5-133E9F824831}"/>
    <dgm:cxn modelId="{820DA0B5-EE74-4F0B-BDA6-D4A7157D346F}" type="presOf" srcId="{9591F37E-12CA-42D6-A4F7-B4D581FBB5D1}" destId="{384453D8-600E-4A39-9DEC-DAB537E5667B}" srcOrd="0" destOrd="0" presId="urn:microsoft.com/office/officeart/2005/8/layout/process1"/>
    <dgm:cxn modelId="{DEDC84B8-94FD-4585-AFE9-83C2E7E837A6}" srcId="{165AB167-C5F2-4B06-98B2-0C690836CB92}" destId="{7027F2C2-AEE3-41B4-8725-046FC24C1EF2}" srcOrd="1" destOrd="0" parTransId="{87368B0A-3CA2-4BE2-869B-EBFF9029E1EA}" sibTransId="{6D110883-3BAA-498D-833F-ADCFCAE10163}"/>
    <dgm:cxn modelId="{91A8EBCD-5FEE-445D-BA28-D1E934238608}" type="presOf" srcId="{BDB8574A-EB20-4CBF-A2CB-822783CC6FC0}" destId="{44A4F49B-0B09-4A8D-AA48-48B502AA87C6}" srcOrd="0" destOrd="0" presId="urn:microsoft.com/office/officeart/2005/8/layout/process1"/>
    <dgm:cxn modelId="{C7CB43E9-83C3-4C61-A6CE-630064F681FF}" type="presOf" srcId="{6D110883-3BAA-498D-833F-ADCFCAE10163}" destId="{C37F1163-3AF3-4B97-8B70-24AE87DEBD5F}" srcOrd="1" destOrd="0" presId="urn:microsoft.com/office/officeart/2005/8/layout/process1"/>
    <dgm:cxn modelId="{9978B8F5-E2F3-4668-ACC8-AC28A35836A4}" type="presOf" srcId="{6D110883-3BAA-498D-833F-ADCFCAE10163}" destId="{BC03A217-2A36-4F1E-A41D-5A8C72F9E858}" srcOrd="0" destOrd="0" presId="urn:microsoft.com/office/officeart/2005/8/layout/process1"/>
    <dgm:cxn modelId="{251B3D5C-B78A-4B9D-B9D9-390FEDFE2972}" type="presParOf" srcId="{A272EFE1-2756-4AF9-BB32-BE479D503D6D}" destId="{44A4F49B-0B09-4A8D-AA48-48B502AA87C6}" srcOrd="0" destOrd="0" presId="urn:microsoft.com/office/officeart/2005/8/layout/process1"/>
    <dgm:cxn modelId="{53236339-28A4-4AC8-B747-5BDCDFCE2DB0}" type="presParOf" srcId="{A272EFE1-2756-4AF9-BB32-BE479D503D6D}" destId="{C9E69455-77D6-4BD6-AC14-C1D1A836281F}" srcOrd="1" destOrd="0" presId="urn:microsoft.com/office/officeart/2005/8/layout/process1"/>
    <dgm:cxn modelId="{426B7DF6-1F54-482D-9BE3-83CAFFA81A95}" type="presParOf" srcId="{C9E69455-77D6-4BD6-AC14-C1D1A836281F}" destId="{7EFBE86A-4E48-4D55-9E44-2E77F9B884BE}" srcOrd="0" destOrd="0" presId="urn:microsoft.com/office/officeart/2005/8/layout/process1"/>
    <dgm:cxn modelId="{7DCB5E01-3B77-4CF9-9B93-5E808D86F267}" type="presParOf" srcId="{A272EFE1-2756-4AF9-BB32-BE479D503D6D}" destId="{95AF53A0-7079-4D35-B093-70A4818D75BD}" srcOrd="2" destOrd="0" presId="urn:microsoft.com/office/officeart/2005/8/layout/process1"/>
    <dgm:cxn modelId="{DF5CEF9F-CFDF-494D-9B5B-8F4E0173CB1C}" type="presParOf" srcId="{A272EFE1-2756-4AF9-BB32-BE479D503D6D}" destId="{BC03A217-2A36-4F1E-A41D-5A8C72F9E858}" srcOrd="3" destOrd="0" presId="urn:microsoft.com/office/officeart/2005/8/layout/process1"/>
    <dgm:cxn modelId="{2180B94A-C950-43C1-99D5-1AE2D8ABE5B9}" type="presParOf" srcId="{BC03A217-2A36-4F1E-A41D-5A8C72F9E858}" destId="{C37F1163-3AF3-4B97-8B70-24AE87DEBD5F}" srcOrd="0" destOrd="0" presId="urn:microsoft.com/office/officeart/2005/8/layout/process1"/>
    <dgm:cxn modelId="{C8F6F114-F041-431B-A596-A3480FA4F618}" type="presParOf" srcId="{A272EFE1-2756-4AF9-BB32-BE479D503D6D}" destId="{384453D8-600E-4A39-9DEC-DAB537E5667B}"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F5EDA9-998D-4869-B237-6B6D0E109CAC}">
      <dsp:nvSpPr>
        <dsp:cNvPr id="0" name=""/>
        <dsp:cNvSpPr/>
      </dsp:nvSpPr>
      <dsp:spPr>
        <a:xfrm>
          <a:off x="0" y="2320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a:t>RQ1: How does combining static analysis and runtime traces improve accuracy and completeness of scenario-specific interaction model reconstruction? </a:t>
          </a:r>
          <a:endParaRPr lang="en-US" sz="2000" kern="1200" dirty="0"/>
        </a:p>
      </dsp:txBody>
      <dsp:txXfrm>
        <a:off x="55972" y="288017"/>
        <a:ext cx="6688547" cy="1034656"/>
      </dsp:txXfrm>
    </dsp:sp>
    <dsp:sp modelId="{E3DFA99D-7EEB-48D8-BFB9-31FDA3A57870}">
      <dsp:nvSpPr>
        <dsp:cNvPr id="0" name=""/>
        <dsp:cNvSpPr/>
      </dsp:nvSpPr>
      <dsp:spPr>
        <a:xfrm>
          <a:off x="0" y="14362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RQ2: </a:t>
          </a:r>
          <a:r>
            <a:rPr lang="en-GB" sz="2000" kern="1200"/>
            <a:t>How does guiding trace collection with the static call graph removes noise without losing scenario coverage</a:t>
          </a:r>
          <a:r>
            <a:rPr lang="en-IN" sz="2000" kern="1200"/>
            <a:t>?</a:t>
          </a:r>
          <a:endParaRPr lang="en-US" sz="2000" kern="1200"/>
        </a:p>
      </dsp:txBody>
      <dsp:txXfrm>
        <a:off x="55972" y="1492217"/>
        <a:ext cx="6688547" cy="1034656"/>
      </dsp:txXfrm>
    </dsp:sp>
    <dsp:sp modelId="{214E6DCC-4172-412A-A56E-989382293DD6}">
      <dsp:nvSpPr>
        <dsp:cNvPr id="0" name=""/>
        <dsp:cNvSpPr/>
      </dsp:nvSpPr>
      <dsp:spPr>
        <a:xfrm>
          <a:off x="0" y="26404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a:t>RQ3: </a:t>
          </a:r>
          <a:r>
            <a:rPr lang="en-GB" sz="2000" kern="1200" dirty="0"/>
            <a:t>How well does a reconstructed </a:t>
          </a:r>
          <a:r>
            <a:rPr lang="en-GB" sz="2000" kern="1200" dirty="0" err="1"/>
            <a:t>SysML</a:t>
          </a:r>
          <a:r>
            <a:rPr lang="en-GB" sz="2000" kern="1200" dirty="0"/>
            <a:t> v2 interaction diagram consolidate static and dynamic evidence into a single artifact sufficient for system behaviour comprehension</a:t>
          </a:r>
          <a:r>
            <a:rPr lang="en-IN" sz="2000" kern="1200" dirty="0"/>
            <a:t>?</a:t>
          </a:r>
          <a:endParaRPr lang="en-US" sz="2000" kern="1200" dirty="0"/>
        </a:p>
      </dsp:txBody>
      <dsp:txXfrm>
        <a:off x="55972" y="2696417"/>
        <a:ext cx="6688547" cy="10346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7F8C7F-6CB2-404E-97FF-7B8F9DC44EE3}">
      <dsp:nvSpPr>
        <dsp:cNvPr id="0" name=""/>
        <dsp:cNvSpPr/>
      </dsp:nvSpPr>
      <dsp:spPr>
        <a:xfrm>
          <a:off x="0" y="0"/>
          <a:ext cx="3433313" cy="401909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noProof="0" dirty="0"/>
            <a:t>Hybrid Analysis - Interaction Diagram</a:t>
          </a:r>
        </a:p>
      </dsp:txBody>
      <dsp:txXfrm>
        <a:off x="0" y="0"/>
        <a:ext cx="3433313" cy="1205729"/>
      </dsp:txXfrm>
    </dsp:sp>
    <dsp:sp modelId="{E18736DA-694F-466D-B344-12FB14467A38}">
      <dsp:nvSpPr>
        <dsp:cNvPr id="0" name=""/>
        <dsp:cNvSpPr/>
      </dsp:nvSpPr>
      <dsp:spPr>
        <a:xfrm>
          <a:off x="343331" y="1206906"/>
          <a:ext cx="2746650" cy="121181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GB" sz="2400" kern="1200" noProof="0" dirty="0"/>
            <a:t>Static Code Structure</a:t>
          </a:r>
        </a:p>
      </dsp:txBody>
      <dsp:txXfrm>
        <a:off x="378824" y="1242399"/>
        <a:ext cx="2675664" cy="1140826"/>
      </dsp:txXfrm>
    </dsp:sp>
    <dsp:sp modelId="{9A6884A8-4091-429F-9504-D196E5C98273}">
      <dsp:nvSpPr>
        <dsp:cNvPr id="0" name=""/>
        <dsp:cNvSpPr/>
      </dsp:nvSpPr>
      <dsp:spPr>
        <a:xfrm>
          <a:off x="343331" y="2605151"/>
          <a:ext cx="2746650" cy="121181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GB" sz="2400" kern="1200" noProof="0" dirty="0"/>
            <a:t>Runtime Traces</a:t>
          </a:r>
        </a:p>
      </dsp:txBody>
      <dsp:txXfrm>
        <a:off x="378824" y="2640644"/>
        <a:ext cx="2675664" cy="11408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22B9DC-0CDE-4DFB-AAA1-B656F0CC10B6}">
      <dsp:nvSpPr>
        <dsp:cNvPr id="0" name=""/>
        <dsp:cNvSpPr/>
      </dsp:nvSpPr>
      <dsp:spPr>
        <a:xfrm>
          <a:off x="5150" y="752866"/>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1: Static Extraction</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en-GB" sz="1050" b="0" i="0" kern="1200" dirty="0">
              <a:latin typeface="Calibri"/>
            </a:rPr>
            <a:t>Renaissance C++ → Property graph</a:t>
          </a:r>
          <a:endParaRPr lang="en-GB" sz="1050" kern="1200" dirty="0"/>
        </a:p>
      </dsp:txBody>
      <dsp:txXfrm>
        <a:off x="43734" y="791450"/>
        <a:ext cx="1240186" cy="1657167"/>
      </dsp:txXfrm>
    </dsp:sp>
    <dsp:sp modelId="{B27437C1-D631-4A3A-999B-C7A091344474}">
      <dsp:nvSpPr>
        <dsp:cNvPr id="0" name=""/>
        <dsp:cNvSpPr/>
      </dsp:nvSpPr>
      <dsp:spPr>
        <a:xfrm>
          <a:off x="1468793" y="1456682"/>
          <a:ext cx="310129" cy="326703"/>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1468793" y="1522023"/>
        <a:ext cx="217090" cy="196021"/>
      </dsp:txXfrm>
    </dsp:sp>
    <dsp:sp modelId="{A19FD24E-4789-43FD-9A75-FA90DE1985B5}">
      <dsp:nvSpPr>
        <dsp:cNvPr id="0" name=""/>
        <dsp:cNvSpPr/>
      </dsp:nvSpPr>
      <dsp:spPr>
        <a:xfrm>
          <a:off x="1907655" y="752866"/>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2: Code graph query</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it-IT" sz="1050" b="0" i="0" kern="1200" dirty="0">
              <a:latin typeface="Calibri"/>
            </a:rPr>
            <a:t>Property graph -&gt; scenario specific subgraph</a:t>
          </a:r>
          <a:endParaRPr lang="en-GB" sz="1050" kern="1200" dirty="0"/>
        </a:p>
      </dsp:txBody>
      <dsp:txXfrm>
        <a:off x="1946239" y="791450"/>
        <a:ext cx="1240186" cy="1657167"/>
      </dsp:txXfrm>
    </dsp:sp>
    <dsp:sp modelId="{F7C48118-4999-49CB-B2B2-CBA1D350C0A1}">
      <dsp:nvSpPr>
        <dsp:cNvPr id="0" name=""/>
        <dsp:cNvSpPr/>
      </dsp:nvSpPr>
      <dsp:spPr>
        <a:xfrm rot="18785">
          <a:off x="3296773" y="1510100"/>
          <a:ext cx="323716" cy="229620"/>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GB" sz="1050" kern="1200"/>
        </a:p>
      </dsp:txBody>
      <dsp:txXfrm>
        <a:off x="3296774" y="1555836"/>
        <a:ext cx="254830" cy="137772"/>
      </dsp:txXfrm>
    </dsp:sp>
    <dsp:sp modelId="{DC185D3F-FE77-461B-999F-AFC7EEAF69C5}">
      <dsp:nvSpPr>
        <dsp:cNvPr id="0" name=""/>
        <dsp:cNvSpPr/>
      </dsp:nvSpPr>
      <dsp:spPr>
        <a:xfrm>
          <a:off x="3678643" y="762544"/>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3: Dependency</a:t>
          </a:r>
          <a:br>
            <a:rPr lang="en-GB" sz="1600" b="1" i="0" kern="1200" dirty="0">
              <a:latin typeface="Calibri"/>
            </a:rPr>
          </a:br>
          <a:r>
            <a:rPr lang="en-GB" sz="1600" b="1" i="0" kern="1200" dirty="0">
              <a:latin typeface="Calibri"/>
            </a:rPr>
            <a:t>Matrix  Extraction </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en-GB" sz="1050" b="0" i="0" kern="1200" dirty="0">
              <a:latin typeface="Calibri"/>
            </a:rPr>
            <a:t>Subgraphs -&gt; dependency matrix</a:t>
          </a:r>
          <a:endParaRPr lang="en-GB" sz="1050" kern="1200" dirty="0"/>
        </a:p>
      </dsp:txBody>
      <dsp:txXfrm>
        <a:off x="3717227" y="801128"/>
        <a:ext cx="1240186" cy="1657167"/>
      </dsp:txXfrm>
    </dsp:sp>
    <dsp:sp modelId="{61237FC0-7F09-4D1C-B8A4-6D914D38C66D}">
      <dsp:nvSpPr>
        <dsp:cNvPr id="0" name=""/>
        <dsp:cNvSpPr/>
      </dsp:nvSpPr>
      <dsp:spPr>
        <a:xfrm rot="10817892" flipH="1">
          <a:off x="5130510" y="1472090"/>
          <a:ext cx="316290" cy="326703"/>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5130511" y="1537184"/>
        <a:ext cx="221403" cy="196021"/>
      </dsp:txXfrm>
    </dsp:sp>
    <dsp:sp modelId="{4F9FA3B5-74BC-45BD-9D4E-D91CC0D80D1E}">
      <dsp:nvSpPr>
        <dsp:cNvPr id="0" name=""/>
        <dsp:cNvSpPr/>
      </dsp:nvSpPr>
      <dsp:spPr>
        <a:xfrm>
          <a:off x="5538040" y="752866"/>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4: </a:t>
          </a:r>
          <a:r>
            <a:rPr lang="en-GB" sz="1600" b="1" kern="1200" dirty="0">
              <a:latin typeface="Calibri"/>
            </a:rPr>
            <a:t>Trace Instrumentation &amp; collection</a:t>
          </a:r>
          <a:endParaRPr lang="en-GB" sz="1600" kern="1200" dirty="0"/>
        </a:p>
        <a:p>
          <a:pPr marL="57150" lvl="1" indent="-57150" algn="l" defTabSz="466725">
            <a:lnSpc>
              <a:spcPct val="90000"/>
            </a:lnSpc>
            <a:spcBef>
              <a:spcPct val="0"/>
            </a:spcBef>
            <a:spcAft>
              <a:spcPct val="15000"/>
            </a:spcAft>
            <a:buChar char="•"/>
          </a:pPr>
          <a:r>
            <a:rPr lang="en-GB" sz="1050" kern="1200" dirty="0">
              <a:latin typeface="Calibri"/>
            </a:rPr>
            <a:t>Dependency matrix -&gt; Traces</a:t>
          </a:r>
          <a:endParaRPr lang="en-GB" sz="1050" kern="1200" dirty="0"/>
        </a:p>
      </dsp:txBody>
      <dsp:txXfrm>
        <a:off x="5576624" y="791450"/>
        <a:ext cx="1240186" cy="1657167"/>
      </dsp:txXfrm>
    </dsp:sp>
    <dsp:sp modelId="{0791AAA8-67FC-4B7D-8999-3A8F71CEC2AC}">
      <dsp:nvSpPr>
        <dsp:cNvPr id="0" name=""/>
        <dsp:cNvSpPr/>
      </dsp:nvSpPr>
      <dsp:spPr>
        <a:xfrm rot="21583043">
          <a:off x="7016540" y="1451796"/>
          <a:ext cx="341635" cy="326703"/>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7016541" y="1517379"/>
        <a:ext cx="243624" cy="196021"/>
      </dsp:txXfrm>
    </dsp:sp>
    <dsp:sp modelId="{2B1E9E0B-87D3-4A2F-89AB-0D56BED2E797}">
      <dsp:nvSpPr>
        <dsp:cNvPr id="0" name=""/>
        <dsp:cNvSpPr/>
      </dsp:nvSpPr>
      <dsp:spPr>
        <a:xfrm>
          <a:off x="7499984" y="743188"/>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5: Agentic Synthesis</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nl-NL" sz="1050" b="0" i="0" kern="1200" dirty="0">
              <a:latin typeface="Calibri"/>
            </a:rPr>
            <a:t>Dependency Matrix + Traces -&gt; Elements + Traces complete list</a:t>
          </a:r>
          <a:endParaRPr lang="en-GB" sz="1050" kern="1200" dirty="0"/>
        </a:p>
      </dsp:txBody>
      <dsp:txXfrm>
        <a:off x="7538568" y="781772"/>
        <a:ext cx="1240186" cy="1657167"/>
      </dsp:txXfrm>
    </dsp:sp>
    <dsp:sp modelId="{B4057DCE-652F-4C30-B5F1-E49CAFB92499}">
      <dsp:nvSpPr>
        <dsp:cNvPr id="0" name=""/>
        <dsp:cNvSpPr/>
      </dsp:nvSpPr>
      <dsp:spPr>
        <a:xfrm rot="21546366">
          <a:off x="8840498" y="1447888"/>
          <a:ext cx="380559" cy="297722"/>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8840503" y="1508129"/>
        <a:ext cx="291242" cy="178634"/>
      </dsp:txXfrm>
    </dsp:sp>
    <dsp:sp modelId="{06365A47-A6B6-444D-A588-E92406961CDB}">
      <dsp:nvSpPr>
        <dsp:cNvPr id="0" name=""/>
        <dsp:cNvSpPr/>
      </dsp:nvSpPr>
      <dsp:spPr>
        <a:xfrm>
          <a:off x="9231785" y="716167"/>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6: </a:t>
          </a:r>
          <a:r>
            <a:rPr lang="en-GB" sz="1600" b="1" i="0" kern="1200" dirty="0" err="1">
              <a:latin typeface="Calibri"/>
            </a:rPr>
            <a:t>SysML</a:t>
          </a:r>
          <a:r>
            <a:rPr lang="en-GB" sz="1600" b="1" i="0" kern="1200" dirty="0">
              <a:latin typeface="Calibri"/>
            </a:rPr>
            <a:t> v2 Generation</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en-GB" sz="1050" b="0" i="0" kern="1200" dirty="0">
              <a:latin typeface="Calibri"/>
            </a:rPr>
            <a:t>Scenario diagram</a:t>
          </a:r>
          <a:endParaRPr lang="en-GB" sz="1050" kern="1200" dirty="0"/>
        </a:p>
      </dsp:txBody>
      <dsp:txXfrm>
        <a:off x="9270369" y="754751"/>
        <a:ext cx="1240186" cy="16571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E6520F-46AA-4630-9440-F84329110735}">
      <dsp:nvSpPr>
        <dsp:cNvPr id="0" name=""/>
        <dsp:cNvSpPr/>
      </dsp:nvSpPr>
      <dsp:spPr>
        <a:xfrm>
          <a:off x="3153488" y="1289570"/>
          <a:ext cx="3176387" cy="3244625"/>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225" tIns="22225" rIns="22225" bIns="22225" numCol="1" spcCol="1270" anchor="ctr" anchorCtr="0">
          <a:noAutofit/>
        </a:bodyPr>
        <a:lstStyle/>
        <a:p>
          <a:pPr marL="0" lvl="0" indent="0" algn="ctr" defTabSz="1555750">
            <a:lnSpc>
              <a:spcPct val="90000"/>
            </a:lnSpc>
            <a:spcBef>
              <a:spcPct val="0"/>
            </a:spcBef>
            <a:spcAft>
              <a:spcPct val="35000"/>
            </a:spcAft>
            <a:buNone/>
          </a:pPr>
          <a:r>
            <a:rPr lang="en-GB" sz="3500" kern="1200" noProof="0" dirty="0"/>
            <a:t>Hybrid Analysis - Interaction Diagram</a:t>
          </a:r>
        </a:p>
      </dsp:txBody>
      <dsp:txXfrm>
        <a:off x="3618659" y="1764734"/>
        <a:ext cx="2246045" cy="2294297"/>
      </dsp:txXfrm>
    </dsp:sp>
    <dsp:sp modelId="{B8ACAC19-9BEB-4097-ADE6-D47CB3C1FDF8}">
      <dsp:nvSpPr>
        <dsp:cNvPr id="0" name=""/>
        <dsp:cNvSpPr/>
      </dsp:nvSpPr>
      <dsp:spPr>
        <a:xfrm rot="12900000">
          <a:off x="1551153" y="1000770"/>
          <a:ext cx="1964538" cy="729744"/>
        </a:xfrm>
        <a:prstGeom prst="lef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E76856CA-843E-4B14-9B79-40084004CF3F}">
      <dsp:nvSpPr>
        <dsp:cNvPr id="0" name=""/>
        <dsp:cNvSpPr/>
      </dsp:nvSpPr>
      <dsp:spPr>
        <a:xfrm>
          <a:off x="512552" y="-170757"/>
          <a:ext cx="2432483" cy="194598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en-GB" sz="3900" kern="1200" noProof="0" dirty="0"/>
            <a:t>Static Code Structure</a:t>
          </a:r>
        </a:p>
      </dsp:txBody>
      <dsp:txXfrm>
        <a:off x="569548" y="-113761"/>
        <a:ext cx="2318491" cy="1831994"/>
      </dsp:txXfrm>
    </dsp:sp>
    <dsp:sp modelId="{76CBC3C4-A747-4381-B8A5-1715FFDFC7F8}">
      <dsp:nvSpPr>
        <dsp:cNvPr id="0" name=""/>
        <dsp:cNvSpPr/>
      </dsp:nvSpPr>
      <dsp:spPr>
        <a:xfrm rot="19500000">
          <a:off x="5967672" y="1000770"/>
          <a:ext cx="1964538" cy="729744"/>
        </a:xfrm>
        <a:prstGeom prst="lef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259CC2E9-93BA-4ED4-A047-1AE3733F2CB5}">
      <dsp:nvSpPr>
        <dsp:cNvPr id="0" name=""/>
        <dsp:cNvSpPr/>
      </dsp:nvSpPr>
      <dsp:spPr>
        <a:xfrm>
          <a:off x="6538328" y="-170757"/>
          <a:ext cx="2432483" cy="194598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en-GB" sz="3900" kern="1200" noProof="0" dirty="0"/>
            <a:t>Runtime Traces</a:t>
          </a:r>
        </a:p>
      </dsp:txBody>
      <dsp:txXfrm>
        <a:off x="6595324" y="-113761"/>
        <a:ext cx="2318491" cy="18319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A4F49B-0B09-4A8D-AA48-48B502AA87C6}">
      <dsp:nvSpPr>
        <dsp:cNvPr id="0" name=""/>
        <dsp:cNvSpPr/>
      </dsp:nvSpPr>
      <dsp:spPr>
        <a:xfrm>
          <a:off x="9503"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 Source Code</a:t>
          </a:r>
          <a:endParaRPr lang="en-GB" sz="2500" kern="1200" noProof="0" dirty="0"/>
        </a:p>
      </dsp:txBody>
      <dsp:txXfrm>
        <a:off x="83410" y="73907"/>
        <a:ext cx="2692625" cy="2375556"/>
      </dsp:txXfrm>
    </dsp:sp>
    <dsp:sp modelId="{C9E69455-77D6-4BD6-AC14-C1D1A836281F}">
      <dsp:nvSpPr>
        <dsp:cNvPr id="0" name=""/>
        <dsp:cNvSpPr/>
      </dsp:nvSpPr>
      <dsp:spPr>
        <a:xfrm>
          <a:off x="3133986" y="909470"/>
          <a:ext cx="602173" cy="704428"/>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noProof="0" dirty="0"/>
        </a:p>
      </dsp:txBody>
      <dsp:txXfrm>
        <a:off x="3133986" y="1050356"/>
        <a:ext cx="421521" cy="422656"/>
      </dsp:txXfrm>
    </dsp:sp>
    <dsp:sp modelId="{95AF53A0-7079-4D35-B093-70A4818D75BD}">
      <dsp:nvSpPr>
        <dsp:cNvPr id="0" name=""/>
        <dsp:cNvSpPr/>
      </dsp:nvSpPr>
      <dsp:spPr>
        <a:xfrm>
          <a:off x="3986118"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Neo4j Property Graph (via Renaissance tool)</a:t>
          </a:r>
        </a:p>
        <a:p>
          <a:pPr marL="0" lvl="0" indent="0" algn="l" defTabSz="533400">
            <a:lnSpc>
              <a:spcPct val="90000"/>
            </a:lnSpc>
            <a:spcBef>
              <a:spcPct val="0"/>
            </a:spcBef>
            <a:spcAft>
              <a:spcPct val="35000"/>
            </a:spcAft>
            <a:buNone/>
          </a:pPr>
          <a:r>
            <a:rPr lang="en-GB" sz="105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Nodes: Components, Functions, Namespaces</a:t>
          </a:r>
        </a:p>
        <a:p>
          <a:pPr marL="0" lvl="0" indent="0" algn="l" defTabSz="533400">
            <a:lnSpc>
              <a:spcPct val="90000"/>
            </a:lnSpc>
            <a:spcBef>
              <a:spcPct val="0"/>
            </a:spcBef>
            <a:spcAft>
              <a:spcPct val="35000"/>
            </a:spcAft>
            <a:buNone/>
          </a:pPr>
          <a:r>
            <a:rPr lang="en-GB" sz="105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Edges: CALLS, INCLUDES, INHERITS, USES</a:t>
          </a:r>
          <a:endParaRPr lang="en-GB" sz="1050" b="0" kern="1200" noProof="0" dirty="0"/>
        </a:p>
      </dsp:txBody>
      <dsp:txXfrm>
        <a:off x="4060025" y="73907"/>
        <a:ext cx="2692625" cy="2375556"/>
      </dsp:txXfrm>
    </dsp:sp>
    <dsp:sp modelId="{BC03A217-2A36-4F1E-A41D-5A8C72F9E858}">
      <dsp:nvSpPr>
        <dsp:cNvPr id="0" name=""/>
        <dsp:cNvSpPr/>
      </dsp:nvSpPr>
      <dsp:spPr>
        <a:xfrm>
          <a:off x="7110601" y="909470"/>
          <a:ext cx="602173" cy="704428"/>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noProof="0" dirty="0"/>
        </a:p>
      </dsp:txBody>
      <dsp:txXfrm>
        <a:off x="7110601" y="1050356"/>
        <a:ext cx="421521" cy="422656"/>
      </dsp:txXfrm>
    </dsp:sp>
    <dsp:sp modelId="{384453D8-600E-4A39-9DEC-DAB537E5667B}">
      <dsp:nvSpPr>
        <dsp:cNvPr id="0" name=""/>
        <dsp:cNvSpPr/>
      </dsp:nvSpPr>
      <dsp:spPr>
        <a:xfrm>
          <a:off x="7962733"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LLM Agent Skill Pipeline (Cypher-based queries)</a:t>
          </a:r>
          <a:b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Natural language to graph queries</a:t>
          </a:r>
          <a:b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Dependency and sequence tables as intermediate output</a:t>
          </a:r>
          <a:endParaRPr lang="en-GB" sz="1200" b="0" kern="1200" noProof="0" dirty="0"/>
        </a:p>
      </dsp:txBody>
      <dsp:txXfrm>
        <a:off x="8036640" y="73907"/>
        <a:ext cx="2692625" cy="237555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440F78-2C9E-4C7F-818C-B40BB19D3A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ED3FB98-80B9-4155-809A-82659D34A0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818EB1-FF96-47AA-9A30-F1BFF2FFD1F7}" type="datetimeFigureOut">
              <a:rPr lang="en-US" smtClean="0"/>
              <a:t>7/20/2026</a:t>
            </a:fld>
            <a:endParaRPr lang="en-US" dirty="0"/>
          </a:p>
        </p:txBody>
      </p:sp>
      <p:sp>
        <p:nvSpPr>
          <p:cNvPr id="4" name="Footer Placeholder 3">
            <a:extLst>
              <a:ext uri="{FF2B5EF4-FFF2-40B4-BE49-F238E27FC236}">
                <a16:creationId xmlns:a16="http://schemas.microsoft.com/office/drawing/2014/main" id="{D8DEF847-3492-4888-9C23-1504238536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9E48C54-2332-4748-9C65-6A27E550C1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F75FB2-D12E-4669-8522-D3E2C7E6DC97}" type="slidenum">
              <a:rPr lang="en-US" smtClean="0"/>
              <a:t>‹#›</a:t>
            </a:fld>
            <a:endParaRPr lang="en-US" dirty="0"/>
          </a:p>
        </p:txBody>
      </p:sp>
    </p:spTree>
    <p:extLst>
      <p:ext uri="{BB962C8B-B14F-4D97-AF65-F5344CB8AC3E}">
        <p14:creationId xmlns:p14="http://schemas.microsoft.com/office/powerpoint/2010/main" val="19969918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E4A361-7934-4769-9B16-8A939698742C}" type="datetimeFigureOut">
              <a:rPr lang="en-US" smtClean="0"/>
              <a:t>7/20/2026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8E0B9-48E4-499D-93B2-B07D00395BAC}" type="slidenum">
              <a:rPr lang="en-US" smtClean="0"/>
              <a:t>‹#›</a:t>
            </a:fld>
            <a:endParaRPr lang="en-US" dirty="0"/>
          </a:p>
        </p:txBody>
      </p:sp>
    </p:spTree>
    <p:extLst>
      <p:ext uri="{BB962C8B-B14F-4D97-AF65-F5344CB8AC3E}">
        <p14:creationId xmlns:p14="http://schemas.microsoft.com/office/powerpoint/2010/main" val="3914043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research is all about creating a tool that can create - </a:t>
            </a:r>
            <a:r>
              <a:rPr lang="en-US" b="1" dirty="0"/>
              <a:t>more complete and more accurate Interaction Diagrams in an EDS – by utilizing a hybrid static-trace analysis approach.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key idea is </a:t>
            </a:r>
            <a:r>
              <a:rPr lang="en-US" b="1" dirty="0"/>
              <a:t>to improve scenario-specific understanding of system behavior as the runtime traces are incomplete.</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work is supervised jointly by the university and TNO.</a:t>
            </a:r>
            <a:endParaRPr lang="en-IN" sz="1200" i="0" dirty="0"/>
          </a:p>
        </p:txBody>
      </p:sp>
      <p:sp>
        <p:nvSpPr>
          <p:cNvPr id="4" name="Slide Number Placeholder 3"/>
          <p:cNvSpPr>
            <a:spLocks noGrp="1"/>
          </p:cNvSpPr>
          <p:nvPr>
            <p:ph type="sldNum" sz="quarter" idx="5"/>
          </p:nvPr>
        </p:nvSpPr>
        <p:spPr/>
        <p:txBody>
          <a:bodyPr/>
          <a:lstStyle/>
          <a:p>
            <a:fld id="{8D18E0B9-48E4-499D-93B2-B07D00395BAC}" type="slidenum">
              <a:rPr lang="en-US" smtClean="0"/>
              <a:t>1</a:t>
            </a:fld>
            <a:endParaRPr lang="en-US" dirty="0"/>
          </a:p>
        </p:txBody>
      </p:sp>
    </p:spTree>
    <p:extLst>
      <p:ext uri="{BB962C8B-B14F-4D97-AF65-F5344CB8AC3E}">
        <p14:creationId xmlns:p14="http://schemas.microsoft.com/office/powerpoint/2010/main" val="678461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GB"/>
          </a:p>
        </p:txBody>
      </p:sp>
      <p:sp>
        <p:nvSpPr>
          <p:cNvPr id="3" name="Notes Placeholder 2"/>
          <p:cNvSpPr>
            <a:spLocks noGrp="1"/>
          </p:cNvSpPr>
          <p:nvPr>
            <p:ph type="body" sz="quarter" idx="3"/>
          </p:nvPr>
        </p:nvSpPr>
        <p:spPr/>
        <p:txBody>
          <a:bodyPr/>
          <a:lstStyle/>
          <a:p>
            <a:r>
              <a:t>[0:30] Here's the roadmap. I'll start with the motivation and the concrete</a:t>
            </a:r>
          </a:p>
          <a:p>
            <a:r>
              <a:t>problem, state my three research questions, then walk through the approach —</a:t>
            </a:r>
          </a:p>
          <a:p>
            <a:r>
              <a:t>the pipeline and the shared property graph. After a quick look at the case</a:t>
            </a:r>
          </a:p>
          <a:p>
            <a:r>
              <a:t>study, CPSCore, I'll present the three experiments and their results, and close</a:t>
            </a:r>
          </a:p>
          <a:p>
            <a:r>
              <a:t>with contributions, limitations, and conclusions.</a:t>
            </a:r>
          </a:p>
        </p:txBody>
      </p:sp>
      <p:sp>
        <p:nvSpPr>
          <p:cNvPr id="4" name="Slide Number Placeholder 3"/>
          <p:cNvSpPr>
            <a:spLocks noGrp="1"/>
          </p:cNvSpPr>
          <p:nvPr>
            <p:ph type="sldNum" sz="quarter" idx="5"/>
          </p:nvPr>
        </p:nvSpPr>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Interaction diagrams support developers in understanding the system </a:t>
            </a:r>
            <a:r>
              <a:rPr lang="en-GB" sz="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behavior</a:t>
            </a:r>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of event-driven systems. </a:t>
            </a:r>
          </a:p>
          <a:p>
            <a:b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But in industry they are typically reverse-engineered manually. A process that is costly and hard to keep consistent with the evolving implementation.</a:t>
            </a:r>
          </a:p>
          <a:p>
            <a:endPar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 automated techniques rely on either static analysis or trace analysis, each capturing only part of the system's true interaction </a:t>
            </a:r>
            <a:r>
              <a:rPr lang="en-GB" sz="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behavior</a:t>
            </a:r>
            <a:r>
              <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200" kern="1200" dirty="0">
                <a:solidFill>
                  <a:schemeClr val="tx1"/>
                </a:solidFill>
                <a:effectLst/>
                <a:latin typeface="+mn-lt"/>
                <a:ea typeface="+mn-ea"/>
                <a:cs typeface="+mn-cs"/>
              </a:rPr>
              <a:t>The diagrams are reverse engineered manually. Which is costly and costly to maintain these diagram: consistent with the implementation.</a:t>
            </a:r>
            <a:endParaRPr lang="en-GB" sz="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dirty="0"/>
          </a:p>
          <a:p>
            <a:r>
              <a:rPr lang="en-US" b="1" dirty="0"/>
              <a:t>Goal is to understand the system behavior accurately under certain scenarios </a:t>
            </a:r>
            <a:r>
              <a:rPr lang="en-US" dirty="0"/>
              <a:t>– to then be </a:t>
            </a:r>
            <a:r>
              <a:rPr lang="en-US" b="1" dirty="0"/>
              <a:t>able to take architectural calls / refactoring decisions / fix the bugs, etc.</a:t>
            </a:r>
          </a:p>
          <a:p>
            <a:r>
              <a:rPr lang="en-US" dirty="0"/>
              <a:t>Because these </a:t>
            </a:r>
            <a:r>
              <a:rPr lang="en-US" b="1" dirty="0"/>
              <a:t>mission critical systems require proper understanding of the nuances of things </a:t>
            </a:r>
            <a:r>
              <a:rPr lang="en-US" dirty="0"/>
              <a:t>– like what all components are interacting</a:t>
            </a:r>
          </a:p>
          <a:p>
            <a:r>
              <a:rPr lang="en-US" dirty="0"/>
              <a:t>With each other and what orchestration is happening under the hood – then be able to isolate those part of the code and refactor it / add more tests and increase its long-term maintainability</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3</a:t>
            </a:fld>
            <a:endParaRPr lang="en-US" dirty="0"/>
          </a:p>
        </p:txBody>
      </p:sp>
    </p:spTree>
    <p:extLst>
      <p:ext uri="{BB962C8B-B14F-4D97-AF65-F5344CB8AC3E}">
        <p14:creationId xmlns:p14="http://schemas.microsoft.com/office/powerpoint/2010/main" val="612370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4</a:t>
            </a:fld>
            <a:endParaRPr lang="en-US" dirty="0"/>
          </a:p>
        </p:txBody>
      </p:sp>
    </p:spTree>
    <p:extLst>
      <p:ext uri="{BB962C8B-B14F-4D97-AF65-F5344CB8AC3E}">
        <p14:creationId xmlns:p14="http://schemas.microsoft.com/office/powerpoint/2010/main" val="1747689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Traces are often instrumentation-limited (logs, </a:t>
            </a:r>
            <a:r>
              <a:rPr lang="en-IN" dirty="0"/>
              <a:t>performance constraints) </a:t>
            </a:r>
            <a:r>
              <a:rPr lang="en-US" dirty="0"/>
              <a:t>overheads, access constraints, and cost.</a:t>
            </a:r>
          </a:p>
          <a:p>
            <a:br>
              <a:rPr lang="en-US" dirty="0"/>
            </a:br>
            <a:r>
              <a:rPr lang="en-US" dirty="0"/>
              <a:t>Static code analysis shows all the possible behaviors possible, but often lacks information about execution order and runtime conditions.</a:t>
            </a:r>
          </a:p>
          <a:p>
            <a:endParaRPr lang="en-US" dirty="0"/>
          </a:p>
          <a:p>
            <a:r>
              <a:rPr lang="en-US" dirty="0"/>
              <a:t>Hybrid approach is what we are going to perform – previously there has been some work done – but their goals and objectives have been different. Some used it to reduce logging and runtime  instrumentation, other used it understand if they had control-flow loops in the execution path - such as repeated method invocations</a:t>
            </a:r>
          </a:p>
          <a:p>
            <a:endParaRPr lang="en-US" dirty="0"/>
          </a:p>
          <a:p>
            <a:r>
              <a:rPr lang="en-GB" sz="1200" b="0" i="0" kern="1200" dirty="0">
                <a:solidFill>
                  <a:schemeClr val="tx1"/>
                </a:solidFill>
                <a:effectLst/>
                <a:latin typeface="+mn-lt"/>
                <a:ea typeface="+mn-ea"/>
                <a:cs typeface="+mn-cs"/>
              </a:rPr>
              <a:t>Existing approaches enrich or organize already-observed behaviour. None systematically reason about incomplete traces or reconstruct unobserved component interactions within a bounded scenario.</a:t>
            </a:r>
            <a:endParaRPr lang="en-US" dirty="0"/>
          </a:p>
          <a:p>
            <a:endParaRPr lang="en-US" dirty="0"/>
          </a:p>
          <a:p>
            <a:r>
              <a:rPr lang="en-US" b="1" dirty="0"/>
              <a:t>Goal is to create a more richer, more accurate and more complete interaction diagrams – which can assist the engineers in taking architectural decisions </a:t>
            </a:r>
          </a:p>
          <a:p>
            <a:endParaRPr lang="en-US" dirty="0"/>
          </a:p>
          <a:p>
            <a:r>
              <a:rPr lang="en-US" dirty="0"/>
              <a:t>In contrast, this thesis assumes that runtime traces are incomplete and uses static call graphs to not only enrich observed behavior, but to infer unobserved interactions within a bounded scenario.</a:t>
            </a:r>
          </a:p>
        </p:txBody>
      </p:sp>
      <p:sp>
        <p:nvSpPr>
          <p:cNvPr id="4" name="Slide Number Placeholder 3"/>
          <p:cNvSpPr>
            <a:spLocks noGrp="1"/>
          </p:cNvSpPr>
          <p:nvPr>
            <p:ph type="sldNum" sz="quarter" idx="5"/>
          </p:nvPr>
        </p:nvSpPr>
        <p:spPr/>
        <p:txBody>
          <a:bodyPr/>
          <a:lstStyle/>
          <a:p>
            <a:fld id="{8D18E0B9-48E4-499D-93B2-B07D00395BAC}" type="slidenum">
              <a:rPr lang="en-US" smtClean="0"/>
              <a:t>5</a:t>
            </a:fld>
            <a:endParaRPr lang="en-US" dirty="0"/>
          </a:p>
        </p:txBody>
      </p:sp>
    </p:spTree>
    <p:extLst>
      <p:ext uri="{BB962C8B-B14F-4D97-AF65-F5344CB8AC3E}">
        <p14:creationId xmlns:p14="http://schemas.microsoft.com/office/powerpoint/2010/main" val="585805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IN" dirty="0"/>
              <a:t>BDD – Block Definition Diagram - </a:t>
            </a:r>
            <a:r>
              <a:rPr lang="en-US" dirty="0"/>
              <a:t>Components (Blocks) Dependencies Associations Hierarchical relationships Composition relationships</a:t>
            </a:r>
            <a:endParaRPr lang="en-IN" dirty="0"/>
          </a:p>
          <a:p>
            <a:r>
              <a:rPr lang="en-IN" dirty="0"/>
              <a:t>IBD – Internal Block Diagram - Parts (instances of blocks) Ports Connectors Internal communication paths</a:t>
            </a:r>
          </a:p>
          <a:p>
            <a:endParaRPr lang="en-IN" dirty="0"/>
          </a:p>
          <a:p>
            <a:r>
              <a:rPr lang="en-IN" dirty="0"/>
              <a:t>IBD – to understand How these components communicate. BDD - These components exist.</a:t>
            </a:r>
          </a:p>
          <a:p>
            <a:r>
              <a:rPr lang="en-US" b="0" dirty="0"/>
              <a:t>Sequence Diagram </a:t>
            </a:r>
            <a:r>
              <a:rPr lang="en-US" b="1" dirty="0"/>
              <a:t>- </a:t>
            </a:r>
            <a:r>
              <a:rPr lang="en-US" dirty="0"/>
              <a:t>What happens during execution and in what order?</a:t>
            </a:r>
          </a:p>
          <a:p>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8</a:t>
            </a:fld>
            <a:endParaRPr lang="en-US" dirty="0"/>
          </a:p>
        </p:txBody>
      </p:sp>
    </p:spTree>
    <p:extLst>
      <p:ext uri="{BB962C8B-B14F-4D97-AF65-F5344CB8AC3E}">
        <p14:creationId xmlns:p14="http://schemas.microsoft.com/office/powerpoint/2010/main" val="17755792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6978E-72E1-5293-E29A-E35287ADE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48577-3193-9A23-77DD-2104E1586CD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89B86CD-8096-F50A-7DC3-8693C9506579}"/>
              </a:ext>
            </a:extLst>
          </p:cNvPr>
          <p:cNvSpPr>
            <a:spLocks noGrp="1"/>
          </p:cNvSpPr>
          <p:nvPr>
            <p:ph type="body" idx="1"/>
          </p:nvPr>
        </p:nvSpPr>
        <p:spPr/>
        <p:txBody>
          <a:bodyPr/>
          <a:lstStyle/>
          <a:p>
            <a:r>
              <a:rPr lang="en-US" b="1" dirty="0"/>
              <a:t>Scenario Definition</a:t>
            </a:r>
          </a:p>
          <a:p>
            <a:r>
              <a:rPr lang="en-US" dirty="0"/>
              <a:t>“We start by clearly defining a single functionality or algorithm as the scenario of interest. </a:t>
            </a:r>
            <a:r>
              <a:rPr lang="en-US" b="1" dirty="0"/>
              <a:t>This keeps the scope focused and narrow </a:t>
            </a:r>
            <a:r>
              <a:rPr lang="en-US" dirty="0"/>
              <a:t>and avoids over-generalizing the system’s behavior.”</a:t>
            </a:r>
          </a:p>
          <a:p>
            <a:r>
              <a:rPr lang="en-US" b="1" dirty="0"/>
              <a:t>Static Analysis</a:t>
            </a:r>
          </a:p>
          <a:p>
            <a:r>
              <a:rPr lang="en-US" dirty="0"/>
              <a:t>“We then apply </a:t>
            </a:r>
            <a:r>
              <a:rPr lang="en-US" b="1" dirty="0"/>
              <a:t>dependency-based slicing on the code to retain only scenario-relevant components.</a:t>
            </a:r>
            <a:r>
              <a:rPr lang="en-US" dirty="0"/>
              <a:t> This prunes irrelevant code paths and constrains </a:t>
            </a:r>
            <a:r>
              <a:rPr lang="en-US" b="1" dirty="0"/>
              <a:t>what interactions are theoretically possible.”</a:t>
            </a:r>
          </a:p>
          <a:p>
            <a:r>
              <a:rPr lang="en-US" b="1" dirty="0"/>
              <a:t>Runtime Trace Collection</a:t>
            </a:r>
          </a:p>
          <a:p>
            <a:r>
              <a:rPr lang="en-US" dirty="0"/>
              <a:t>“Next</a:t>
            </a:r>
            <a:r>
              <a:rPr lang="en-US" b="1" dirty="0"/>
              <a:t>, we collect timestamped runtime events corresponding to the scenario execution. </a:t>
            </a:r>
            <a:r>
              <a:rPr lang="en-US" dirty="0"/>
              <a:t>Although these traces may be incomplete, they </a:t>
            </a:r>
            <a:r>
              <a:rPr lang="en-US" b="1" dirty="0"/>
              <a:t>still provide concrete evidence and the order of execution information</a:t>
            </a:r>
            <a:r>
              <a:rPr lang="en-US" dirty="0"/>
              <a:t>.”</a:t>
            </a:r>
          </a:p>
          <a:p>
            <a:r>
              <a:rPr lang="en-US" b="1" dirty="0"/>
              <a:t>Hybrid Reconstruction</a:t>
            </a:r>
          </a:p>
          <a:p>
            <a:r>
              <a:rPr lang="en-US" dirty="0"/>
              <a:t>“</a:t>
            </a:r>
            <a:r>
              <a:rPr lang="en-US" b="1" dirty="0"/>
              <a:t>Static and dynamic information are then aligned through trace-to-code mapping</a:t>
            </a:r>
            <a:r>
              <a:rPr lang="en-US" dirty="0"/>
              <a:t>. Static reachability analysis is used to infer missing interactions, but only when they are consistent with both code structure and observed traces.”</a:t>
            </a:r>
          </a:p>
          <a:p>
            <a:r>
              <a:rPr lang="en-US" b="1" dirty="0" err="1"/>
              <a:t>SysML</a:t>
            </a:r>
            <a:r>
              <a:rPr lang="en-US" b="1" dirty="0"/>
              <a:t> v2 Interaction Diagram</a:t>
            </a:r>
          </a:p>
          <a:p>
            <a:r>
              <a:rPr lang="en-US" dirty="0"/>
              <a:t>“Finally, </a:t>
            </a:r>
            <a:r>
              <a:rPr lang="en-US" b="1" dirty="0"/>
              <a:t>the reconstructed interactions are exported as </a:t>
            </a:r>
            <a:r>
              <a:rPr lang="en-US" b="1" dirty="0" err="1"/>
              <a:t>SysML</a:t>
            </a:r>
            <a:r>
              <a:rPr lang="en-US" b="1" dirty="0"/>
              <a:t> v2 interaction diagrams</a:t>
            </a:r>
            <a:r>
              <a:rPr lang="en-US" dirty="0"/>
              <a:t>. These diagrams are scenario-specific, human-readable, and suitable for engineers and stakeholders.”</a:t>
            </a:r>
          </a:p>
          <a:p>
            <a:endParaRPr lang="en-US" dirty="0"/>
          </a:p>
          <a:p>
            <a:r>
              <a:rPr lang="en-IN" b="1" dirty="0" err="1"/>
              <a:t>SysML</a:t>
            </a:r>
            <a:r>
              <a:rPr lang="en-IN" b="1" dirty="0"/>
              <a:t> v2 (Systems </a:t>
            </a:r>
            <a:r>
              <a:rPr lang="en-IN" b="1" dirty="0" err="1"/>
              <a:t>Modeling</a:t>
            </a:r>
            <a:r>
              <a:rPr lang="en-IN" b="1" dirty="0"/>
              <a:t> Language v2)</a:t>
            </a:r>
            <a:r>
              <a:rPr lang="en-IN" dirty="0"/>
              <a:t> is a next-gen textual </a:t>
            </a:r>
            <a:r>
              <a:rPr lang="en-IN" b="1" dirty="0"/>
              <a:t>modern, formal systems </a:t>
            </a:r>
            <a:r>
              <a:rPr lang="en-IN" b="1" dirty="0" err="1"/>
              <a:t>modeling</a:t>
            </a:r>
            <a:r>
              <a:rPr lang="en-IN" b="1" dirty="0"/>
              <a:t> language</a:t>
            </a:r>
            <a:r>
              <a:rPr lang="en-IN" dirty="0"/>
              <a:t> – which has its own textual syntax </a:t>
            </a:r>
            <a:r>
              <a:rPr lang="en-IN"/>
              <a:t>and formal </a:t>
            </a:r>
            <a:r>
              <a:rPr lang="en-IN" dirty="0"/>
              <a:t>semantics</a:t>
            </a:r>
            <a:endParaRPr lang="en-US" dirty="0"/>
          </a:p>
          <a:p>
            <a:r>
              <a:rPr lang="en-US" dirty="0" err="1"/>
              <a:t>SysML</a:t>
            </a:r>
            <a:r>
              <a:rPr lang="en-US" dirty="0"/>
              <a:t> v2 provides formal semantics and a textual representation, making it suitable for automated generation and analysis. In this work, </a:t>
            </a:r>
            <a:r>
              <a:rPr lang="en-US" dirty="0" err="1"/>
              <a:t>SysML</a:t>
            </a:r>
            <a:r>
              <a:rPr lang="en-US" dirty="0"/>
              <a:t> v2 is used as the output representation to express reconstructed, scenario-specific interactions inferred from static code and runtime traces.</a:t>
            </a:r>
          </a:p>
        </p:txBody>
      </p:sp>
      <p:sp>
        <p:nvSpPr>
          <p:cNvPr id="4" name="Slide Number Placeholder 3">
            <a:extLst>
              <a:ext uri="{FF2B5EF4-FFF2-40B4-BE49-F238E27FC236}">
                <a16:creationId xmlns:a16="http://schemas.microsoft.com/office/drawing/2014/main" id="{A2927251-9043-1EE3-EE49-394932D00365}"/>
              </a:ext>
            </a:extLst>
          </p:cNvPr>
          <p:cNvSpPr>
            <a:spLocks noGrp="1"/>
          </p:cNvSpPr>
          <p:nvPr>
            <p:ph type="sldNum" sz="quarter" idx="5"/>
          </p:nvPr>
        </p:nvSpPr>
        <p:spPr/>
        <p:txBody>
          <a:bodyPr/>
          <a:lstStyle/>
          <a:p>
            <a:fld id="{8D18E0B9-48E4-499D-93B2-B07D00395BAC}" type="slidenum">
              <a:rPr lang="en-US" smtClean="0"/>
              <a:t>12</a:t>
            </a:fld>
            <a:endParaRPr lang="en-US" dirty="0"/>
          </a:p>
        </p:txBody>
      </p:sp>
    </p:spTree>
    <p:extLst>
      <p:ext uri="{BB962C8B-B14F-4D97-AF65-F5344CB8AC3E}">
        <p14:creationId xmlns:p14="http://schemas.microsoft.com/office/powerpoint/2010/main" val="726871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True Positive: a triple the reference expects </a:t>
            </a:r>
            <a:r>
              <a:rPr lang="en-GB" sz="1200" b="0" i="1" kern="1200" dirty="0">
                <a:solidFill>
                  <a:schemeClr val="tx1"/>
                </a:solidFill>
                <a:effectLst/>
                <a:latin typeface="+mn-lt"/>
                <a:ea typeface="+mn-ea"/>
                <a:cs typeface="+mn-cs"/>
              </a:rPr>
              <a:t>and</a:t>
            </a:r>
            <a:r>
              <a:rPr lang="en-GB" sz="1200" b="0" i="0" kern="1200" dirty="0">
                <a:solidFill>
                  <a:schemeClr val="tx1"/>
                </a:solidFill>
                <a:effectLst/>
                <a:latin typeface="+mn-lt"/>
                <a:ea typeface="+mn-ea"/>
                <a:cs typeface="+mn-cs"/>
              </a:rPr>
              <a:t> the generated file has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False Positive: a triple the generated file has that isn't in the reference — an invented edge (GEN − REF)</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False Negative: a triple the reference expects that the generated file is missing (REF − GEN)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F1 The harmonic mean of precision and recall, used as a single balanced accuracy measure:</a:t>
            </a:r>
          </a:p>
          <a:p>
            <a:endParaRPr lang="en-GB" dirty="0"/>
          </a:p>
          <a:p>
            <a:r>
              <a:rPr lang="en-GB" sz="1200" b="0" i="0" kern="1200" dirty="0">
                <a:solidFill>
                  <a:schemeClr val="tx1"/>
                </a:solidFill>
                <a:effectLst/>
                <a:latin typeface="+mn-lt"/>
                <a:ea typeface="+mn-ea"/>
                <a:cs typeface="+mn-cs"/>
              </a:rPr>
              <a:t>Precision asks "of what I generated, how much was right"; recall asks "of what should be there, how much did I find"</a:t>
            </a:r>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19</a:t>
            </a:fld>
            <a:endParaRPr lang="en-US" dirty="0"/>
          </a:p>
        </p:txBody>
      </p:sp>
    </p:spTree>
    <p:extLst>
      <p:ext uri="{BB962C8B-B14F-4D97-AF65-F5344CB8AC3E}">
        <p14:creationId xmlns:p14="http://schemas.microsoft.com/office/powerpoint/2010/main" val="897499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33</a:t>
            </a:fld>
            <a:endParaRPr lang="en-US" dirty="0"/>
          </a:p>
        </p:txBody>
      </p:sp>
    </p:spTree>
    <p:extLst>
      <p:ext uri="{BB962C8B-B14F-4D97-AF65-F5344CB8AC3E}">
        <p14:creationId xmlns:p14="http://schemas.microsoft.com/office/powerpoint/2010/main" val="465557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3-part task is given to the LLM which are to (list components, list interactions as Source → Target : Method, explain the flow in 3–5 sentences), varying only the evidence attached — source, trace, diagram, or combinations — across all five conditions and four scenarios. The response is then scored against ground truth for component recall, interaction recall, and completeness.</a:t>
            </a:r>
            <a:endParaRPr lang="en-GB" dirty="0"/>
          </a:p>
          <a:p>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34</a:t>
            </a:fld>
            <a:endParaRPr lang="en-US" dirty="0"/>
          </a:p>
        </p:txBody>
      </p:sp>
    </p:spTree>
    <p:extLst>
      <p:ext uri="{BB962C8B-B14F-4D97-AF65-F5344CB8AC3E}">
        <p14:creationId xmlns:p14="http://schemas.microsoft.com/office/powerpoint/2010/main" val="23434612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Block Definition Diagram (BDD) describes the static structure of the system by showing components and their relationships. An Internal Block Diagram (IBD) refines those components by showing their ports, interfaces, and connectors, explaining how they interact internally. In my project, dependency extraction is used to generate BDDs, while function-level interaction analysis is used to infer ports and generate IBDs.</a:t>
            </a:r>
            <a:r>
              <a:rPr lang="en-IN" dirty="0"/>
              <a:t> IBD – to understand How these components communicate. BDD - These components exist.</a:t>
            </a:r>
          </a:p>
        </p:txBody>
      </p:sp>
      <p:sp>
        <p:nvSpPr>
          <p:cNvPr id="4" name="Slide Number Placeholder 3"/>
          <p:cNvSpPr>
            <a:spLocks noGrp="1"/>
          </p:cNvSpPr>
          <p:nvPr>
            <p:ph type="sldNum" sz="quarter" idx="5"/>
          </p:nvPr>
        </p:nvSpPr>
        <p:spPr/>
        <p:txBody>
          <a:bodyPr/>
          <a:lstStyle/>
          <a:p>
            <a:fld id="{8D18E0B9-48E4-499D-93B2-B07D00395BAC}" type="slidenum">
              <a:rPr lang="en-US" smtClean="0"/>
              <a:t>35</a:t>
            </a:fld>
            <a:endParaRPr lang="en-US" dirty="0"/>
          </a:p>
        </p:txBody>
      </p:sp>
    </p:spTree>
    <p:extLst>
      <p:ext uri="{BB962C8B-B14F-4D97-AF65-F5344CB8AC3E}">
        <p14:creationId xmlns:p14="http://schemas.microsoft.com/office/powerpoint/2010/main" val="2664784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A Block Definition Diagram (BDD) describes the static structure of the system by showing components and their relationships. An Internal Block Diagram (IBD) refines those components by showing their ports, interfaces, and connectors, explaining how they interact internally. In my project, dependency extraction is used to generate BDDs, while function-level interaction analysis is used to infer ports and generate IBDs.</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37</a:t>
            </a:fld>
            <a:endParaRPr lang="en-US" dirty="0"/>
          </a:p>
        </p:txBody>
      </p:sp>
    </p:spTree>
    <p:extLst>
      <p:ext uri="{BB962C8B-B14F-4D97-AF65-F5344CB8AC3E}">
        <p14:creationId xmlns:p14="http://schemas.microsoft.com/office/powerpoint/2010/main" val="98025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41</a:t>
            </a:fld>
            <a:endParaRPr lang="en-US" dirty="0"/>
          </a:p>
        </p:txBody>
      </p:sp>
    </p:spTree>
    <p:extLst>
      <p:ext uri="{BB962C8B-B14F-4D97-AF65-F5344CB8AC3E}">
        <p14:creationId xmlns:p14="http://schemas.microsoft.com/office/powerpoint/2010/main" val="2181297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6978E-72E1-5293-E29A-E35287ADE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48577-3193-9A23-77DD-2104E1586CD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89B86CD-8096-F50A-7DC3-8693C9506579}"/>
              </a:ext>
            </a:extLst>
          </p:cNvPr>
          <p:cNvSpPr>
            <a:spLocks noGrp="1"/>
          </p:cNvSpPr>
          <p:nvPr>
            <p:ph type="body" idx="1"/>
          </p:nvPr>
        </p:nvSpPr>
        <p:spPr/>
        <p:txBody>
          <a:bodyPr/>
          <a:lstStyle/>
          <a:p>
            <a:r>
              <a:rPr lang="en-US" b="1" dirty="0"/>
              <a:t>Scenario Definition</a:t>
            </a:r>
          </a:p>
          <a:p>
            <a:r>
              <a:rPr lang="en-US" dirty="0"/>
              <a:t>“We start by clearly defining a single functionality or algorithm as the scenario of interest. </a:t>
            </a:r>
            <a:r>
              <a:rPr lang="en-US" b="1" dirty="0"/>
              <a:t>This keeps the scope focused and narrow </a:t>
            </a:r>
            <a:r>
              <a:rPr lang="en-US" dirty="0"/>
              <a:t>and avoids over-generalizing the system’s behavior.”</a:t>
            </a:r>
          </a:p>
          <a:p>
            <a:r>
              <a:rPr lang="en-US" b="1" dirty="0"/>
              <a:t>Static Analysis</a:t>
            </a:r>
          </a:p>
          <a:p>
            <a:r>
              <a:rPr lang="en-US" dirty="0"/>
              <a:t>“We then apply </a:t>
            </a:r>
            <a:r>
              <a:rPr lang="en-US" b="1" dirty="0"/>
              <a:t>dependency-based slicing on the code to retain only scenario-relevant components.</a:t>
            </a:r>
            <a:r>
              <a:rPr lang="en-US" dirty="0"/>
              <a:t> This prunes irrelevant code paths and constrains </a:t>
            </a:r>
            <a:r>
              <a:rPr lang="en-US" b="1" dirty="0"/>
              <a:t>what interactions are theoretically possible.”</a:t>
            </a:r>
          </a:p>
          <a:p>
            <a:r>
              <a:rPr lang="en-US" b="1" dirty="0"/>
              <a:t>Runtime Trace Collection</a:t>
            </a:r>
          </a:p>
          <a:p>
            <a:r>
              <a:rPr lang="en-US" dirty="0"/>
              <a:t>“Next</a:t>
            </a:r>
            <a:r>
              <a:rPr lang="en-US" b="1" dirty="0"/>
              <a:t>, we collect timestamped runtime events corresponding to the scenario execution. </a:t>
            </a:r>
            <a:r>
              <a:rPr lang="en-US" dirty="0"/>
              <a:t>Although these traces may be incomplete, they </a:t>
            </a:r>
            <a:r>
              <a:rPr lang="en-US" b="1" dirty="0"/>
              <a:t>still provide concrete evidence and the order of execution information</a:t>
            </a:r>
            <a:r>
              <a:rPr lang="en-US" dirty="0"/>
              <a:t>.”</a:t>
            </a:r>
          </a:p>
          <a:p>
            <a:r>
              <a:rPr lang="en-US" b="1" dirty="0"/>
              <a:t>Hybrid Reconstruction</a:t>
            </a:r>
          </a:p>
          <a:p>
            <a:r>
              <a:rPr lang="en-US" dirty="0"/>
              <a:t>“</a:t>
            </a:r>
            <a:r>
              <a:rPr lang="en-US" b="1" dirty="0"/>
              <a:t>Static and dynamic information are then aligned through trace-to-code mapping</a:t>
            </a:r>
            <a:r>
              <a:rPr lang="en-US" dirty="0"/>
              <a:t>. Static reachability analysis is used to infer missing interactions, but only when they are consistent with both code structure and observed traces.”</a:t>
            </a:r>
          </a:p>
          <a:p>
            <a:r>
              <a:rPr lang="en-US" b="1" dirty="0" err="1"/>
              <a:t>SysML</a:t>
            </a:r>
            <a:r>
              <a:rPr lang="en-US" b="1" dirty="0"/>
              <a:t> v2 Interaction Diagram</a:t>
            </a:r>
          </a:p>
          <a:p>
            <a:r>
              <a:rPr lang="en-US" dirty="0"/>
              <a:t>“Finally, </a:t>
            </a:r>
            <a:r>
              <a:rPr lang="en-US" b="1" dirty="0"/>
              <a:t>the reconstructed interactions are exported as </a:t>
            </a:r>
            <a:r>
              <a:rPr lang="en-US" b="1" dirty="0" err="1"/>
              <a:t>SysML</a:t>
            </a:r>
            <a:r>
              <a:rPr lang="en-US" b="1" dirty="0"/>
              <a:t> v2 interaction diagrams</a:t>
            </a:r>
            <a:r>
              <a:rPr lang="en-US" dirty="0"/>
              <a:t>. These diagrams are scenario-specific, human-readable, and suitable for engineers and stakeholders.”</a:t>
            </a:r>
          </a:p>
          <a:p>
            <a:endParaRPr lang="en-US" dirty="0"/>
          </a:p>
          <a:p>
            <a:r>
              <a:rPr lang="en-IN" b="1" dirty="0" err="1"/>
              <a:t>SysML</a:t>
            </a:r>
            <a:r>
              <a:rPr lang="en-IN" b="1" dirty="0"/>
              <a:t> v2 (Systems </a:t>
            </a:r>
            <a:r>
              <a:rPr lang="en-IN" b="1" dirty="0" err="1"/>
              <a:t>Modeling</a:t>
            </a:r>
            <a:r>
              <a:rPr lang="en-IN" b="1" dirty="0"/>
              <a:t> Language v2)</a:t>
            </a:r>
            <a:r>
              <a:rPr lang="en-IN" dirty="0"/>
              <a:t> is a next-gen textual </a:t>
            </a:r>
            <a:r>
              <a:rPr lang="en-IN" b="1" dirty="0"/>
              <a:t>modern, formal systems </a:t>
            </a:r>
            <a:r>
              <a:rPr lang="en-IN" b="1" dirty="0" err="1"/>
              <a:t>modeling</a:t>
            </a:r>
            <a:r>
              <a:rPr lang="en-IN" b="1" dirty="0"/>
              <a:t> language</a:t>
            </a:r>
            <a:r>
              <a:rPr lang="en-IN" dirty="0"/>
              <a:t> – which has its own textual syntax </a:t>
            </a:r>
            <a:r>
              <a:rPr lang="en-IN"/>
              <a:t>and formal </a:t>
            </a:r>
            <a:r>
              <a:rPr lang="en-IN" dirty="0"/>
              <a:t>semantics</a:t>
            </a:r>
            <a:endParaRPr lang="en-US" dirty="0"/>
          </a:p>
          <a:p>
            <a:r>
              <a:rPr lang="en-US" dirty="0" err="1"/>
              <a:t>SysML</a:t>
            </a:r>
            <a:r>
              <a:rPr lang="en-US" dirty="0"/>
              <a:t> v2 provides formal semantics and a textual representation, making it suitable for automated generation and analysis. In this work, </a:t>
            </a:r>
            <a:r>
              <a:rPr lang="en-US" dirty="0" err="1"/>
              <a:t>SysML</a:t>
            </a:r>
            <a:r>
              <a:rPr lang="en-US" dirty="0"/>
              <a:t> v2 is used as the output representation to express reconstructed, scenario-specific interactions inferred from static code and runtime traces.</a:t>
            </a:r>
          </a:p>
        </p:txBody>
      </p:sp>
      <p:sp>
        <p:nvSpPr>
          <p:cNvPr id="4" name="Slide Number Placeholder 3">
            <a:extLst>
              <a:ext uri="{FF2B5EF4-FFF2-40B4-BE49-F238E27FC236}">
                <a16:creationId xmlns:a16="http://schemas.microsoft.com/office/drawing/2014/main" id="{A2927251-9043-1EE3-EE49-394932D00365}"/>
              </a:ext>
            </a:extLst>
          </p:cNvPr>
          <p:cNvSpPr>
            <a:spLocks noGrp="1"/>
          </p:cNvSpPr>
          <p:nvPr>
            <p:ph type="sldNum" sz="quarter" idx="5"/>
          </p:nvPr>
        </p:nvSpPr>
        <p:spPr/>
        <p:txBody>
          <a:bodyPr/>
          <a:lstStyle/>
          <a:p>
            <a:fld id="{8D18E0B9-48E4-499D-93B2-B07D00395BAC}" type="slidenum">
              <a:rPr lang="en-US" smtClean="0"/>
              <a:t>42</a:t>
            </a:fld>
            <a:endParaRPr lang="en-US" dirty="0"/>
          </a:p>
        </p:txBody>
      </p:sp>
    </p:spTree>
    <p:extLst>
      <p:ext uri="{BB962C8B-B14F-4D97-AF65-F5344CB8AC3E}">
        <p14:creationId xmlns:p14="http://schemas.microsoft.com/office/powerpoint/2010/main" val="726871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The pipeline turns raw C++ into a scenario-specific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v2 diagram in six steps — extract the codebase into a property graph, scope it to the scenario, flatten it into a static call table, cross-check that against a real instrumented run, reconcile the two into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elements.json</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sequence.json</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using agent synthesis single LLM judgment call, then render the result. Five of the six steps are deterministic tooling; the LLM only ever sees evidence that's already been gathered and filtered for it</a:t>
            </a:r>
            <a:endParaRPr lang="en-GB" sz="1100" b="1" i="0" dirty="0">
              <a:solidFill>
                <a:srgbClr val="44546A"/>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43</a:t>
            </a:fld>
            <a:endParaRPr lang="en-US" dirty="0"/>
          </a:p>
        </p:txBody>
      </p:sp>
    </p:spTree>
    <p:extLst>
      <p:ext uri="{BB962C8B-B14F-4D97-AF65-F5344CB8AC3E}">
        <p14:creationId xmlns:p14="http://schemas.microsoft.com/office/powerpoint/2010/main" val="42882402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The goal is to combine static code structure and incomplete runtime traces to synthesize a scenario-specific interaction diagram in </a:t>
            </a:r>
            <a:r>
              <a:rPr lang="en-US" dirty="0" err="1"/>
              <a:t>SysML</a:t>
            </a:r>
            <a:r>
              <a:rPr lang="en-US" dirty="0"/>
              <a:t> v2</a:t>
            </a:r>
          </a:p>
          <a:p>
            <a:endParaRPr lang="en-US" dirty="0"/>
          </a:p>
          <a:p>
            <a:r>
              <a:rPr lang="en-US" dirty="0"/>
              <a:t>How can we filter both code and traces so we only focus on behavior relevant to a given scenario?</a:t>
            </a:r>
          </a:p>
          <a:p>
            <a:r>
              <a:rPr lang="en-US" dirty="0"/>
              <a:t>What kind of graph can meaningfully combine static call relationships with timestamped runtime events?</a:t>
            </a:r>
          </a:p>
          <a:p>
            <a:r>
              <a:rPr lang="en-US" dirty="0"/>
              <a:t>Does combining both actually improve completeness and accuracy compared to static-only or trace-only approaches?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Static and dynamic information are then aligned through </a:t>
            </a:r>
            <a:r>
              <a:rPr lang="en-US" b="1" dirty="0"/>
              <a:t>trace-to-code mapping</a:t>
            </a:r>
            <a:r>
              <a:rPr lang="en-US" dirty="0"/>
              <a:t>. </a:t>
            </a:r>
          </a:p>
          <a:p>
            <a:endParaRPr lang="en-IN" dirty="0"/>
          </a:p>
          <a:p>
            <a:r>
              <a:rPr lang="en-US" dirty="0"/>
              <a:t>who talks to whom, in what order, under which conditions</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44</a:t>
            </a:fld>
            <a:endParaRPr lang="en-US" dirty="0"/>
          </a:p>
        </p:txBody>
      </p:sp>
    </p:spTree>
    <p:extLst>
      <p:ext uri="{BB962C8B-B14F-4D97-AF65-F5344CB8AC3E}">
        <p14:creationId xmlns:p14="http://schemas.microsoft.com/office/powerpoint/2010/main" val="2043992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GB"/>
          </a:p>
        </p:txBody>
      </p:sp>
      <p:sp>
        <p:nvSpPr>
          <p:cNvPr id="3" name="Notes Placeholder 2"/>
          <p:cNvSpPr>
            <a:spLocks noGrp="1"/>
          </p:cNvSpPr>
          <p:nvPr>
            <p:ph type="body" sz="quarter" idx="3"/>
          </p:nvPr>
        </p:nvSpPr>
        <p:spPr/>
        <p:txBody>
          <a:bodyPr/>
          <a:lstStyle/>
          <a:p>
            <a:r>
              <a:t>[2:00] The systems I care about are long-lived and safety-critical — think</a:t>
            </a:r>
          </a:p>
          <a:p>
            <a:r>
              <a:t>medical imaging or industrial automation. Their behaviour is supposed to be</a:t>
            </a:r>
          </a:p>
          <a:p>
            <a:r>
              <a:t>captured in interaction models, i.e. sequence diagrams. But in practice those</a:t>
            </a:r>
          </a:p>
          <a:p>
            <a:r>
              <a:t>diagrams drift out of sync as the code evolves, so engineers end up</a:t>
            </a:r>
          </a:p>
          <a:p>
            <a:r>
              <a:t>reconstructing behaviour by hand — slow and expertise-dependent. Event-driven</a:t>
            </a:r>
          </a:p>
          <a:p>
            <a:r>
              <a:t>systems make it harder because async callbacks and pub/sub hide who talks to</a:t>
            </a:r>
          </a:p>
          <a:p>
            <a:r>
              <a:t>whom.</a:t>
            </a:r>
          </a:p>
          <a:p>
            <a:r>
              <a:t>On the right is a real, previously-resolved defect that motivated the work: a</a:t>
            </a:r>
          </a:p>
          <a:p>
            <a:r>
              <a:t>stale proxy was never freed because a reset call was missing, and after a</a:t>
            </a:r>
          </a:p>
          <a:p>
            <a:r>
              <a:t>restart the system silently stopped delivering notifications. It was only</a:t>
            </a:r>
          </a:p>
          <a:p>
            <a:r>
              <a:t>visible by tracing an implicit event chain that no diagram showed — exactly the</a:t>
            </a:r>
          </a:p>
          <a:p>
            <a:r>
              <a:t>kind of model this thesis reconstructs automatically.</a:t>
            </a:r>
          </a:p>
        </p:txBody>
      </p:sp>
      <p:sp>
        <p:nvSpPr>
          <p:cNvPr id="4" name="Slide Number Placeholder 3"/>
          <p:cNvSpPr>
            <a:spLocks noGrp="1"/>
          </p:cNvSpPr>
          <p:nvPr>
            <p:ph type="sldNum" sz="quarter" idx="5"/>
          </p:nvPr>
        </p:nvSpPr>
        <p:spPr/>
        <p:txBody>
          <a:bodyPr/>
          <a:lstStyle/>
          <a:p>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We compare trace-only diagrams with hybrid diagrams to show improvements in completeness and clarity.</a:t>
            </a:r>
          </a:p>
          <a:p>
            <a:endParaRPr lang="en-US" dirty="0"/>
          </a:p>
          <a:p>
            <a:r>
              <a:rPr lang="en-US" dirty="0"/>
              <a:t>The evaluation focuses on qualitative completeness and structural accuracy metrics rather than raw performance.</a:t>
            </a:r>
          </a:p>
          <a:p>
            <a:endParaRPr lang="en-US" dirty="0"/>
          </a:p>
          <a:p>
            <a:r>
              <a:rPr lang="en-US" dirty="0"/>
              <a:t>We compare interaction diagrams generated using trace-only, static-only, and hybrid approaches. The expectation is that the hybrid method produces more complete flows without introducing excessive over-approximation. The outcome includes a working prototype and comparative evaluation results.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Goal is to create a more richer, more accurate and more complete interaction diagrams </a:t>
            </a:r>
            <a:r>
              <a:rPr lang="en-US" dirty="0"/>
              <a:t>– which can assist the engineers in taking architectural decisions </a:t>
            </a:r>
          </a:p>
          <a:p>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51</a:t>
            </a:fld>
            <a:endParaRPr lang="en-US" dirty="0"/>
          </a:p>
        </p:txBody>
      </p:sp>
    </p:spTree>
    <p:extLst>
      <p:ext uri="{BB962C8B-B14F-4D97-AF65-F5344CB8AC3E}">
        <p14:creationId xmlns:p14="http://schemas.microsoft.com/office/powerpoint/2010/main" val="37865303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015DB-4223-6413-6CCE-02D6E2D039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47051-55F6-D765-6287-FB7453E1423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00D6548-8D09-CCB0-A1E1-7AC6637A38F0}"/>
              </a:ext>
            </a:extLst>
          </p:cNvPr>
          <p:cNvSpPr>
            <a:spLocks noGrp="1"/>
          </p:cNvSpPr>
          <p:nvPr>
            <p:ph type="body" idx="1"/>
          </p:nvPr>
        </p:nvSpPr>
        <p:spPr/>
        <p:txBody>
          <a:bodyPr/>
          <a:lstStyle/>
          <a:p>
            <a:r>
              <a:rPr lang="en-US" dirty="0"/>
              <a:t>The scope is intentionally limited to one scenario to ensure feasibility within the 22-week timeline. </a:t>
            </a:r>
          </a:p>
          <a:p>
            <a:r>
              <a:rPr lang="en-US" dirty="0"/>
              <a:t>✓ Single scenario ✓ Single industrial system ✓ Proof-of-concept focus</a:t>
            </a:r>
          </a:p>
          <a:p>
            <a:endParaRPr lang="en-US" dirty="0"/>
          </a:p>
          <a:p>
            <a:r>
              <a:rPr lang="en-US" dirty="0"/>
              <a:t>Point out it’s </a:t>
            </a:r>
            <a:r>
              <a:rPr lang="en-US" b="1" dirty="0"/>
              <a:t>incremental</a:t>
            </a:r>
            <a:endParaRPr lang="en-US" dirty="0"/>
          </a:p>
          <a:p>
            <a:r>
              <a:rPr lang="en-US" dirty="0"/>
              <a:t>Early risk is handled early (literature + static analysis)</a:t>
            </a:r>
          </a:p>
          <a:p>
            <a:r>
              <a:rPr lang="en-US" dirty="0"/>
              <a:t>Buffer included → realistic planning</a:t>
            </a:r>
          </a:p>
          <a:p>
            <a:r>
              <a:rPr lang="en-US" dirty="0"/>
              <a:t>Optional reassurance:</a:t>
            </a:r>
          </a:p>
          <a:p>
            <a:r>
              <a:rPr lang="en-US" b="1" dirty="0"/>
              <a:t>“Each phase produces intermediate artifacts, reducing project risk.”</a:t>
            </a:r>
          </a:p>
          <a:p>
            <a:endParaRPr lang="en-US" dirty="0"/>
          </a:p>
        </p:txBody>
      </p:sp>
      <p:sp>
        <p:nvSpPr>
          <p:cNvPr id="4" name="Slide Number Placeholder 3">
            <a:extLst>
              <a:ext uri="{FF2B5EF4-FFF2-40B4-BE49-F238E27FC236}">
                <a16:creationId xmlns:a16="http://schemas.microsoft.com/office/drawing/2014/main" id="{8C2BEA63-8E9D-D6A0-3669-015CF0F58824}"/>
              </a:ext>
            </a:extLst>
          </p:cNvPr>
          <p:cNvSpPr>
            <a:spLocks noGrp="1"/>
          </p:cNvSpPr>
          <p:nvPr>
            <p:ph type="sldNum" sz="quarter" idx="5"/>
          </p:nvPr>
        </p:nvSpPr>
        <p:spPr/>
        <p:txBody>
          <a:bodyPr/>
          <a:lstStyle/>
          <a:p>
            <a:fld id="{8D18E0B9-48E4-499D-93B2-B07D00395BAC}" type="slidenum">
              <a:rPr lang="en-US" smtClean="0"/>
              <a:t>52</a:t>
            </a:fld>
            <a:endParaRPr lang="en-US" dirty="0"/>
          </a:p>
        </p:txBody>
      </p:sp>
    </p:spTree>
    <p:extLst>
      <p:ext uri="{BB962C8B-B14F-4D97-AF65-F5344CB8AC3E}">
        <p14:creationId xmlns:p14="http://schemas.microsoft.com/office/powerpoint/2010/main" val="3131678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CA39D92-9919-A80E-44FF-6B912E850733}"/>
              </a:ext>
            </a:extLst>
          </p:cNvPr>
          <p:cNvSpPr>
            <a:spLocks noGrp="1"/>
          </p:cNvSpPr>
          <p:nvPr>
            <p:ph type="pic" sz="quarter" idx="10" hasCustomPrompt="1"/>
          </p:nvPr>
        </p:nvSpPr>
        <p:spPr>
          <a:xfrm>
            <a:off x="458788" y="457200"/>
            <a:ext cx="11274425" cy="5943600"/>
          </a:xfrm>
        </p:spPr>
        <p:txBody>
          <a:bodyPr>
            <a:normAutofit/>
          </a:bodyPr>
          <a:lstStyle>
            <a:lvl1pPr marL="0" indent="0">
              <a:buNone/>
              <a:defRPr sz="2000"/>
            </a:lvl1pPr>
          </a:lstStyle>
          <a:p>
            <a:r>
              <a:rPr lang="en-US" dirty="0"/>
              <a:t>Click icon to insert picture</a:t>
            </a:r>
          </a:p>
        </p:txBody>
      </p:sp>
      <p:sp>
        <p:nvSpPr>
          <p:cNvPr id="6" name="Title 5">
            <a:extLst>
              <a:ext uri="{FF2B5EF4-FFF2-40B4-BE49-F238E27FC236}">
                <a16:creationId xmlns:a16="http://schemas.microsoft.com/office/drawing/2014/main" id="{B62FF34D-C8F8-1796-647D-D17056A27E11}"/>
              </a:ext>
            </a:extLst>
          </p:cNvPr>
          <p:cNvSpPr>
            <a:spLocks noGrp="1"/>
          </p:cNvSpPr>
          <p:nvPr>
            <p:ph type="title" hasCustomPrompt="1"/>
          </p:nvPr>
        </p:nvSpPr>
        <p:spPr>
          <a:xfrm>
            <a:off x="6581955" y="612475"/>
            <a:ext cx="4701904" cy="3079029"/>
          </a:xfrm>
        </p:spPr>
        <p:txBody>
          <a:bodyPr anchor="b">
            <a:normAutofit/>
          </a:bodyPr>
          <a:lstStyle>
            <a:lvl1pPr algn="r">
              <a:defRPr sz="4800">
                <a:solidFill>
                  <a:schemeClr val="tx1"/>
                </a:solidFill>
              </a:defRPr>
            </a:lvl1pPr>
          </a:lstStyle>
          <a:p>
            <a:r>
              <a:rPr lang="en-US" dirty="0"/>
              <a:t>Click to add title</a:t>
            </a:r>
          </a:p>
        </p:txBody>
      </p:sp>
    </p:spTree>
    <p:extLst>
      <p:ext uri="{BB962C8B-B14F-4D97-AF65-F5344CB8AC3E}">
        <p14:creationId xmlns:p14="http://schemas.microsoft.com/office/powerpoint/2010/main" val="907688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C229E2-8757-94D8-A1B6-702189DCCBF2}"/>
              </a:ext>
              <a:ext uri="{C183D7F6-B498-43B3-948B-1728B52AA6E4}">
                <adec:decorative xmlns:adec="http://schemas.microsoft.com/office/drawing/2017/decorative" val="1"/>
              </a:ext>
            </a:extLst>
          </p:cNvPr>
          <p:cNvSpPr/>
          <p:nvPr userDrawn="1"/>
        </p:nvSpPr>
        <p:spPr>
          <a:xfrm>
            <a:off x="6096000" y="3249"/>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A77143C8-CDFF-B937-C00C-5E7B5093991E}"/>
              </a:ext>
            </a:extLst>
          </p:cNvPr>
          <p:cNvSpPr>
            <a:spLocks noGrp="1"/>
          </p:cNvSpPr>
          <p:nvPr>
            <p:ph type="title" hasCustomPrompt="1"/>
          </p:nvPr>
        </p:nvSpPr>
        <p:spPr>
          <a:xfrm>
            <a:off x="914400" y="883920"/>
            <a:ext cx="4114800" cy="5059680"/>
          </a:xfrm>
        </p:spPr>
        <p:txBody>
          <a:bodyPr>
            <a:normAutofit/>
          </a:bodyPr>
          <a:lstStyle>
            <a:lvl1pPr>
              <a:defRPr sz="3600">
                <a:solidFill>
                  <a:schemeClr val="tx1">
                    <a:lumMod val="75000"/>
                    <a:lumOff val="25000"/>
                  </a:schemeClr>
                </a:solidFill>
              </a:defRPr>
            </a:lvl1pPr>
          </a:lstStyle>
          <a:p>
            <a:r>
              <a:rPr lang="en-US" dirty="0"/>
              <a:t>Click to add title</a:t>
            </a:r>
          </a:p>
        </p:txBody>
      </p:sp>
      <p:sp>
        <p:nvSpPr>
          <p:cNvPr id="10" name="Content Placeholder 9">
            <a:extLst>
              <a:ext uri="{FF2B5EF4-FFF2-40B4-BE49-F238E27FC236}">
                <a16:creationId xmlns:a16="http://schemas.microsoft.com/office/drawing/2014/main" id="{F82637A1-1BB4-AF51-24C3-6FE78DD45D99}"/>
              </a:ext>
            </a:extLst>
          </p:cNvPr>
          <p:cNvSpPr>
            <a:spLocks noGrp="1"/>
          </p:cNvSpPr>
          <p:nvPr>
            <p:ph sz="quarter" idx="10" hasCustomPrompt="1"/>
          </p:nvPr>
        </p:nvSpPr>
        <p:spPr>
          <a:xfrm>
            <a:off x="6475413" y="2438400"/>
            <a:ext cx="4799012" cy="3505200"/>
          </a:xfrm>
        </p:spPr>
        <p:txBody>
          <a:bodyPr>
            <a:normAutofit/>
          </a:bodyPr>
          <a:lstStyle>
            <a:lvl1pPr marL="0" indent="0">
              <a:lnSpc>
                <a:spcPct val="125000"/>
              </a:lnSpc>
              <a:buNone/>
              <a:defRPr sz="1800"/>
            </a:lvl1pPr>
            <a:lvl2pPr marL="457200" indent="0">
              <a:lnSpc>
                <a:spcPct val="125000"/>
              </a:lnSpc>
              <a:buNone/>
              <a:defRPr sz="1600"/>
            </a:lvl2pPr>
            <a:lvl3pPr marL="914400" indent="0">
              <a:lnSpc>
                <a:spcPct val="125000"/>
              </a:lnSpc>
              <a:buNone/>
              <a:defRPr sz="1400"/>
            </a:lvl3pPr>
            <a:lvl4pPr marL="1371600" indent="0">
              <a:lnSpc>
                <a:spcPct val="125000"/>
              </a:lnSpc>
              <a:buNone/>
              <a:defRPr sz="1200"/>
            </a:lvl4pPr>
            <a:lvl5pPr marL="1828800" indent="0">
              <a:lnSpc>
                <a:spcPct val="125000"/>
              </a:lnSpc>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3" name="Frame 2">
            <a:extLst>
              <a:ext uri="{FF2B5EF4-FFF2-40B4-BE49-F238E27FC236}">
                <a16:creationId xmlns:a16="http://schemas.microsoft.com/office/drawing/2014/main" id="{56F59DF2-AB3C-B7B3-826A-636B8CC5AB3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457687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737016-0B2B-9F81-7A77-63223C4864D8}"/>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1134E572-08FE-0439-A460-8DFE1183A605}"/>
              </a:ext>
            </a:extLst>
          </p:cNvPr>
          <p:cNvSpPr>
            <a:spLocks noGrp="1"/>
          </p:cNvSpPr>
          <p:nvPr>
            <p:ph type="title" hasCustomPrompt="1"/>
          </p:nvPr>
        </p:nvSpPr>
        <p:spPr>
          <a:xfrm>
            <a:off x="6478742" y="914399"/>
            <a:ext cx="4798858" cy="5029199"/>
          </a:xfrm>
        </p:spPr>
        <p:txBody>
          <a:bodyPr>
            <a:normAutofit/>
          </a:bodyPr>
          <a:lstStyle>
            <a:lvl1pPr>
              <a:defRPr sz="4800"/>
            </a:lvl1pPr>
          </a:lstStyle>
          <a:p>
            <a:r>
              <a:rPr lang="en-US" dirty="0"/>
              <a:t>Click to add title</a:t>
            </a:r>
          </a:p>
        </p:txBody>
      </p:sp>
      <p:sp>
        <p:nvSpPr>
          <p:cNvPr id="9" name="Picture Placeholder 8">
            <a:extLst>
              <a:ext uri="{FF2B5EF4-FFF2-40B4-BE49-F238E27FC236}">
                <a16:creationId xmlns:a16="http://schemas.microsoft.com/office/drawing/2014/main" id="{01EB46EC-087C-B8FF-2363-B99FAE983B02}"/>
              </a:ext>
            </a:extLst>
          </p:cNvPr>
          <p:cNvSpPr>
            <a:spLocks noGrp="1"/>
          </p:cNvSpPr>
          <p:nvPr>
            <p:ph type="pic" sz="quarter" idx="10"/>
          </p:nvPr>
        </p:nvSpPr>
        <p:spPr>
          <a:xfrm>
            <a:off x="0" y="914400"/>
            <a:ext cx="5713413" cy="5029200"/>
          </a:xfrm>
        </p:spPr>
        <p:txBody>
          <a:bodyPr>
            <a:norm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19926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ext and imag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1D49246-C641-C3BA-F07B-89FFC6CDAEB8}"/>
              </a:ext>
            </a:extLst>
          </p:cNvPr>
          <p:cNvSpPr>
            <a:spLocks noGrp="1"/>
          </p:cNvSpPr>
          <p:nvPr>
            <p:ph type="title" hasCustomPrompt="1"/>
          </p:nvPr>
        </p:nvSpPr>
        <p:spPr>
          <a:xfrm>
            <a:off x="914399" y="853439"/>
            <a:ext cx="4802373" cy="2833689"/>
          </a:xfrm>
        </p:spPr>
        <p:txBody>
          <a:bodyPr rIns="914400" anchor="b"/>
          <a:lstStyle>
            <a:lvl1pPr>
              <a:defRPr sz="4800"/>
            </a:lvl1pPr>
          </a:lstStyle>
          <a:p>
            <a:r>
              <a:rPr lang="en-US" dirty="0"/>
              <a:t>Click to add title</a:t>
            </a:r>
          </a:p>
        </p:txBody>
      </p:sp>
      <p:sp>
        <p:nvSpPr>
          <p:cNvPr id="11" name="Content Placeholder 10">
            <a:extLst>
              <a:ext uri="{FF2B5EF4-FFF2-40B4-BE49-F238E27FC236}">
                <a16:creationId xmlns:a16="http://schemas.microsoft.com/office/drawing/2014/main" id="{5BE7E1DF-A70C-8F79-9B76-72B2A7B4DC71}"/>
              </a:ext>
            </a:extLst>
          </p:cNvPr>
          <p:cNvSpPr>
            <a:spLocks noGrp="1"/>
          </p:cNvSpPr>
          <p:nvPr>
            <p:ph sz="quarter" idx="11" hasCustomPrompt="1"/>
          </p:nvPr>
        </p:nvSpPr>
        <p:spPr>
          <a:xfrm>
            <a:off x="914400" y="393191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1CD5F637-DFBF-7FED-7CD5-F46A26E5CD15}"/>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13" name="Frame 12">
            <a:extLst>
              <a:ext uri="{FF2B5EF4-FFF2-40B4-BE49-F238E27FC236}">
                <a16:creationId xmlns:a16="http://schemas.microsoft.com/office/drawing/2014/main" id="{33E3B934-3E16-21AF-8F5A-9EFD93255705}"/>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278050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D872928-B479-F7C5-9C83-C448FBA36175}"/>
              </a:ext>
            </a:extLst>
          </p:cNvPr>
          <p:cNvSpPr>
            <a:spLocks noGrp="1"/>
          </p:cNvSpPr>
          <p:nvPr>
            <p:ph type="title" hasCustomPrompt="1"/>
          </p:nvPr>
        </p:nvSpPr>
        <p:spPr>
          <a:xfrm>
            <a:off x="914400" y="1020445"/>
            <a:ext cx="4114800" cy="5029200"/>
          </a:xfrm>
        </p:spPr>
        <p:txBody>
          <a:bodyPr>
            <a:normAutofit/>
          </a:bodyPr>
          <a:lstStyle>
            <a:lvl1pPr>
              <a:defRPr sz="3600"/>
            </a:lvl1pPr>
          </a:lstStyle>
          <a:p>
            <a:r>
              <a:rPr lang="en-US" dirty="0"/>
              <a:t>Click to add title</a:t>
            </a:r>
          </a:p>
        </p:txBody>
      </p:sp>
      <p:sp>
        <p:nvSpPr>
          <p:cNvPr id="9" name="Content Placeholder 10">
            <a:extLst>
              <a:ext uri="{FF2B5EF4-FFF2-40B4-BE49-F238E27FC236}">
                <a16:creationId xmlns:a16="http://schemas.microsoft.com/office/drawing/2014/main" id="{61E3771A-E1EB-0CBE-828C-2C5E1F2AE6CF}"/>
              </a:ext>
            </a:extLst>
          </p:cNvPr>
          <p:cNvSpPr>
            <a:spLocks noGrp="1"/>
          </p:cNvSpPr>
          <p:nvPr>
            <p:ph sz="quarter" idx="11" hasCustomPrompt="1"/>
          </p:nvPr>
        </p:nvSpPr>
        <p:spPr>
          <a:xfrm>
            <a:off x="6475227" y="1020445"/>
            <a:ext cx="4802735" cy="5029200"/>
          </a:xfrm>
        </p:spPr>
        <p:txBody>
          <a:bodyPr anchor="ctr">
            <a:normAutofit/>
          </a:bodyPr>
          <a:lstStyle>
            <a:lvl1pPr marL="228600" indent="-228600">
              <a:lnSpc>
                <a:spcPct val="125000"/>
              </a:lnSpc>
              <a:spcBef>
                <a:spcPts val="0"/>
              </a:spcBef>
              <a:spcAft>
                <a:spcPts val="1200"/>
              </a:spcAft>
              <a:buFont typeface="Arial" panose="020B0604020202020204" pitchFamily="34" charset="0"/>
              <a:buChar char="•"/>
              <a:defRPr sz="1800"/>
            </a:lvl1pPr>
            <a:lvl2pPr marL="411480" indent="-228600">
              <a:lnSpc>
                <a:spcPct val="125000"/>
              </a:lnSpc>
              <a:spcBef>
                <a:spcPts val="0"/>
              </a:spcBef>
              <a:spcAft>
                <a:spcPts val="1200"/>
              </a:spcAft>
              <a:buFont typeface="Arial" panose="020B0604020202020204" pitchFamily="34" charset="0"/>
              <a:buChar char="•"/>
              <a:defRPr sz="1600"/>
            </a:lvl2pPr>
            <a:lvl3pPr marL="594360" indent="-228600">
              <a:lnSpc>
                <a:spcPct val="125000"/>
              </a:lnSpc>
              <a:spcBef>
                <a:spcPts val="0"/>
              </a:spcBef>
              <a:spcAft>
                <a:spcPts val="1200"/>
              </a:spcAft>
              <a:buFont typeface="Arial" panose="020B0604020202020204" pitchFamily="34" charset="0"/>
              <a:buChar char="•"/>
              <a:defRPr sz="1400"/>
            </a:lvl3pPr>
            <a:lvl4pPr marL="777240" indent="-228600">
              <a:lnSpc>
                <a:spcPct val="125000"/>
              </a:lnSpc>
              <a:spcBef>
                <a:spcPts val="0"/>
              </a:spcBef>
              <a:spcAft>
                <a:spcPts val="1200"/>
              </a:spcAft>
              <a:buFont typeface="Arial" panose="020B0604020202020204" pitchFamily="34" charset="0"/>
              <a:buChar char="•"/>
              <a:defRPr sz="1200"/>
            </a:lvl4pPr>
            <a:lvl5pPr marL="960120" indent="-228600">
              <a:lnSpc>
                <a:spcPct val="125000"/>
              </a:lnSpc>
              <a:spcBef>
                <a:spcPts val="0"/>
              </a:spcBef>
              <a:spcAft>
                <a:spcPts val="12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Rectangle 1">
            <a:extLst>
              <a:ext uri="{FF2B5EF4-FFF2-40B4-BE49-F238E27FC236}">
                <a16:creationId xmlns:a16="http://schemas.microsoft.com/office/drawing/2014/main" id="{62A1635D-96F0-769B-4ECB-70502770ABBC}"/>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ame 5">
            <a:extLst>
              <a:ext uri="{FF2B5EF4-FFF2-40B4-BE49-F238E27FC236}">
                <a16:creationId xmlns:a16="http://schemas.microsoft.com/office/drawing/2014/main" id="{4F877767-0342-A344-0462-A0D877FF68F8}"/>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297152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21F215D-0D9E-64B3-1F66-E90B87932A89}"/>
              </a:ext>
            </a:extLst>
          </p:cNvPr>
          <p:cNvSpPr>
            <a:spLocks noGrp="1"/>
          </p:cNvSpPr>
          <p:nvPr>
            <p:ph type="title" hasCustomPrompt="1"/>
          </p:nvPr>
        </p:nvSpPr>
        <p:spPr>
          <a:xfrm>
            <a:off x="914400" y="900741"/>
            <a:ext cx="4802372" cy="2788919"/>
          </a:xfrm>
        </p:spPr>
        <p:txBody>
          <a:bodyPr anchor="b">
            <a:normAutofit/>
          </a:bodyPr>
          <a:lstStyle>
            <a:lvl1pPr>
              <a:defRPr sz="4800"/>
            </a:lvl1pPr>
          </a:lstStyle>
          <a:p>
            <a:r>
              <a:rPr lang="en-US" dirty="0"/>
              <a:t>Click to add title</a:t>
            </a:r>
          </a:p>
        </p:txBody>
      </p:sp>
      <p:sp>
        <p:nvSpPr>
          <p:cNvPr id="9" name="Content Placeholder 10">
            <a:extLst>
              <a:ext uri="{FF2B5EF4-FFF2-40B4-BE49-F238E27FC236}">
                <a16:creationId xmlns:a16="http://schemas.microsoft.com/office/drawing/2014/main" id="{E86A4459-11C2-44C6-0173-C666D5AADC1E}"/>
              </a:ext>
            </a:extLst>
          </p:cNvPr>
          <p:cNvSpPr>
            <a:spLocks noGrp="1"/>
          </p:cNvSpPr>
          <p:nvPr>
            <p:ph sz="quarter" idx="11" hasCustomPrompt="1"/>
          </p:nvPr>
        </p:nvSpPr>
        <p:spPr>
          <a:xfrm>
            <a:off x="914400" y="382523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a:extLst>
              <a:ext uri="{FF2B5EF4-FFF2-40B4-BE49-F238E27FC236}">
                <a16:creationId xmlns:a16="http://schemas.microsoft.com/office/drawing/2014/main" id="{9284EF14-0982-D931-9DD6-ECFE61D5B0F6}"/>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6" name="Frame 5">
            <a:extLst>
              <a:ext uri="{FF2B5EF4-FFF2-40B4-BE49-F238E27FC236}">
                <a16:creationId xmlns:a16="http://schemas.microsoft.com/office/drawing/2014/main" id="{7D7E927E-4F73-5579-4F1D-E13899DEEA0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849067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layout 1">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0" y="2153285"/>
            <a:ext cx="4953001"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6309360" y="2153285"/>
            <a:ext cx="51358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5D7E8F5-692D-24DD-0F8C-9563BA74AAF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51943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lumn layou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1" y="2153285"/>
            <a:ext cx="3261359"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4480560" y="2153285"/>
            <a:ext cx="69646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C0F1533-3810-C210-9B67-D2F4A1846C23}"/>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308165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9C70371-D147-2B29-EAEB-B10A799D09DF}"/>
              </a:ext>
            </a:extLst>
          </p:cNvPr>
          <p:cNvSpPr>
            <a:spLocks noGrp="1"/>
          </p:cNvSpPr>
          <p:nvPr>
            <p:ph type="title" hasCustomPrompt="1"/>
          </p:nvPr>
        </p:nvSpPr>
        <p:spPr>
          <a:xfrm>
            <a:off x="916169" y="614812"/>
            <a:ext cx="10359659" cy="1325563"/>
          </a:xfrm>
        </p:spPr>
        <p:txBody>
          <a:bodyPr>
            <a:normAutofit/>
          </a:bodyPr>
          <a:lstStyle>
            <a:lvl1pPr>
              <a:defRPr sz="3600"/>
            </a:lvl1pPr>
          </a:lstStyle>
          <a:p>
            <a:r>
              <a:rPr lang="en-US" dirty="0"/>
              <a:t>Click to add title</a:t>
            </a:r>
          </a:p>
        </p:txBody>
      </p:sp>
      <p:sp>
        <p:nvSpPr>
          <p:cNvPr id="3" name="Picture Placeholder 2">
            <a:extLst>
              <a:ext uri="{FF2B5EF4-FFF2-40B4-BE49-F238E27FC236}">
                <a16:creationId xmlns:a16="http://schemas.microsoft.com/office/drawing/2014/main" id="{1C5AE226-98C6-70F4-8DED-59E8FE30401C}"/>
              </a:ext>
            </a:extLst>
          </p:cNvPr>
          <p:cNvSpPr>
            <a:spLocks noGrp="1"/>
          </p:cNvSpPr>
          <p:nvPr>
            <p:ph type="pic" sz="quarter" idx="11"/>
          </p:nvPr>
        </p:nvSpPr>
        <p:spPr>
          <a:xfrm>
            <a:off x="-367" y="2177378"/>
            <a:ext cx="5713413" cy="4669987"/>
          </a:xfrm>
          <a:custGeom>
            <a:avLst/>
            <a:gdLst>
              <a:gd name="connsiteX0" fmla="*/ 400038 w 5713413"/>
              <a:gd name="connsiteY0" fmla="*/ 0 h 4669987"/>
              <a:gd name="connsiteX1" fmla="*/ 5713413 w 5713413"/>
              <a:gd name="connsiteY1" fmla="*/ 0 h 4669987"/>
              <a:gd name="connsiteX2" fmla="*/ 5713413 w 5713413"/>
              <a:gd name="connsiteY2" fmla="*/ 4315224 h 4669987"/>
              <a:gd name="connsiteX3" fmla="*/ 400038 w 5713413"/>
              <a:gd name="connsiteY3" fmla="*/ 4315224 h 4669987"/>
              <a:gd name="connsiteX4" fmla="*/ 0 w 5713413"/>
              <a:gd name="connsiteY4" fmla="*/ 0 h 4669987"/>
              <a:gd name="connsiteX5" fmla="*/ 386684 w 5713413"/>
              <a:gd name="connsiteY5" fmla="*/ 0 h 4669987"/>
              <a:gd name="connsiteX6" fmla="*/ 386684 w 5713413"/>
              <a:gd name="connsiteY6" fmla="*/ 4328578 h 4669987"/>
              <a:gd name="connsiteX7" fmla="*/ 5713413 w 5713413"/>
              <a:gd name="connsiteY7" fmla="*/ 4328578 h 4669987"/>
              <a:gd name="connsiteX8" fmla="*/ 5713413 w 5713413"/>
              <a:gd name="connsiteY8" fmla="*/ 4669987 h 4669987"/>
              <a:gd name="connsiteX9" fmla="*/ 0 w 5713413"/>
              <a:gd name="connsiteY9" fmla="*/ 4669987 h 466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3413" h="4669987">
                <a:moveTo>
                  <a:pt x="400038" y="0"/>
                </a:moveTo>
                <a:lnTo>
                  <a:pt x="5713413" y="0"/>
                </a:lnTo>
                <a:lnTo>
                  <a:pt x="5713413" y="4315224"/>
                </a:lnTo>
                <a:lnTo>
                  <a:pt x="400038" y="4315224"/>
                </a:lnTo>
                <a:close/>
                <a:moveTo>
                  <a:pt x="0" y="0"/>
                </a:moveTo>
                <a:lnTo>
                  <a:pt x="386684" y="0"/>
                </a:lnTo>
                <a:lnTo>
                  <a:pt x="386684" y="4328578"/>
                </a:lnTo>
                <a:lnTo>
                  <a:pt x="5713413" y="4328578"/>
                </a:lnTo>
                <a:lnTo>
                  <a:pt x="5713413" y="4669987"/>
                </a:lnTo>
                <a:lnTo>
                  <a:pt x="0" y="4669987"/>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12" name="Content Placeholder 11">
            <a:extLst>
              <a:ext uri="{FF2B5EF4-FFF2-40B4-BE49-F238E27FC236}">
                <a16:creationId xmlns:a16="http://schemas.microsoft.com/office/drawing/2014/main" id="{8EEA9034-22FD-3C2F-6A27-63638969802D}"/>
              </a:ext>
            </a:extLst>
          </p:cNvPr>
          <p:cNvSpPr>
            <a:spLocks noGrp="1"/>
          </p:cNvSpPr>
          <p:nvPr>
            <p:ph sz="quarter" idx="10" hasCustomPrompt="1"/>
          </p:nvPr>
        </p:nvSpPr>
        <p:spPr>
          <a:xfrm>
            <a:off x="6475413" y="2153285"/>
            <a:ext cx="4799012" cy="3790315"/>
          </a:xfrm>
        </p:spPr>
        <p:txBody>
          <a:bodyPr>
            <a:normAutofit/>
          </a:bodyPr>
          <a:lstStyle>
            <a:lvl1pPr>
              <a:lnSpc>
                <a:spcPct val="95000"/>
              </a:lnSpc>
              <a:spcBef>
                <a:spcPts val="1000"/>
              </a:spcBef>
              <a:spcAft>
                <a:spcPts val="1200"/>
              </a:spcAft>
              <a:defRPr sz="2000"/>
            </a:lvl1pPr>
            <a:lvl2pPr>
              <a:lnSpc>
                <a:spcPct val="95000"/>
              </a:lnSpc>
              <a:spcBef>
                <a:spcPts val="1000"/>
              </a:spcBef>
              <a:spcAft>
                <a:spcPts val="1200"/>
              </a:spcAft>
              <a:defRPr sz="1800"/>
            </a:lvl2pPr>
            <a:lvl3pPr>
              <a:lnSpc>
                <a:spcPct val="95000"/>
              </a:lnSpc>
              <a:spcBef>
                <a:spcPts val="1000"/>
              </a:spcBef>
              <a:spcAft>
                <a:spcPts val="1200"/>
              </a:spcAft>
              <a:defRPr sz="1600"/>
            </a:lvl3pPr>
            <a:lvl4pPr>
              <a:lnSpc>
                <a:spcPct val="95000"/>
              </a:lnSpc>
              <a:spcBef>
                <a:spcPts val="1000"/>
              </a:spcBef>
              <a:spcAft>
                <a:spcPts val="1200"/>
              </a:spcAft>
              <a:defRPr sz="1400"/>
            </a:lvl4pPr>
            <a:lvl5pPr>
              <a:lnSpc>
                <a:spcPct val="95000"/>
              </a:lnSpc>
              <a:spcBef>
                <a:spcPts val="10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0C72AFED-AF5A-A2E9-0D36-388733BBE998}"/>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7" name="Frame 6">
            <a:extLst>
              <a:ext uri="{FF2B5EF4-FFF2-40B4-BE49-F238E27FC236}">
                <a16:creationId xmlns:a16="http://schemas.microsoft.com/office/drawing/2014/main" id="{7A42E613-3DCC-07A2-BA9B-74B13F28E59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613901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30338E2-B50A-8F3E-2CA7-A75753E7ED96}"/>
              </a:ext>
            </a:extLst>
          </p:cNvPr>
          <p:cNvSpPr>
            <a:spLocks noGrp="1"/>
          </p:cNvSpPr>
          <p:nvPr>
            <p:ph type="title" hasCustomPrompt="1"/>
          </p:nvPr>
        </p:nvSpPr>
        <p:spPr>
          <a:xfrm>
            <a:off x="912629" y="598947"/>
            <a:ext cx="10515600" cy="1325563"/>
          </a:xfrm>
        </p:spPr>
        <p:txBody>
          <a:bodyPr>
            <a:normAutofit/>
          </a:bodyPr>
          <a:lstStyle>
            <a:lvl1pPr>
              <a:defRPr sz="3600"/>
            </a:lvl1pPr>
          </a:lstStyle>
          <a:p>
            <a:r>
              <a:rPr lang="en-US" dirty="0"/>
              <a:t>Click to add title</a:t>
            </a:r>
          </a:p>
        </p:txBody>
      </p:sp>
      <p:sp>
        <p:nvSpPr>
          <p:cNvPr id="12" name="Content Placeholder 11">
            <a:extLst>
              <a:ext uri="{FF2B5EF4-FFF2-40B4-BE49-F238E27FC236}">
                <a16:creationId xmlns:a16="http://schemas.microsoft.com/office/drawing/2014/main" id="{CC8DD029-A673-92B9-0343-3B35BE46D2F3}"/>
              </a:ext>
            </a:extLst>
          </p:cNvPr>
          <p:cNvSpPr>
            <a:spLocks noGrp="1"/>
          </p:cNvSpPr>
          <p:nvPr>
            <p:ph sz="quarter" idx="11" hasCustomPrompt="1"/>
          </p:nvPr>
        </p:nvSpPr>
        <p:spPr>
          <a:xfrm>
            <a:off x="929641" y="2153285"/>
            <a:ext cx="3032759" cy="3790310"/>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able Placeholder 10">
            <a:extLst>
              <a:ext uri="{FF2B5EF4-FFF2-40B4-BE49-F238E27FC236}">
                <a16:creationId xmlns:a16="http://schemas.microsoft.com/office/drawing/2014/main" id="{6E658BA3-0202-C705-7A02-8B70B7884420}"/>
              </a:ext>
            </a:extLst>
          </p:cNvPr>
          <p:cNvSpPr>
            <a:spLocks noGrp="1"/>
          </p:cNvSpPr>
          <p:nvPr>
            <p:ph type="tbl" sz="quarter" idx="10"/>
          </p:nvPr>
        </p:nvSpPr>
        <p:spPr>
          <a:xfrm>
            <a:off x="4724400" y="2170621"/>
            <a:ext cx="6553200" cy="3772974"/>
          </a:xfrm>
        </p:spPr>
        <p:txBody>
          <a:bodyPr>
            <a:normAutofit/>
          </a:bodyPr>
          <a:lstStyle>
            <a:lvl1pPr>
              <a:defRPr sz="2000"/>
            </a:lvl1pPr>
          </a:lstStyle>
          <a:p>
            <a:r>
              <a:rPr lang="en-US"/>
              <a:t>Click icon to add table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BD761E53-47C7-492A-D5B5-A8C2740B5157}"/>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702953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lumn layou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2" y="2153285"/>
            <a:ext cx="6925660" cy="3500438"/>
          </a:xfrm>
        </p:spPr>
        <p:txBody>
          <a:bodyPr lIns="91440">
            <a:normAutofit/>
          </a:bodyPr>
          <a:lstStyle>
            <a:lvl1pPr marL="0" indent="0">
              <a:spcBef>
                <a:spcPts val="1000"/>
              </a:spcBef>
              <a:spcAft>
                <a:spcPts val="1200"/>
              </a:spcAft>
              <a:buNone/>
              <a:defRPr sz="1800" b="0"/>
            </a:lvl1pPr>
            <a:lvl2pPr marL="228600">
              <a:spcBef>
                <a:spcPts val="1000"/>
              </a:spcBef>
              <a:spcAft>
                <a:spcPts val="1200"/>
              </a:spcAft>
              <a:defRPr sz="1800" b="0"/>
            </a:lvl2pPr>
            <a:lvl3pPr marL="685800">
              <a:spcBef>
                <a:spcPts val="1000"/>
              </a:spcBef>
              <a:spcAft>
                <a:spcPts val="1200"/>
              </a:spcAft>
              <a:defRPr sz="1800" b="0"/>
            </a:lvl3pPr>
            <a:lvl4pPr marL="868680">
              <a:spcBef>
                <a:spcPts val="1000"/>
              </a:spcBef>
              <a:spcAft>
                <a:spcPts val="1200"/>
              </a:spcAft>
              <a:defRPr sz="1800" b="0"/>
            </a:lvl4pPr>
            <a:lvl5pPr marL="1143000">
              <a:spcBef>
                <a:spcPts val="1000"/>
              </a:spcBef>
              <a:spcAft>
                <a:spcPts val="1200"/>
              </a:spcAft>
              <a:defRPr sz="18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8215745" y="2153285"/>
            <a:ext cx="3229495"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C9F70CF1-DCAD-AE71-6B34-7BFB25EE530B}"/>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154235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331450" cy="1531525"/>
          </a:xfrm>
        </p:spPr>
        <p:txBody>
          <a:bodyPr>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0CF90928-AB48-3554-E2B9-417A00F286AD}"/>
              </a:ext>
            </a:extLst>
          </p:cNvPr>
          <p:cNvSpPr>
            <a:spLocks noGrp="1"/>
          </p:cNvSpPr>
          <p:nvPr>
            <p:ph type="tbl" sz="quarter" idx="10" hasCustomPrompt="1"/>
          </p:nvPr>
        </p:nvSpPr>
        <p:spPr>
          <a:xfrm>
            <a:off x="930275" y="2168526"/>
            <a:ext cx="10331450" cy="3939068"/>
          </a:xfrm>
        </p:spPr>
        <p:txBody>
          <a:bodyPr>
            <a:normAutofit/>
          </a:bodyPr>
          <a:lstStyle>
            <a:lvl1pPr>
              <a:defRPr sz="2400"/>
            </a:lvl1pPr>
          </a:lstStyle>
          <a:p>
            <a:r>
              <a:rPr lang="en-US" dirty="0"/>
              <a:t>Click icon to insert table</a:t>
            </a:r>
          </a:p>
        </p:txBody>
      </p:sp>
      <p:sp>
        <p:nvSpPr>
          <p:cNvPr id="8" name="Rectangle 7">
            <a:extLst>
              <a:ext uri="{FF2B5EF4-FFF2-40B4-BE49-F238E27FC236}">
                <a16:creationId xmlns:a16="http://schemas.microsoft.com/office/drawing/2014/main" id="{67D6C0A7-887A-66E2-A954-5E0592B9FD71}"/>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963688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BB1E76-5845-01C9-1D0D-03CFFE6F06CA}"/>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096C21AF-4286-DECE-37A1-E8980687A168}"/>
              </a:ext>
            </a:extLst>
          </p:cNvPr>
          <p:cNvSpPr>
            <a:spLocks noGrp="1"/>
          </p:cNvSpPr>
          <p:nvPr>
            <p:ph type="title" hasCustomPrompt="1"/>
          </p:nvPr>
        </p:nvSpPr>
        <p:spPr>
          <a:xfrm>
            <a:off x="899160" y="655320"/>
            <a:ext cx="4572000" cy="5486400"/>
          </a:xfrm>
        </p:spPr>
        <p:txBody>
          <a:bodyPr>
            <a:normAutofit/>
          </a:bodyPr>
          <a:lstStyle>
            <a:lvl1pPr>
              <a:defRPr sz="4800"/>
            </a:lvl1pPr>
          </a:lstStyle>
          <a:p>
            <a:r>
              <a:rPr lang="en-US" dirty="0"/>
              <a:t>Click to add title</a:t>
            </a:r>
          </a:p>
        </p:txBody>
      </p:sp>
      <p:sp>
        <p:nvSpPr>
          <p:cNvPr id="9" name="Content Placeholder 8">
            <a:extLst>
              <a:ext uri="{FF2B5EF4-FFF2-40B4-BE49-F238E27FC236}">
                <a16:creationId xmlns:a16="http://schemas.microsoft.com/office/drawing/2014/main" id="{B8E1D6B3-3EC8-6AC4-BE2B-5C732C856791}"/>
              </a:ext>
            </a:extLst>
          </p:cNvPr>
          <p:cNvSpPr>
            <a:spLocks noGrp="1"/>
          </p:cNvSpPr>
          <p:nvPr>
            <p:ph sz="quarter" idx="10" hasCustomPrompt="1"/>
          </p:nvPr>
        </p:nvSpPr>
        <p:spPr>
          <a:xfrm>
            <a:off x="6475413" y="2773680"/>
            <a:ext cx="4572000" cy="3368040"/>
          </a:xfrm>
        </p:spPr>
        <p:txBody>
          <a:bodyPr>
            <a:normAutofit/>
          </a:bodyPr>
          <a:lstStyle>
            <a:lvl1pPr marL="0" indent="0">
              <a:spcBef>
                <a:spcPts val="1000"/>
              </a:spcBef>
              <a:buNone/>
              <a:defRPr sz="1800"/>
            </a:lvl1pPr>
            <a:lvl2pPr marL="457200" indent="0">
              <a:spcBef>
                <a:spcPts val="1000"/>
              </a:spcBef>
              <a:buNone/>
              <a:defRPr sz="1600"/>
            </a:lvl2pPr>
            <a:lvl3pPr marL="914400" indent="0">
              <a:spcBef>
                <a:spcPts val="1000"/>
              </a:spcBef>
              <a:buNone/>
              <a:defRPr sz="1400"/>
            </a:lvl3pPr>
            <a:lvl4pPr marL="1371600" indent="0">
              <a:spcBef>
                <a:spcPts val="1000"/>
              </a:spcBef>
              <a:buNone/>
              <a:defRPr sz="1200"/>
            </a:lvl4pPr>
            <a:lvl5pPr marL="1828800" indent="0">
              <a:spcBef>
                <a:spcPts val="100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1139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Hybrid Static–Trace Interaction Model Synthesis  ·  Prathik Anand Krishnan  ·  UvA  ·  TNO-ESI /</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4452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hf hdr="0" dt="0"/>
  <p:txStyles>
    <p:titleStyle>
      <a:lvl1pPr algn="l" defTabSz="914400" rtl="0" eaLnBrk="1" latinLnBrk="0" hangingPunct="1">
        <a:lnSpc>
          <a:spcPct val="90000"/>
        </a:lnSpc>
        <a:spcBef>
          <a:spcPct val="0"/>
        </a:spcBef>
        <a:buNone/>
        <a:defRPr sz="44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1920" userDrawn="1">
          <p15:clr>
            <a:srgbClr val="F26B43"/>
          </p15:clr>
        </p15:guide>
        <p15:guide id="4" pos="5760" userDrawn="1">
          <p15:clr>
            <a:srgbClr val="F26B43"/>
          </p15:clr>
        </p15:guide>
        <p15:guide id="5" pos="7248" userDrawn="1">
          <p15:clr>
            <a:srgbClr val="F26B43"/>
          </p15:clr>
        </p15:guide>
        <p15:guide id="6" pos="4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65_67511C01.xml"/><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5D_52A0B324.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7B_0.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7C_0.xm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8" Type="http://schemas.microsoft.com/office/2007/relationships/diagramDrawing" Target="../diagrams/drawing4.xml"/><Relationship Id="rId3" Type="http://schemas.microsoft.com/office/2018/10/relationships/comments" Target="../comments/modernComment_167_90842B7A.xml"/><Relationship Id="rId7" Type="http://schemas.openxmlformats.org/officeDocument/2006/relationships/diagramColors" Target="../diagrams/colors4.xml"/><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04888D-B78B-26F5-9075-CDA3C673C95A}"/>
              </a:ext>
            </a:extLst>
          </p:cNvPr>
          <p:cNvSpPr>
            <a:spLocks noGrp="1"/>
          </p:cNvSpPr>
          <p:nvPr>
            <p:ph type="title"/>
          </p:nvPr>
        </p:nvSpPr>
        <p:spPr>
          <a:xfrm>
            <a:off x="897855" y="771276"/>
            <a:ext cx="10339137" cy="2759243"/>
          </a:xfrm>
        </p:spPr>
        <p:txBody>
          <a:bodyPr>
            <a:normAutofit/>
          </a:bodyPr>
          <a:lstStyle/>
          <a:p>
            <a:r>
              <a:rPr lang="en-GB" sz="4000" b="1"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Analysis for Synthesizing Interaction Diagrams in Event-Driven Systems</a:t>
            </a:r>
            <a:endParaRPr lang="en-GB" sz="4000"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028" name="Picture 4" descr="Philips presenteert nieuw logo ...">
            <a:extLst>
              <a:ext uri="{FF2B5EF4-FFF2-40B4-BE49-F238E27FC236}">
                <a16:creationId xmlns:a16="http://schemas.microsoft.com/office/drawing/2014/main" id="{11EE4F73-C7C2-102D-6A8F-A82E10C71B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7416" y="5124593"/>
            <a:ext cx="962131" cy="96213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 name="Picture 1" descr="tno_esi.jpg">
            <a:extLst>
              <a:ext uri="{FF2B5EF4-FFF2-40B4-BE49-F238E27FC236}">
                <a16:creationId xmlns:a16="http://schemas.microsoft.com/office/drawing/2014/main" id="{6A37B4F1-FC67-A443-C19C-CDEA24F12629}"/>
              </a:ext>
            </a:extLst>
          </p:cNvPr>
          <p:cNvPicPr>
            <a:picLocks noChangeAspect="1"/>
          </p:cNvPicPr>
          <p:nvPr/>
        </p:nvPicPr>
        <p:blipFill>
          <a:blip r:embed="rId4"/>
          <a:stretch>
            <a:fillRect/>
          </a:stretch>
        </p:blipFill>
        <p:spPr>
          <a:xfrm>
            <a:off x="8995223" y="5217038"/>
            <a:ext cx="1580572" cy="777240"/>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AA025104-E305-DCD7-48A0-21B1E60F4054}"/>
              </a:ext>
            </a:extLst>
          </p:cNvPr>
          <p:cNvSpPr txBox="1"/>
          <p:nvPr/>
        </p:nvSpPr>
        <p:spPr>
          <a:xfrm>
            <a:off x="897855" y="488122"/>
            <a:ext cx="8778240" cy="283154"/>
          </a:xfrm>
          <a:prstGeom prst="rect">
            <a:avLst/>
          </a:prstGeom>
          <a:noFill/>
        </p:spPr>
        <p:txBody>
          <a:bodyPr wrap="square" lIns="45720" tIns="18288" rIns="45720" bIns="18288" anchor="t">
            <a:spAutoFit/>
          </a:bodyPr>
          <a:lstStyle/>
          <a:p>
            <a:r>
              <a:rPr lang="en-GB" sz="1600" b="1" i="0"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MSc Software Engineering  ·  Thesis Defence </a:t>
            </a:r>
            <a:r>
              <a:rPr lang="en-GB" sz="1600" b="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 University of Amsterdam </a:t>
            </a:r>
            <a:endParaRPr lang="en-GB" sz="1600" b="1" i="0"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TextBox 8">
            <a:extLst>
              <a:ext uri="{FF2B5EF4-FFF2-40B4-BE49-F238E27FC236}">
                <a16:creationId xmlns:a16="http://schemas.microsoft.com/office/drawing/2014/main" id="{CB96DAB6-6BF6-BBB3-83A9-D9E152C0C022}"/>
              </a:ext>
            </a:extLst>
          </p:cNvPr>
          <p:cNvSpPr txBox="1"/>
          <p:nvPr/>
        </p:nvSpPr>
        <p:spPr>
          <a:xfrm>
            <a:off x="897855" y="3272034"/>
            <a:ext cx="10607040" cy="313932"/>
          </a:xfrm>
          <a:prstGeom prst="rect">
            <a:avLst/>
          </a:prstGeom>
          <a:noFill/>
        </p:spPr>
        <p:txBody>
          <a:bodyPr wrap="square" lIns="45720" tIns="18288" rIns="45720" bIns="18288" anchor="t">
            <a:spAutoFit/>
          </a:bodyPr>
          <a:lstStyle/>
          <a:p>
            <a:pPr algn="l"/>
            <a:r>
              <a:rPr lang="en-GB" b="0" i="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Interaction Diagrams in </a:t>
            </a:r>
            <a:r>
              <a:rPr lang="en-GB" b="0" i="1" noProof="0"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b="0" i="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v2</a:t>
            </a:r>
          </a:p>
        </p:txBody>
      </p:sp>
      <p:graphicFrame>
        <p:nvGraphicFramePr>
          <p:cNvPr id="10" name="Table 9">
            <a:extLst>
              <a:ext uri="{FF2B5EF4-FFF2-40B4-BE49-F238E27FC236}">
                <a16:creationId xmlns:a16="http://schemas.microsoft.com/office/drawing/2014/main" id="{2FDE0A35-5321-F4D8-375D-F5263EA96C46}"/>
              </a:ext>
            </a:extLst>
          </p:cNvPr>
          <p:cNvGraphicFramePr>
            <a:graphicFrameLocks noGrp="1"/>
          </p:cNvGraphicFramePr>
          <p:nvPr>
            <p:extLst>
              <p:ext uri="{D42A27DB-BD31-4B8C-83A1-F6EECF244321}">
                <p14:modId xmlns:p14="http://schemas.microsoft.com/office/powerpoint/2010/main" val="2004723319"/>
              </p:ext>
            </p:extLst>
          </p:nvPr>
        </p:nvGraphicFramePr>
        <p:xfrm>
          <a:off x="751527" y="4712213"/>
          <a:ext cx="7087547" cy="1767468"/>
        </p:xfrm>
        <a:graphic>
          <a:graphicData uri="http://schemas.openxmlformats.org/drawingml/2006/table">
            <a:tbl>
              <a:tblPr firstRow="1" bandRow="1">
                <a:tableStyleId>{68D230F3-CF80-4859-8CE7-A43EE81993B5}</a:tableStyleId>
              </a:tblPr>
              <a:tblGrid>
                <a:gridCol w="2058348">
                  <a:extLst>
                    <a:ext uri="{9D8B030D-6E8A-4147-A177-3AD203B41FA5}">
                      <a16:colId xmlns:a16="http://schemas.microsoft.com/office/drawing/2014/main" val="3782566438"/>
                    </a:ext>
                  </a:extLst>
                </a:gridCol>
                <a:gridCol w="5029199">
                  <a:extLst>
                    <a:ext uri="{9D8B030D-6E8A-4147-A177-3AD203B41FA5}">
                      <a16:colId xmlns:a16="http://schemas.microsoft.com/office/drawing/2014/main" val="3996036463"/>
                    </a:ext>
                  </a:extLst>
                </a:gridCol>
              </a:tblGrid>
              <a:tr h="247011">
                <a:tc>
                  <a:txBody>
                    <a:bodyPr/>
                    <a:lstStyle/>
                    <a:p>
                      <a:r>
                        <a:rPr lang="en-GB" sz="1600" b="0" noProof="0" dirty="0"/>
                        <a:t>Student: </a:t>
                      </a:r>
                    </a:p>
                  </a:txBody>
                  <a:tcPr/>
                </a:tc>
                <a:tc>
                  <a:txBody>
                    <a:bodyPr/>
                    <a:lstStyle/>
                    <a:p>
                      <a:r>
                        <a:rPr lang="en-GB" sz="1600" b="0" noProof="0" dirty="0"/>
                        <a:t>Prathik Anand Krishnan </a:t>
                      </a:r>
                    </a:p>
                  </a:txBody>
                  <a:tcPr/>
                </a:tc>
                <a:extLst>
                  <a:ext uri="{0D108BD9-81ED-4DB2-BD59-A6C34878D82A}">
                    <a16:rowId xmlns:a16="http://schemas.microsoft.com/office/drawing/2014/main" val="4092784579"/>
                  </a:ext>
                </a:extLst>
              </a:tr>
              <a:tr h="226813">
                <a:tc>
                  <a:txBody>
                    <a:bodyPr/>
                    <a:lstStyle/>
                    <a:p>
                      <a:r>
                        <a:rPr lang="en-GB" sz="1600" noProof="0" dirty="0"/>
                        <a:t>Daily Supervisor: </a:t>
                      </a:r>
                    </a:p>
                  </a:txBody>
                  <a:tcPr/>
                </a:tc>
                <a:tc>
                  <a:txBody>
                    <a:bodyPr/>
                    <a:lstStyle/>
                    <a:p>
                      <a:r>
                        <a:rPr lang="en-GB" sz="1600" noProof="0" dirty="0"/>
                        <a:t>Dr. Rosilde Corvino, TNO – ESI</a:t>
                      </a:r>
                    </a:p>
                  </a:txBody>
                  <a:tcPr/>
                </a:tc>
                <a:extLst>
                  <a:ext uri="{0D108BD9-81ED-4DB2-BD59-A6C34878D82A}">
                    <a16:rowId xmlns:a16="http://schemas.microsoft.com/office/drawing/2014/main" val="3126369861"/>
                  </a:ext>
                </a:extLst>
              </a:tr>
              <a:tr h="263008">
                <a:tc>
                  <a:txBody>
                    <a:bodyPr/>
                    <a:lstStyle/>
                    <a:p>
                      <a:r>
                        <a:rPr lang="en-GB" sz="1600" noProof="0" dirty="0"/>
                        <a:t>Academic Supervisor: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dirty="0"/>
                        <a:t>Dr. L. Thomas van Binsbergen (CCI, </a:t>
                      </a:r>
                      <a:r>
                        <a:rPr lang="en-GB" sz="1600" noProof="0" dirty="0" err="1"/>
                        <a:t>UvA</a:t>
                      </a:r>
                      <a:r>
                        <a:rPr lang="en-GB" sz="1600" noProof="0" dirty="0"/>
                        <a:t>)</a:t>
                      </a:r>
                    </a:p>
                  </a:txBody>
                  <a:tcPr/>
                </a:tc>
                <a:extLst>
                  <a:ext uri="{0D108BD9-81ED-4DB2-BD59-A6C34878D82A}">
                    <a16:rowId xmlns:a16="http://schemas.microsoft.com/office/drawing/2014/main" val="2381025709"/>
                  </a:ext>
                </a:extLst>
              </a:tr>
              <a:tr h="296789">
                <a:tc>
                  <a:txBody>
                    <a:bodyPr/>
                    <a:lstStyle/>
                    <a:p>
                      <a:r>
                        <a:rPr lang="en-GB" sz="1600" noProof="0" dirty="0"/>
                        <a:t>Second Reader: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dirty="0"/>
                        <a:t>Prof. Dr. Benny Åkesson (PCS, </a:t>
                      </a:r>
                      <a:r>
                        <a:rPr lang="en-GB" sz="1600" noProof="0" dirty="0" err="1"/>
                        <a:t>UvA</a:t>
                      </a:r>
                      <a:r>
                        <a:rPr lang="en-GB" sz="1600" noProof="0" dirty="0"/>
                        <a:t>)</a:t>
                      </a:r>
                    </a:p>
                  </a:txBody>
                  <a:tcPr/>
                </a:tc>
                <a:extLst>
                  <a:ext uri="{0D108BD9-81ED-4DB2-BD59-A6C34878D82A}">
                    <a16:rowId xmlns:a16="http://schemas.microsoft.com/office/drawing/2014/main" val="3140636901"/>
                  </a:ext>
                </a:extLst>
              </a:tr>
              <a:tr h="426348">
                <a:tc>
                  <a:txBody>
                    <a:bodyPr/>
                    <a:lstStyle/>
                    <a:p>
                      <a:r>
                        <a:rPr lang="en-GB" sz="1600" noProof="0" dirty="0"/>
                        <a:t>Host Organization: </a:t>
                      </a:r>
                    </a:p>
                  </a:txBody>
                  <a:tcPr/>
                </a:tc>
                <a:tc>
                  <a:txBody>
                    <a:bodyPr/>
                    <a:lstStyle/>
                    <a:p>
                      <a:r>
                        <a:rPr lang="en-GB" sz="1600" noProof="0" dirty="0"/>
                        <a:t>TNO – ESI, Eindhoven, High Tech Campus 25</a:t>
                      </a:r>
                    </a:p>
                  </a:txBody>
                  <a:tcPr/>
                </a:tc>
                <a:extLst>
                  <a:ext uri="{0D108BD9-81ED-4DB2-BD59-A6C34878D82A}">
                    <a16:rowId xmlns:a16="http://schemas.microsoft.com/office/drawing/2014/main" val="1166871269"/>
                  </a:ext>
                </a:extLst>
              </a:tr>
            </a:tbl>
          </a:graphicData>
        </a:graphic>
      </p:graphicFrame>
      <p:sp>
        <p:nvSpPr>
          <p:cNvPr id="3" name="TextBox 2">
            <a:extLst>
              <a:ext uri="{FF2B5EF4-FFF2-40B4-BE49-F238E27FC236}">
                <a16:creationId xmlns:a16="http://schemas.microsoft.com/office/drawing/2014/main" id="{B28E6B06-7E98-8D8B-A031-6061E9E13EC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a:t>
            </a:r>
          </a:p>
        </p:txBody>
      </p:sp>
      <p:sp>
        <p:nvSpPr>
          <p:cNvPr id="4" name="TextBox 3">
            <a:extLst>
              <a:ext uri="{FF2B5EF4-FFF2-40B4-BE49-F238E27FC236}">
                <a16:creationId xmlns:a16="http://schemas.microsoft.com/office/drawing/2014/main" id="{DB1F3E77-C022-72EE-91DF-E49F3FC6F87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671577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flipV="1">
            <a:off x="428625" y="967311"/>
            <a:ext cx="11367135" cy="83493"/>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5" name="TextBox 4"/>
          <p:cNvSpPr txBox="1"/>
          <p:nvPr/>
        </p:nvSpPr>
        <p:spPr>
          <a:xfrm>
            <a:off x="502920" y="481161"/>
            <a:ext cx="10241280" cy="467820"/>
          </a:xfrm>
          <a:prstGeom prst="rect">
            <a:avLst/>
          </a:prstGeom>
          <a:noFill/>
        </p:spPr>
        <p:txBody>
          <a:bodyPr wrap="square" lIns="45720" tIns="18288" rIns="45720" bIns="18288" anchor="t">
            <a:spAutoFit/>
          </a:bodyPr>
          <a:lstStyle/>
          <a:p>
            <a:r>
              <a:rPr lang="en-GB"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Agenda</a:t>
            </a:r>
          </a:p>
        </p:txBody>
      </p:sp>
      <p:sp>
        <p:nvSpPr>
          <p:cNvPr id="7" name="Rounded Rectangle 6"/>
          <p:cNvSpPr/>
          <p:nvPr/>
        </p:nvSpPr>
        <p:spPr>
          <a:xfrm>
            <a:off x="640080" y="1417320"/>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1</a:t>
            </a:r>
          </a:p>
        </p:txBody>
      </p:sp>
      <p:sp>
        <p:nvSpPr>
          <p:cNvPr id="8" name="TextBox 7"/>
          <p:cNvSpPr txBox="1"/>
          <p:nvPr/>
        </p:nvSpPr>
        <p:spPr>
          <a:xfrm>
            <a:off x="1325880" y="1554501"/>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Motivation</a:t>
            </a:r>
          </a:p>
        </p:txBody>
      </p:sp>
      <p:sp>
        <p:nvSpPr>
          <p:cNvPr id="10" name="Rounded Rectangle 9"/>
          <p:cNvSpPr/>
          <p:nvPr/>
        </p:nvSpPr>
        <p:spPr>
          <a:xfrm>
            <a:off x="640080" y="2075688"/>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2</a:t>
            </a:r>
          </a:p>
        </p:txBody>
      </p:sp>
      <p:sp>
        <p:nvSpPr>
          <p:cNvPr id="11" name="TextBox 10"/>
          <p:cNvSpPr txBox="1"/>
          <p:nvPr/>
        </p:nvSpPr>
        <p:spPr>
          <a:xfrm>
            <a:off x="1325880" y="2882056"/>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a:t>
            </a:r>
          </a:p>
        </p:txBody>
      </p:sp>
      <p:sp>
        <p:nvSpPr>
          <p:cNvPr id="13" name="Rounded Rectangle 12"/>
          <p:cNvSpPr/>
          <p:nvPr/>
        </p:nvSpPr>
        <p:spPr>
          <a:xfrm>
            <a:off x="640080" y="2734056"/>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3</a:t>
            </a:r>
          </a:p>
        </p:txBody>
      </p:sp>
      <p:sp>
        <p:nvSpPr>
          <p:cNvPr id="14" name="TextBox 13"/>
          <p:cNvSpPr txBox="1"/>
          <p:nvPr/>
        </p:nvSpPr>
        <p:spPr>
          <a:xfrm>
            <a:off x="1303020" y="2223688"/>
            <a:ext cx="424053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State-of-the-art &amp; </a:t>
            </a:r>
            <a:r>
              <a:rPr lang="en-GB" b="1"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Research </a:t>
            </a:r>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Gaps</a:t>
            </a:r>
          </a:p>
        </p:txBody>
      </p:sp>
      <p:sp>
        <p:nvSpPr>
          <p:cNvPr id="16" name="Rounded Rectangle 15"/>
          <p:cNvSpPr/>
          <p:nvPr/>
        </p:nvSpPr>
        <p:spPr>
          <a:xfrm>
            <a:off x="640080" y="3392424"/>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4</a:t>
            </a:r>
          </a:p>
        </p:txBody>
      </p:sp>
      <p:sp>
        <p:nvSpPr>
          <p:cNvPr id="17" name="TextBox 16"/>
          <p:cNvSpPr txBox="1"/>
          <p:nvPr/>
        </p:nvSpPr>
        <p:spPr>
          <a:xfrm>
            <a:off x="1303020" y="3491866"/>
            <a:ext cx="5208312"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Approach, Methodology &amp; Implementation</a:t>
            </a:r>
          </a:p>
        </p:txBody>
      </p:sp>
      <p:sp>
        <p:nvSpPr>
          <p:cNvPr id="19" name="Rounded Rectangle 18"/>
          <p:cNvSpPr/>
          <p:nvPr/>
        </p:nvSpPr>
        <p:spPr>
          <a:xfrm>
            <a:off x="640080" y="4050792"/>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5</a:t>
            </a:r>
          </a:p>
        </p:txBody>
      </p:sp>
      <p:sp>
        <p:nvSpPr>
          <p:cNvPr id="20" name="TextBox 19"/>
          <p:cNvSpPr txBox="1"/>
          <p:nvPr/>
        </p:nvSpPr>
        <p:spPr>
          <a:xfrm>
            <a:off x="1325880" y="4146649"/>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Experiments</a:t>
            </a:r>
          </a:p>
        </p:txBody>
      </p:sp>
      <p:sp>
        <p:nvSpPr>
          <p:cNvPr id="22" name="Rounded Rectangle 21"/>
          <p:cNvSpPr/>
          <p:nvPr/>
        </p:nvSpPr>
        <p:spPr>
          <a:xfrm>
            <a:off x="640080" y="4709160"/>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6</a:t>
            </a:r>
          </a:p>
        </p:txBody>
      </p:sp>
      <p:sp>
        <p:nvSpPr>
          <p:cNvPr id="23" name="TextBox 22"/>
          <p:cNvSpPr txBox="1"/>
          <p:nvPr/>
        </p:nvSpPr>
        <p:spPr>
          <a:xfrm>
            <a:off x="1325880" y="4857160"/>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Results &amp; Findings</a:t>
            </a:r>
          </a:p>
        </p:txBody>
      </p:sp>
      <p:sp>
        <p:nvSpPr>
          <p:cNvPr id="25" name="Rounded Rectangle 24"/>
          <p:cNvSpPr/>
          <p:nvPr/>
        </p:nvSpPr>
        <p:spPr>
          <a:xfrm>
            <a:off x="640080" y="5367528"/>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7</a:t>
            </a:r>
          </a:p>
        </p:txBody>
      </p:sp>
      <p:sp>
        <p:nvSpPr>
          <p:cNvPr id="26" name="TextBox 25"/>
          <p:cNvSpPr txBox="1"/>
          <p:nvPr/>
        </p:nvSpPr>
        <p:spPr>
          <a:xfrm>
            <a:off x="1325880" y="5483669"/>
            <a:ext cx="486537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Contributions, Limitations &amp; Conclusion</a:t>
            </a:r>
          </a:p>
        </p:txBody>
      </p:sp>
      <p:sp>
        <p:nvSpPr>
          <p:cNvPr id="28" name="TextBox 27"/>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a:t>
            </a:r>
          </a:p>
        </p:txBody>
      </p:sp>
      <p:sp>
        <p:nvSpPr>
          <p:cNvPr id="31" name="TextBox 30">
            <a:extLst>
              <a:ext uri="{FF2B5EF4-FFF2-40B4-BE49-F238E27FC236}">
                <a16:creationId xmlns:a16="http://schemas.microsoft.com/office/drawing/2014/main" id="{4D39682C-D4FA-3E18-2354-96D6BEFEC4EB}"/>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9FB9128-2C95-2F26-9AD5-BF40568AFEE5}"/>
              </a:ext>
            </a:extLst>
          </p:cNvPr>
          <p:cNvSpPr>
            <a:spLocks noGrp="1"/>
          </p:cNvSpPr>
          <p:nvPr>
            <p:ph type="title"/>
          </p:nvPr>
        </p:nvSpPr>
        <p:spPr>
          <a:xfrm>
            <a:off x="428625" y="531206"/>
            <a:ext cx="10359659" cy="1325563"/>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Problem Statement &amp; Motivation</a:t>
            </a:r>
          </a:p>
        </p:txBody>
      </p:sp>
      <p:sp>
        <p:nvSpPr>
          <p:cNvPr id="6" name="Content Placeholder 5">
            <a:extLst>
              <a:ext uri="{FF2B5EF4-FFF2-40B4-BE49-F238E27FC236}">
                <a16:creationId xmlns:a16="http://schemas.microsoft.com/office/drawing/2014/main" id="{A9EB73A2-0158-D260-CF98-AE91CC0CE504}"/>
              </a:ext>
            </a:extLst>
          </p:cNvPr>
          <p:cNvSpPr>
            <a:spLocks noGrp="1"/>
          </p:cNvSpPr>
          <p:nvPr>
            <p:ph sz="quarter" idx="10"/>
          </p:nvPr>
        </p:nvSpPr>
        <p:spPr>
          <a:xfrm>
            <a:off x="1723915" y="1605158"/>
            <a:ext cx="7769077" cy="5112205"/>
          </a:xfrm>
        </p:spPr>
        <p:txBody>
          <a:bodyPr>
            <a:normAutofit/>
          </a:bodyPr>
          <a:lstStyle/>
          <a:p>
            <a:pPr marL="0" indent="0" algn="ctr">
              <a:lnSpc>
                <a:spcPts val="1000"/>
              </a:lnSpc>
              <a:buNone/>
            </a:pPr>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Large Mission Critical Event-Driven Systems</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Concurrent &amp; Asynchronous</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Traces - Incomplete / Noisy - often instrumentation limited</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Static Code Analysis - Over-Approximates behaviour</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R</a:t>
            </a:r>
            <a:r>
              <a:rPr lang="en-GB" b="1"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everse</a:t>
            </a: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-engineered manually &amp; Costly to maintain</a:t>
            </a:r>
          </a:p>
          <a:p>
            <a:pPr marL="0" indent="0" algn="ctr">
              <a:lnSpc>
                <a:spcPts val="1000"/>
              </a:lnSpc>
              <a:buNone/>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No Scenario-Specific Accurate Interaction Diagrams</a:t>
            </a:r>
          </a:p>
          <a:p>
            <a:endParaRPr lang="en-GB" noProof="0" dirty="0"/>
          </a:p>
        </p:txBody>
      </p:sp>
      <p:sp>
        <p:nvSpPr>
          <p:cNvPr id="7" name="TextBox 6">
            <a:extLst>
              <a:ext uri="{FF2B5EF4-FFF2-40B4-BE49-F238E27FC236}">
                <a16:creationId xmlns:a16="http://schemas.microsoft.com/office/drawing/2014/main" id="{A5926F1F-4ADB-3D43-114C-249B56C3D910}"/>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 name="TextBox 10">
            <a:extLst>
              <a:ext uri="{FF2B5EF4-FFF2-40B4-BE49-F238E27FC236}">
                <a16:creationId xmlns:a16="http://schemas.microsoft.com/office/drawing/2014/main" id="{AF0E3B83-CF63-5298-8814-03C33B66D76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733368833"/>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D77BC4D-22EA-0072-9DB0-375702C05F14}"/>
              </a:ext>
            </a:extLst>
          </p:cNvPr>
          <p:cNvSpPr>
            <a:spLocks noGrp="1"/>
          </p:cNvSpPr>
          <p:nvPr>
            <p:ph type="title"/>
          </p:nvPr>
        </p:nvSpPr>
        <p:spPr>
          <a:xfrm>
            <a:off x="470374" y="399389"/>
            <a:ext cx="10515600" cy="648362"/>
          </a:xfrm>
        </p:spPr>
        <p:txBody>
          <a:bodyPr/>
          <a:lstStyle/>
          <a:p>
            <a:r>
              <a:rPr lang="en-US" dirty="0">
                <a:latin typeface="Sans Serif Collection" panose="020B0502040504020204" pitchFamily="34" charset="0"/>
                <a:ea typeface="Sans Serif Collection" panose="020B0502040504020204" pitchFamily="34" charset="0"/>
                <a:cs typeface="Sans Serif Collection" panose="020B0502040504020204" pitchFamily="34" charset="0"/>
              </a:rPr>
              <a:t>Sate of the art</a:t>
            </a:r>
          </a:p>
        </p:txBody>
      </p:sp>
      <p:graphicFrame>
        <p:nvGraphicFramePr>
          <p:cNvPr id="15" name="Table 14">
            <a:extLst>
              <a:ext uri="{FF2B5EF4-FFF2-40B4-BE49-F238E27FC236}">
                <a16:creationId xmlns:a16="http://schemas.microsoft.com/office/drawing/2014/main" id="{80A13F42-1632-B387-4BC2-5FBE75867E1A}"/>
              </a:ext>
            </a:extLst>
          </p:cNvPr>
          <p:cNvGraphicFramePr>
            <a:graphicFrameLocks noGrp="1"/>
          </p:cNvGraphicFramePr>
          <p:nvPr>
            <p:extLst>
              <p:ext uri="{D42A27DB-BD31-4B8C-83A1-F6EECF244321}">
                <p14:modId xmlns:p14="http://schemas.microsoft.com/office/powerpoint/2010/main" val="548364403"/>
              </p:ext>
            </p:extLst>
          </p:nvPr>
        </p:nvGraphicFramePr>
        <p:xfrm>
          <a:off x="390525" y="1076326"/>
          <a:ext cx="11410949" cy="5410858"/>
        </p:xfrm>
        <a:graphic>
          <a:graphicData uri="http://schemas.openxmlformats.org/drawingml/2006/table">
            <a:tbl>
              <a:tblPr>
                <a:tableStyleId>{BDBED569-4797-4DF1-A0F4-6AAB3CD982D8}</a:tableStyleId>
              </a:tblPr>
              <a:tblGrid>
                <a:gridCol w="1087902">
                  <a:extLst>
                    <a:ext uri="{9D8B030D-6E8A-4147-A177-3AD203B41FA5}">
                      <a16:colId xmlns:a16="http://schemas.microsoft.com/office/drawing/2014/main" val="393701542"/>
                    </a:ext>
                  </a:extLst>
                </a:gridCol>
                <a:gridCol w="647233">
                  <a:extLst>
                    <a:ext uri="{9D8B030D-6E8A-4147-A177-3AD203B41FA5}">
                      <a16:colId xmlns:a16="http://schemas.microsoft.com/office/drawing/2014/main" val="2777109656"/>
                    </a:ext>
                  </a:extLst>
                </a:gridCol>
                <a:gridCol w="627913">
                  <a:extLst>
                    <a:ext uri="{9D8B030D-6E8A-4147-A177-3AD203B41FA5}">
                      <a16:colId xmlns:a16="http://schemas.microsoft.com/office/drawing/2014/main" val="2090837208"/>
                    </a:ext>
                  </a:extLst>
                </a:gridCol>
                <a:gridCol w="763155">
                  <a:extLst>
                    <a:ext uri="{9D8B030D-6E8A-4147-A177-3AD203B41FA5}">
                      <a16:colId xmlns:a16="http://schemas.microsoft.com/office/drawing/2014/main" val="1827667709"/>
                    </a:ext>
                  </a:extLst>
                </a:gridCol>
                <a:gridCol w="705195">
                  <a:extLst>
                    <a:ext uri="{9D8B030D-6E8A-4147-A177-3AD203B41FA5}">
                      <a16:colId xmlns:a16="http://schemas.microsoft.com/office/drawing/2014/main" val="803382847"/>
                    </a:ext>
                  </a:extLst>
                </a:gridCol>
                <a:gridCol w="743835">
                  <a:extLst>
                    <a:ext uri="{9D8B030D-6E8A-4147-A177-3AD203B41FA5}">
                      <a16:colId xmlns:a16="http://schemas.microsoft.com/office/drawing/2014/main" val="3463449969"/>
                    </a:ext>
                  </a:extLst>
                </a:gridCol>
                <a:gridCol w="3593592">
                  <a:extLst>
                    <a:ext uri="{9D8B030D-6E8A-4147-A177-3AD203B41FA5}">
                      <a16:colId xmlns:a16="http://schemas.microsoft.com/office/drawing/2014/main" val="1661221889"/>
                    </a:ext>
                  </a:extLst>
                </a:gridCol>
                <a:gridCol w="3242124">
                  <a:extLst>
                    <a:ext uri="{9D8B030D-6E8A-4147-A177-3AD203B41FA5}">
                      <a16:colId xmlns:a16="http://schemas.microsoft.com/office/drawing/2014/main" val="1367746552"/>
                    </a:ext>
                  </a:extLst>
                </a:gridCol>
              </a:tblGrid>
              <a:tr h="519354">
                <a:tc>
                  <a:txBody>
                    <a:bodyPr/>
                    <a:lstStyle/>
                    <a:p>
                      <a:pPr>
                        <a:buNone/>
                      </a:pPr>
                      <a:r>
                        <a:rPr lang="en-GB"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Approach</a:t>
                      </a:r>
                    </a:p>
                  </a:txBody>
                  <a:tcPr marL="1524" marR="1524" marT="1524" marB="1524" anchor="ctr">
                    <a:solidFill>
                      <a:schemeClr val="accent5">
                        <a:lumMod val="75000"/>
                      </a:schemeClr>
                    </a:solidFill>
                  </a:tcPr>
                </a:tc>
                <a:tc>
                  <a:txBody>
                    <a:bodyPr/>
                    <a:lstStyle/>
                    <a:p>
                      <a:pPr algn="ctr">
                        <a:buNone/>
                      </a:pPr>
                      <a:r>
                        <a:rPr lang="en-GB"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a:t>
                      </a:r>
                    </a:p>
                  </a:txBody>
                  <a:tcPr marL="1524" marR="1524" marT="1524" marB="1524" anchor="ctr">
                    <a:solidFill>
                      <a:schemeClr val="accent5">
                        <a:lumMod val="75000"/>
                      </a:schemeClr>
                    </a:solidFill>
                  </a:tcPr>
                </a:tc>
                <a:tc>
                  <a:txBody>
                    <a:bodyPr/>
                    <a:lstStyle/>
                    <a:p>
                      <a:pPr algn="ctr">
                        <a:buNone/>
                      </a:pPr>
                      <a:r>
                        <a:rPr lang="en-GB"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Trace</a:t>
                      </a:r>
                    </a:p>
                  </a:txBody>
                  <a:tcPr marL="1524" marR="1524" marT="1524" marB="1524" anchor="ctr">
                    <a:solidFill>
                      <a:schemeClr val="accent5">
                        <a:lumMod val="75000"/>
                      </a:schemeClr>
                    </a:solidFill>
                  </a:tcPr>
                </a:tc>
                <a:tc>
                  <a:txBody>
                    <a:bodyPr/>
                    <a:lstStyle/>
                    <a:p>
                      <a:pPr algn="ctr">
                        <a:buNone/>
                      </a:pPr>
                      <a:r>
                        <a:rPr lang="en-GB"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Hybrid</a:t>
                      </a:r>
                    </a:p>
                  </a:txBody>
                  <a:tcPr marL="1524" marR="1524" marT="1524" marB="1524" anchor="ctr">
                    <a:solidFill>
                      <a:schemeClr val="accent5">
                        <a:lumMod val="75000"/>
                      </a:schemeClr>
                    </a:solidFill>
                  </a:tcPr>
                </a:tc>
                <a:tc>
                  <a:txBody>
                    <a:bodyPr/>
                    <a:lstStyle/>
                    <a:p>
                      <a:pPr algn="ctr">
                        <a:buNone/>
                      </a:pPr>
                      <a:r>
                        <a:rPr lang="en-GB"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Pub-sub</a:t>
                      </a:r>
                    </a:p>
                  </a:txBody>
                  <a:tcPr marL="1524" marR="1524" marT="1524" marB="1524" anchor="ctr">
                    <a:solidFill>
                      <a:schemeClr val="accent5">
                        <a:lumMod val="75000"/>
                      </a:schemeClr>
                    </a:solidFill>
                  </a:tcPr>
                </a:tc>
                <a:tc>
                  <a:txBody>
                    <a:bodyPr/>
                    <a:lstStyle/>
                    <a:p>
                      <a:pPr algn="ctr">
                        <a:buNone/>
                      </a:pPr>
                      <a:r>
                        <a:rPr lang="en-GB"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p>
                  </a:txBody>
                  <a:tcPr marL="1524" marR="1524" marT="1524" marB="1524" anchor="ctr">
                    <a:solidFill>
                      <a:schemeClr val="accent5">
                        <a:lumMod val="75000"/>
                      </a:schemeClr>
                    </a:solidFill>
                  </a:tcPr>
                </a:tc>
                <a:tc>
                  <a:txBody>
                    <a:bodyPr/>
                    <a:lstStyle/>
                    <a:p>
                      <a:pPr>
                        <a:buNone/>
                      </a:pPr>
                      <a:r>
                        <a:rPr lang="en-GB"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Technique</a:t>
                      </a:r>
                    </a:p>
                  </a:txBody>
                  <a:tcPr marL="1524" marR="1524" marT="1524" marB="1524" anchor="ctr">
                    <a:solidFill>
                      <a:schemeClr val="accent5">
                        <a:lumMod val="75000"/>
                      </a:schemeClr>
                    </a:solidFill>
                  </a:tcPr>
                </a:tc>
                <a:tc>
                  <a:txBody>
                    <a:bodyPr/>
                    <a:lstStyle/>
                    <a:p>
                      <a:pPr>
                        <a:buNone/>
                      </a:pPr>
                      <a:r>
                        <a:rPr lang="en-GB"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Key Limitation</a:t>
                      </a:r>
                    </a:p>
                  </a:txBody>
                  <a:tcPr marL="1524" marR="1524" marT="1524" marB="1524" anchor="ctr">
                    <a:solidFill>
                      <a:schemeClr val="accent5">
                        <a:lumMod val="75000"/>
                      </a:schemeClr>
                    </a:solidFill>
                  </a:tcPr>
                </a:tc>
                <a:extLst>
                  <a:ext uri="{0D108BD9-81ED-4DB2-BD59-A6C34878D82A}">
                    <a16:rowId xmlns:a16="http://schemas.microsoft.com/office/drawing/2014/main" val="2436309319"/>
                  </a:ext>
                </a:extLst>
              </a:tr>
              <a:tr h="611438">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Hamou-Lhadj &amp; Lethbridge [1]</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Summarizes large execution traces by merging recurring interaction patterns into compact UML sequence diagrams</a:t>
                      </a:r>
                    </a:p>
                  </a:txBody>
                  <a:tcPr marL="1524" marR="1524" marT="1524" marB="1524" anchor="ctr"/>
                </a:tc>
                <a:tc>
                  <a:txBody>
                    <a:bodyPr/>
                    <a:lstStyle/>
                    <a:p>
                      <a:pPr>
                        <a:buNone/>
                      </a:pPr>
                      <a:r>
                        <a:rPr lang="en-GB" sz="11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Purely dynamic</a:t>
                      </a: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scale-focused. No static integration, no scenario specificity.</a:t>
                      </a:r>
                    </a:p>
                  </a:txBody>
                  <a:tcPr marL="1524" marR="1524" marT="1524" marB="1524" anchor="ctr"/>
                </a:tc>
                <a:extLst>
                  <a:ext uri="{0D108BD9-81ED-4DB2-BD59-A6C34878D82A}">
                    <a16:rowId xmlns:a16="http://schemas.microsoft.com/office/drawing/2014/main" val="2102302113"/>
                  </a:ext>
                </a:extLst>
              </a:tr>
              <a:tr h="408853">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Egyed [2]</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Scenario-driven trace dependency analysis linking scenarios to execution footprints and source code</a:t>
                      </a:r>
                    </a:p>
                  </a:txBody>
                  <a:tcPr marL="1524" marR="1524" marT="1524" marB="1524" anchor="ctr"/>
                </a:tc>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Bounds what is observed but never fills in what wasn't; </a:t>
                      </a:r>
                      <a:r>
                        <a:rPr lang="en-GB" sz="11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trace-only</a:t>
                      </a:r>
                    </a:p>
                  </a:txBody>
                  <a:tcPr marL="1524" marR="1524" marT="1524" marB="1524" anchor="ctr"/>
                </a:tc>
                <a:extLst>
                  <a:ext uri="{0D108BD9-81ED-4DB2-BD59-A6C34878D82A}">
                    <a16:rowId xmlns:a16="http://schemas.microsoft.com/office/drawing/2014/main" val="1868979563"/>
                  </a:ext>
                </a:extLst>
              </a:tr>
              <a:tr h="611438">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Ducasse &amp; Lanza [3]</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Polymetric visualization overlaying software metrics on a class's internal structure</a:t>
                      </a:r>
                    </a:p>
                  </a:txBody>
                  <a:tcPr marL="1524" marR="1524" marT="1524" marB="1524" anchor="ctr"/>
                </a:tc>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Targets class-level comprehension, not component-level interaction; </a:t>
                      </a:r>
                      <a:r>
                        <a:rPr lang="en-GB" sz="11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static-only</a:t>
                      </a: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no scenario focus</a:t>
                      </a:r>
                    </a:p>
                  </a:txBody>
                  <a:tcPr marL="1524" marR="1524" marT="1524" marB="1524" anchor="ctr"/>
                </a:tc>
                <a:extLst>
                  <a:ext uri="{0D108BD9-81ED-4DB2-BD59-A6C34878D82A}">
                    <a16:rowId xmlns:a16="http://schemas.microsoft.com/office/drawing/2014/main" val="131101770"/>
                  </a:ext>
                </a:extLst>
              </a:tr>
              <a:tr h="611438">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Santos et al. [4]</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Statically extracts the ROS computation graph by matching publisher/subscriber declarations by topic name</a:t>
                      </a:r>
                    </a:p>
                  </a:txBody>
                  <a:tcPr marL="1524" marR="1524" marT="1524" marB="1524" anchor="ctr"/>
                </a:tc>
                <a:tc>
                  <a:txBody>
                    <a:bodyPr/>
                    <a:lstStyle/>
                    <a:p>
                      <a:pPr>
                        <a:buNone/>
                      </a:pPr>
                      <a:r>
                        <a:rPr lang="en-GB" sz="11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Static-only</a:t>
                      </a: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no dynamic validation, ROS-specific, no </a:t>
                      </a:r>
                      <a:r>
                        <a:rPr lang="en-GB" sz="1100" dirty="0" err="1">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output</a:t>
                      </a:r>
                    </a:p>
                  </a:txBody>
                  <a:tcPr marL="1524" marR="1524" marT="1524" marB="1524" anchor="ctr"/>
                </a:tc>
                <a:extLst>
                  <a:ext uri="{0D108BD9-81ED-4DB2-BD59-A6C34878D82A}">
                    <a16:rowId xmlns:a16="http://schemas.microsoft.com/office/drawing/2014/main" val="595044449"/>
                  </a:ext>
                </a:extLst>
              </a:tr>
              <a:tr h="611438">
                <a:tc>
                  <a:txBody>
                    <a:bodyPr/>
                    <a:lstStyle/>
                    <a:p>
                      <a:pPr>
                        <a:buNone/>
                      </a:pPr>
                      <a:r>
                        <a:rPr lang="en-GB" sz="1100" dirty="0" err="1">
                          <a:effectLst/>
                          <a:latin typeface="Sans Serif Collection" panose="020B0502040504020204" pitchFamily="34" charset="0"/>
                          <a:ea typeface="Sans Serif Collection" panose="020B0502040504020204" pitchFamily="34" charset="0"/>
                          <a:cs typeface="Sans Serif Collection" panose="020B0502040504020204" pitchFamily="34" charset="0"/>
                        </a:rPr>
                        <a:t>Systä</a:t>
                      </a: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[5]</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Combines static and dynamic views to contextualize runtime behaviour for program comprehension</a:t>
                      </a:r>
                    </a:p>
                  </a:txBody>
                  <a:tcPr marL="1524" marR="1524" marT="1524" marB="1524" anchor="ctr"/>
                </a:tc>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structure only organizes an already-observed trace; </a:t>
                      </a:r>
                      <a:r>
                        <a:rPr lang="en-GB" sz="11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never infers missing interactions</a:t>
                      </a:r>
                    </a:p>
                  </a:txBody>
                  <a:tcPr marL="1524" marR="1524" marT="1524" marB="1524" anchor="ctr"/>
                </a:tc>
                <a:extLst>
                  <a:ext uri="{0D108BD9-81ED-4DB2-BD59-A6C34878D82A}">
                    <a16:rowId xmlns:a16="http://schemas.microsoft.com/office/drawing/2014/main" val="2826209317"/>
                  </a:ext>
                </a:extLst>
              </a:tr>
              <a:tr h="611438">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Labiche et al. [6]</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Lightweight dynamic instrumentation + static control-flow analysis to reverse-engineer UML sequence diagrams</a:t>
                      </a:r>
                    </a:p>
                  </a:txBody>
                  <a:tcPr marL="1524" marR="1524" marT="1524" marB="1524" anchor="ctr"/>
                </a:tc>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structures/contextualizes observed execution only. </a:t>
                      </a:r>
                      <a:r>
                        <a:rPr lang="en-GB" sz="11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Not used to infer unobserved interactions.</a:t>
                      </a:r>
                    </a:p>
                  </a:txBody>
                  <a:tcPr marL="1524" marR="1524" marT="1524" marB="1524" anchor="ctr"/>
                </a:tc>
                <a:extLst>
                  <a:ext uri="{0D108BD9-81ED-4DB2-BD59-A6C34878D82A}">
                    <a16:rowId xmlns:a16="http://schemas.microsoft.com/office/drawing/2014/main" val="3537310552"/>
                  </a:ext>
                </a:extLst>
              </a:tr>
              <a:tr h="611438">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Kienle &amp; Müller [7]</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buNone/>
                      </a:pPr>
                      <a:r>
                        <a:rPr lang="en-GB" sz="11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Requirements framework arguing reconstruction tools must combine static structure with dynamic trace info</a:t>
                      </a:r>
                    </a:p>
                  </a:txBody>
                  <a:tcPr marL="1524" marR="1524" marT="1524" marB="1524" anchor="ctr"/>
                </a:tc>
                <a:tc>
                  <a:txBody>
                    <a:bodyPr/>
                    <a:lstStyle/>
                    <a:p>
                      <a:pPr>
                        <a:buNone/>
                      </a:pPr>
                      <a:r>
                        <a:rPr lang="en-GB" sz="11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 requirements framework</a:t>
                      </a: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not a concrete extraction technique; doesn't address pub-sub or </a:t>
                      </a:r>
                      <a:r>
                        <a:rPr lang="en-GB" sz="1100" dirty="0" err="1">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endPar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524" marR="1524" marT="1524" marB="1524" anchor="ctr"/>
                </a:tc>
                <a:extLst>
                  <a:ext uri="{0D108BD9-81ED-4DB2-BD59-A6C34878D82A}">
                    <a16:rowId xmlns:a16="http://schemas.microsoft.com/office/drawing/2014/main" val="3884228835"/>
                  </a:ext>
                </a:extLst>
              </a:tr>
              <a:tr h="814023">
                <a:tc>
                  <a:txBody>
                    <a:bodyPr/>
                    <a:lstStyle/>
                    <a:p>
                      <a:pPr>
                        <a:buNone/>
                      </a:pPr>
                      <a:r>
                        <a:rPr lang="en-GB" sz="1100" b="1">
                          <a:effectLst/>
                          <a:latin typeface="Sans Serif Collection" panose="020B0502040504020204" pitchFamily="34" charset="0"/>
                          <a:ea typeface="Sans Serif Collection" panose="020B0502040504020204" pitchFamily="34" charset="0"/>
                          <a:cs typeface="Sans Serif Collection" panose="020B0502040504020204" pitchFamily="34" charset="0"/>
                        </a:rPr>
                        <a:t>This thesis</a:t>
                      </a:r>
                      <a:endPar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lgn="ct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txBody>
                  <a:tcPr marL="1524" marR="1524" marT="1524" marB="1524" anchor="ctr"/>
                </a:tc>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Combines static call graph + runtime traces </a:t>
                      </a:r>
                      <a:r>
                        <a:rPr lang="en-GB" sz="11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for generating scenario-specific interaction models in </a:t>
                      </a:r>
                      <a:r>
                        <a:rPr lang="en-GB" sz="11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1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 </a:t>
                      </a:r>
                      <a:endPar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524" marR="1524" marT="1524" marB="1524" anchor="ctr"/>
                </a:tc>
                <a:tc>
                  <a:txBody>
                    <a:bodyPr/>
                    <a:lstStyle/>
                    <a:p>
                      <a:pPr>
                        <a:buNone/>
                      </a:pP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100" dirty="0" err="1">
                          <a:effectLst/>
                          <a:latin typeface="Sans Serif Collection" panose="020B0502040504020204" pitchFamily="34" charset="0"/>
                          <a:ea typeface="Sans Serif Collection" panose="020B0502040504020204" pitchFamily="34" charset="0"/>
                          <a:cs typeface="Sans Serif Collection" panose="020B0502040504020204" pitchFamily="34" charset="0"/>
                        </a:rPr>
                        <a:t>Attemps</a:t>
                      </a:r>
                      <a:r>
                        <a:rPr lang="en-GB" sz="11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to close all five gaps simultaneously</a:t>
                      </a:r>
                    </a:p>
                  </a:txBody>
                  <a:tcPr marL="1524" marR="1524" marT="1524" marB="1524" anchor="ctr"/>
                </a:tc>
                <a:extLst>
                  <a:ext uri="{0D108BD9-81ED-4DB2-BD59-A6C34878D82A}">
                    <a16:rowId xmlns:a16="http://schemas.microsoft.com/office/drawing/2014/main" val="922457953"/>
                  </a:ext>
                </a:extLst>
              </a:tr>
            </a:tbl>
          </a:graphicData>
        </a:graphic>
      </p:graphicFrame>
      <p:sp>
        <p:nvSpPr>
          <p:cNvPr id="2" name="TextBox 1">
            <a:extLst>
              <a:ext uri="{FF2B5EF4-FFF2-40B4-BE49-F238E27FC236}">
                <a16:creationId xmlns:a16="http://schemas.microsoft.com/office/drawing/2014/main" id="{C464CC61-6642-479C-EC1E-86F44D1DC6AC}"/>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0D4926C9-60D3-B51A-C3D7-9E4159AA0D6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4</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802432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B0A9F6B-B714-24A4-1731-04239F0C6E2C}"/>
              </a:ext>
            </a:extLst>
          </p:cNvPr>
          <p:cNvSpPr>
            <a:spLocks noGrp="1"/>
          </p:cNvSpPr>
          <p:nvPr>
            <p:ph type="title"/>
          </p:nvPr>
        </p:nvSpPr>
        <p:spPr>
          <a:xfrm>
            <a:off x="575034" y="371623"/>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Gap</a:t>
            </a:r>
          </a:p>
        </p:txBody>
      </p:sp>
      <p:sp>
        <p:nvSpPr>
          <p:cNvPr id="5" name="Content Placeholder 9">
            <a:extLst>
              <a:ext uri="{FF2B5EF4-FFF2-40B4-BE49-F238E27FC236}">
                <a16:creationId xmlns:a16="http://schemas.microsoft.com/office/drawing/2014/main" id="{3D6F48DD-3E1C-ACE5-C1C5-A45079769380}"/>
              </a:ext>
            </a:extLst>
          </p:cNvPr>
          <p:cNvSpPr txBox="1">
            <a:spLocks/>
          </p:cNvSpPr>
          <p:nvPr/>
        </p:nvSpPr>
        <p:spPr>
          <a:xfrm>
            <a:off x="575034" y="5167029"/>
            <a:ext cx="11001079" cy="1243198"/>
          </a:xfrm>
          <a:prstGeom prst="rect">
            <a:avLst/>
          </a:prstGeom>
        </p:spPr>
        <p:txBody>
          <a:bodyPr vert="horz" lIns="91440" tIns="45720" rIns="91440" bIns="45720" rtlCol="0">
            <a:noAutofit/>
          </a:bodyPr>
          <a:lstStyle>
            <a:lvl1pPr marL="0" indent="0" algn="l" defTabSz="914400" rtl="0" eaLnBrk="1" latinLnBrk="0" hangingPunct="1">
              <a:lnSpc>
                <a:spcPct val="125000"/>
              </a:lnSpc>
              <a:spcBef>
                <a:spcPts val="0"/>
              </a:spcBef>
              <a:buFont typeface="Arial" panose="020B0604020202020204" pitchFamily="34" charset="0"/>
              <a:buNone/>
              <a:defRPr sz="1800" kern="1200">
                <a:solidFill>
                  <a:schemeClr val="tx1">
                    <a:lumMod val="65000"/>
                    <a:lumOff val="35000"/>
                  </a:schemeClr>
                </a:solidFill>
                <a:latin typeface="+mn-lt"/>
                <a:ea typeface="+mn-ea"/>
                <a:cs typeface="+mn-cs"/>
              </a:defRPr>
            </a:lvl1pPr>
            <a:lvl2pPr marL="457200" indent="0" algn="l" defTabSz="914400" rtl="0" eaLnBrk="1" latinLnBrk="0" hangingPunct="1">
              <a:lnSpc>
                <a:spcPct val="125000"/>
              </a:lnSpc>
              <a:spcBef>
                <a:spcPts val="0"/>
              </a:spcBef>
              <a:buFont typeface="Arial" panose="020B0604020202020204" pitchFamily="34" charset="0"/>
              <a:buNone/>
              <a:defRPr sz="1600" kern="1200">
                <a:solidFill>
                  <a:schemeClr val="tx1">
                    <a:lumMod val="65000"/>
                    <a:lumOff val="35000"/>
                  </a:schemeClr>
                </a:solidFill>
                <a:latin typeface="+mn-lt"/>
                <a:ea typeface="+mn-ea"/>
                <a:cs typeface="+mn-cs"/>
              </a:defRPr>
            </a:lvl2pPr>
            <a:lvl3pPr marL="914400" indent="0" algn="l" defTabSz="914400" rtl="0" eaLnBrk="1" latinLnBrk="0" hangingPunct="1">
              <a:lnSpc>
                <a:spcPct val="125000"/>
              </a:lnSpc>
              <a:spcBef>
                <a:spcPts val="0"/>
              </a:spcBef>
              <a:buFont typeface="Arial" panose="020B0604020202020204" pitchFamily="34" charset="0"/>
              <a:buNone/>
              <a:defRPr sz="1400" kern="1200">
                <a:solidFill>
                  <a:schemeClr val="tx1">
                    <a:lumMod val="65000"/>
                    <a:lumOff val="35000"/>
                  </a:schemeClr>
                </a:solidFill>
                <a:latin typeface="+mn-lt"/>
                <a:ea typeface="+mn-ea"/>
                <a:cs typeface="+mn-cs"/>
              </a:defRPr>
            </a:lvl3pPr>
            <a:lvl4pPr marL="1371600" indent="0" algn="l" defTabSz="914400" rtl="0" eaLnBrk="1" latinLnBrk="0" hangingPunct="1">
              <a:lnSpc>
                <a:spcPct val="125000"/>
              </a:lnSpc>
              <a:spcBef>
                <a:spcPts val="0"/>
              </a:spcBef>
              <a:buFont typeface="Arial" panose="020B0604020202020204" pitchFamily="34" charset="0"/>
              <a:buNone/>
              <a:defRPr sz="1200" kern="1200">
                <a:solidFill>
                  <a:schemeClr val="tx1">
                    <a:lumMod val="65000"/>
                    <a:lumOff val="35000"/>
                  </a:schemeClr>
                </a:solidFill>
                <a:latin typeface="+mn-lt"/>
                <a:ea typeface="+mn-ea"/>
                <a:cs typeface="+mn-cs"/>
              </a:defRPr>
            </a:lvl4pPr>
            <a:lvl5pPr marL="1828800" indent="0" algn="l" defTabSz="914400" rtl="0" eaLnBrk="1" latinLnBrk="0" hangingPunct="1">
              <a:lnSpc>
                <a:spcPct val="125000"/>
              </a:lnSpc>
              <a:spcBef>
                <a:spcPts val="0"/>
              </a:spcBef>
              <a:buFont typeface="Arial" panose="020B0604020202020204" pitchFamily="34" charset="0"/>
              <a:buNone/>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Gap:</a:t>
            </a:r>
          </a:p>
          <a:p>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No existing approach infers unobserved interactions by combining static structure and runtime traces for generating scenario-specific interaction models in </a:t>
            </a:r>
            <a:r>
              <a:rPr lang="en-GB" sz="20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a:t>
            </a:r>
          </a:p>
        </p:txBody>
      </p:sp>
      <p:graphicFrame>
        <p:nvGraphicFramePr>
          <p:cNvPr id="6" name="Table 11">
            <a:extLst>
              <a:ext uri="{FF2B5EF4-FFF2-40B4-BE49-F238E27FC236}">
                <a16:creationId xmlns:a16="http://schemas.microsoft.com/office/drawing/2014/main" id="{FB861C55-1872-A622-0070-5A489AABAC03}"/>
              </a:ext>
            </a:extLst>
          </p:cNvPr>
          <p:cNvGraphicFramePr>
            <a:graphicFrameLocks/>
          </p:cNvGraphicFramePr>
          <p:nvPr>
            <p:extLst>
              <p:ext uri="{D42A27DB-BD31-4B8C-83A1-F6EECF244321}">
                <p14:modId xmlns:p14="http://schemas.microsoft.com/office/powerpoint/2010/main" val="1010421506"/>
              </p:ext>
            </p:extLst>
          </p:nvPr>
        </p:nvGraphicFramePr>
        <p:xfrm>
          <a:off x="575035" y="2069678"/>
          <a:ext cx="11001080" cy="2718643"/>
        </p:xfrm>
        <a:graphic>
          <a:graphicData uri="http://schemas.openxmlformats.org/drawingml/2006/table">
            <a:tbl>
              <a:tblPr firstRow="1" bandRow="1">
                <a:tableStyleId>{5FD0F851-EC5A-4D38-B0AD-8093EC10F338}</a:tableStyleId>
              </a:tblPr>
              <a:tblGrid>
                <a:gridCol w="3415940">
                  <a:extLst>
                    <a:ext uri="{9D8B030D-6E8A-4147-A177-3AD203B41FA5}">
                      <a16:colId xmlns:a16="http://schemas.microsoft.com/office/drawing/2014/main" val="3233966979"/>
                    </a:ext>
                  </a:extLst>
                </a:gridCol>
                <a:gridCol w="3095625">
                  <a:extLst>
                    <a:ext uri="{9D8B030D-6E8A-4147-A177-3AD203B41FA5}">
                      <a16:colId xmlns:a16="http://schemas.microsoft.com/office/drawing/2014/main" val="1158840958"/>
                    </a:ext>
                  </a:extLst>
                </a:gridCol>
                <a:gridCol w="4489515">
                  <a:extLst>
                    <a:ext uri="{9D8B030D-6E8A-4147-A177-3AD203B41FA5}">
                      <a16:colId xmlns:a16="http://schemas.microsoft.com/office/drawing/2014/main" val="1014947327"/>
                    </a:ext>
                  </a:extLst>
                </a:gridCol>
              </a:tblGrid>
              <a:tr h="4365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Trace-Based [1] [2]</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 Analysis [3][4]</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Hybrid Analysis [5][6][7]</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590700"/>
                  </a:ext>
                </a:extLst>
              </a:tr>
              <a:tr h="760689">
                <a:tc>
                  <a:txBody>
                    <a:bodyPr/>
                    <a:lstStyle/>
                    <a:p>
                      <a:pPr algn="l"/>
                      <a:r>
                        <a:rPr lang="en-GB" sz="2400" b="1" kern="1200" noProof="0" dirty="0">
                          <a:solidFill>
                            <a:schemeClr val="tx1"/>
                          </a:solidFill>
                          <a:latin typeface="+mn-lt"/>
                          <a:ea typeface="+mn-ea"/>
                          <a:cs typeface="+mn-cs"/>
                        </a:rPr>
                        <a:t>+</a:t>
                      </a:r>
                      <a:r>
                        <a:rPr lang="en-GB" sz="2000" noProof="0" dirty="0"/>
                        <a:t> </a:t>
                      </a:r>
                      <a:r>
                        <a:rPr lang="en-GB" sz="2000" b="1" kern="1200" noProof="0" dirty="0">
                          <a:solidFill>
                            <a:schemeClr val="tx1"/>
                          </a:solidFill>
                          <a:latin typeface="+mn-lt"/>
                          <a:ea typeface="+mn-ea"/>
                          <a:cs typeface="+mn-cs"/>
                        </a:rPr>
                        <a:t>Concrete observed behaviour</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kern="1200" noProof="0" dirty="0">
                          <a:solidFill>
                            <a:schemeClr val="tx1"/>
                          </a:solidFill>
                          <a:latin typeface="+mn-lt"/>
                          <a:ea typeface="+mn-ea"/>
                          <a:cs typeface="+mn-cs"/>
                        </a:rPr>
                        <a:t>+</a:t>
                      </a:r>
                      <a:r>
                        <a:rPr lang="en-GB" sz="2000" noProof="0" dirty="0"/>
                        <a:t> </a:t>
                      </a:r>
                      <a:r>
                        <a:rPr lang="en-GB" sz="2000" b="1" kern="1200" noProof="0" dirty="0">
                          <a:solidFill>
                            <a:schemeClr val="tx1"/>
                          </a:solidFill>
                          <a:latin typeface="+mn-lt"/>
                          <a:ea typeface="+mn-ea"/>
                          <a:cs typeface="+mn-cs"/>
                        </a:rPr>
                        <a:t>Complete static structure</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kern="1200" noProof="0" dirty="0">
                          <a:solidFill>
                            <a:schemeClr val="tx1"/>
                          </a:solidFill>
                          <a:latin typeface="+mn-lt"/>
                          <a:ea typeface="+mn-ea"/>
                          <a:cs typeface="+mn-cs"/>
                        </a:rPr>
                        <a:t>+</a:t>
                      </a:r>
                      <a:r>
                        <a:rPr lang="en-GB" sz="2000" noProof="0" dirty="0"/>
                        <a:t> </a:t>
                      </a:r>
                      <a:r>
                        <a:rPr lang="en-GB" sz="2000" b="1" noProof="0" dirty="0"/>
                        <a:t>Used to reduce runtime logging</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0826746"/>
                  </a:ext>
                </a:extLst>
              </a:tr>
              <a:tr h="760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b="1" noProof="0" dirty="0"/>
                        <a:t> Incomplete traces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b="1" noProof="0" dirty="0"/>
                        <a:t> Over-approximation</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noProof="0" dirty="0"/>
                        <a:t> </a:t>
                      </a:r>
                      <a:r>
                        <a:rPr lang="en-GB" sz="2000" b="1" noProof="0" dirty="0"/>
                        <a:t>Assumes observed traces are complete</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17333721"/>
                  </a:ext>
                </a:extLst>
              </a:tr>
              <a:tr h="760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b="1" noProof="0" dirty="0"/>
                        <a:t> Missing interactions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b="1" noProof="0" dirty="0"/>
                        <a:t> No scenario focus</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noProof="0" dirty="0"/>
                        <a:t> </a:t>
                      </a:r>
                      <a:r>
                        <a:rPr lang="en-GB" sz="2000" b="1" noProof="0" dirty="0"/>
                        <a:t>Doesn’t complete missing interactions</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21589815"/>
                  </a:ext>
                </a:extLst>
              </a:tr>
            </a:tbl>
          </a:graphicData>
        </a:graphic>
      </p:graphicFrame>
      <p:sp>
        <p:nvSpPr>
          <p:cNvPr id="10" name="TextBox 9">
            <a:extLst>
              <a:ext uri="{FF2B5EF4-FFF2-40B4-BE49-F238E27FC236}">
                <a16:creationId xmlns:a16="http://schemas.microsoft.com/office/drawing/2014/main" id="{CDF981B8-6D37-1DA3-FB3A-7B5D4CC0AAB6}"/>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 name="TextBox 10">
            <a:extLst>
              <a:ext uri="{FF2B5EF4-FFF2-40B4-BE49-F238E27FC236}">
                <a16:creationId xmlns:a16="http://schemas.microsoft.com/office/drawing/2014/main" id="{5D316AE4-3CC1-39EB-B171-F056FFAC6BE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5</a:t>
            </a:r>
          </a:p>
        </p:txBody>
      </p:sp>
    </p:spTree>
    <p:extLst>
      <p:ext uri="{BB962C8B-B14F-4D97-AF65-F5344CB8AC3E}">
        <p14:creationId xmlns:p14="http://schemas.microsoft.com/office/powerpoint/2010/main" val="1386263332"/>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3BCC3DA-44CF-3B7A-804C-65813CF7001C}"/>
              </a:ext>
            </a:extLst>
          </p:cNvPr>
          <p:cNvSpPr>
            <a:spLocks noGrp="1"/>
          </p:cNvSpPr>
          <p:nvPr>
            <p:ph type="title"/>
          </p:nvPr>
        </p:nvSpPr>
        <p:spPr>
          <a:xfrm>
            <a:off x="912629" y="598947"/>
            <a:ext cx="10515600" cy="1325563"/>
          </a:xfrm>
        </p:spPr>
        <p:txBody>
          <a:bodyPr anchor="ctr">
            <a:normAutofit/>
          </a:bodyPr>
          <a:lstStyle/>
          <a:p>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Research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Questions</a:t>
            </a: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13" name="Table Placeholder 10">
            <a:extLst>
              <a:ext uri="{FF2B5EF4-FFF2-40B4-BE49-F238E27FC236}">
                <a16:creationId xmlns:a16="http://schemas.microsoft.com/office/drawing/2014/main" id="{C3318B82-77E9-F5AA-CF25-4DE202CC619E}"/>
              </a:ext>
            </a:extLst>
          </p:cNvPr>
          <p:cNvGraphicFramePr>
            <a:graphicFrameLocks noGrp="1"/>
          </p:cNvGraphicFramePr>
          <p:nvPr>
            <p:ph type="tbl" sz="quarter" idx="10"/>
            <p:extLst>
              <p:ext uri="{D42A27DB-BD31-4B8C-83A1-F6EECF244321}">
                <p14:modId xmlns:p14="http://schemas.microsoft.com/office/powerpoint/2010/main" val="1161022277"/>
              </p:ext>
            </p:extLst>
          </p:nvPr>
        </p:nvGraphicFramePr>
        <p:xfrm>
          <a:off x="4477109" y="1924504"/>
          <a:ext cx="6800491" cy="4019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1">
            <a:extLst>
              <a:ext uri="{FF2B5EF4-FFF2-40B4-BE49-F238E27FC236}">
                <a16:creationId xmlns:a16="http://schemas.microsoft.com/office/drawing/2014/main" id="{62E9F026-49B3-CA6B-FA9C-B1B79E760792}"/>
              </a:ext>
            </a:extLst>
          </p:cNvPr>
          <p:cNvGraphicFramePr>
            <a:graphicFrameLocks noGrp="1"/>
          </p:cNvGraphicFramePr>
          <p:nvPr>
            <p:ph sz="quarter" idx="11"/>
            <p:extLst>
              <p:ext uri="{D42A27DB-BD31-4B8C-83A1-F6EECF244321}">
                <p14:modId xmlns:p14="http://schemas.microsoft.com/office/powerpoint/2010/main" val="1182084113"/>
              </p:ext>
            </p:extLst>
          </p:nvPr>
        </p:nvGraphicFramePr>
        <p:xfrm>
          <a:off x="646980" y="1924504"/>
          <a:ext cx="3433313" cy="401909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extBox 1">
            <a:extLst>
              <a:ext uri="{FF2B5EF4-FFF2-40B4-BE49-F238E27FC236}">
                <a16:creationId xmlns:a16="http://schemas.microsoft.com/office/drawing/2014/main" id="{A022FF79-EC3A-D453-2479-FFFA72B067F5}"/>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6</a:t>
            </a:r>
          </a:p>
        </p:txBody>
      </p:sp>
      <p:sp>
        <p:nvSpPr>
          <p:cNvPr id="4" name="TextBox 3">
            <a:extLst>
              <a:ext uri="{FF2B5EF4-FFF2-40B4-BE49-F238E27FC236}">
                <a16:creationId xmlns:a16="http://schemas.microsoft.com/office/drawing/2014/main" id="{518A4E05-6229-FB6C-8F60-A208087782C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904507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160" y="655320"/>
            <a:ext cx="9626600" cy="1224280"/>
          </a:xfrm>
        </p:spPr>
        <p:txBody>
          <a:bodyPr>
            <a:normAutofit/>
          </a:bodyPr>
          <a:lstStyle/>
          <a:p>
            <a:r>
              <a:rPr lang="nl-NL" sz="4400" dirty="0">
                <a:latin typeface="Sans Serif Collection" panose="020B0502040504020204" pitchFamily="34" charset="0"/>
                <a:ea typeface="Sans Serif Collection" panose="020B0502040504020204" pitchFamily="34" charset="0"/>
                <a:cs typeface="Sans Serif Collection" panose="020B0502040504020204" pitchFamily="34" charset="0"/>
              </a:rPr>
              <a:t>Codebase </a:t>
            </a:r>
            <a:r>
              <a:rPr lang="nl-NL" sz="4400" dirty="0" err="1">
                <a:latin typeface="Sans Serif Collection" panose="020B0502040504020204" pitchFamily="34" charset="0"/>
                <a:ea typeface="Sans Serif Collection" panose="020B0502040504020204" pitchFamily="34" charset="0"/>
                <a:cs typeface="Sans Serif Collection" panose="020B0502040504020204" pitchFamily="34" charset="0"/>
              </a:rPr>
              <a:t>Selected</a:t>
            </a:r>
            <a:r>
              <a:rPr lang="nl-NL" sz="4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4400" dirty="0">
                <a:latin typeface="Sans Serif Collection" panose="020B0502040504020204" pitchFamily="34" charset="0"/>
                <a:ea typeface="Sans Serif Collection" panose="020B0502040504020204" pitchFamily="34" charset="0"/>
                <a:cs typeface="Sans Serif Collection" panose="020B0502040504020204" pitchFamily="34" charset="0"/>
              </a:rPr>
              <a:t>C</a:t>
            </a:r>
            <a:r>
              <a:rPr lang="nl-NL" sz="4400" dirty="0" err="1">
                <a:latin typeface="Sans Serif Collection" panose="020B0502040504020204" pitchFamily="34" charset="0"/>
                <a:ea typeface="Sans Serif Collection" panose="020B0502040504020204" pitchFamily="34" charset="0"/>
                <a:cs typeface="Sans Serif Collection" panose="020B0502040504020204" pitchFamily="34" charset="0"/>
              </a:rPr>
              <a:t>ps</a:t>
            </a:r>
            <a:r>
              <a:rPr sz="4400" dirty="0">
                <a:latin typeface="Sans Serif Collection" panose="020B0502040504020204" pitchFamily="34" charset="0"/>
                <a:ea typeface="Sans Serif Collection" panose="020B0502040504020204" pitchFamily="34" charset="0"/>
                <a:cs typeface="Sans Serif Collection" panose="020B0502040504020204" pitchFamily="34" charset="0"/>
              </a:rPr>
              <a:t>Core</a:t>
            </a:r>
            <a:r>
              <a:rPr lang="nl-NL" sz="4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800" dirty="0">
                <a:latin typeface="Sans Serif Collection" panose="020B0502040504020204" pitchFamily="34" charset="0"/>
                <a:ea typeface="Sans Serif Collection" panose="020B0502040504020204" pitchFamily="34" charset="0"/>
                <a:cs typeface="Sans Serif Collection" panose="020B0502040504020204" pitchFamily="34" charset="0"/>
              </a:rPr>
              <a:t>[9]</a:t>
            </a:r>
            <a:endParaRPr sz="4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Content Placeholder 2"/>
          <p:cNvSpPr>
            <a:spLocks noGrp="1"/>
          </p:cNvSpPr>
          <p:nvPr>
            <p:ph sz="quarter" idx="10"/>
          </p:nvPr>
        </p:nvSpPr>
        <p:spPr>
          <a:xfrm>
            <a:off x="899160" y="1971040"/>
            <a:ext cx="10662919" cy="4155440"/>
          </a:xfrm>
        </p:spPr>
        <p:txBody>
          <a:bodyPr>
            <a:normAutofit/>
          </a:bodyPr>
          <a:lstStyle/>
          <a:p>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C</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odebase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overview</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a:t>
            </a:r>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A Modular Autopilot Framework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for</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UAVs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200" dirty="0">
                <a:latin typeface="Sans Serif Collection" panose="020B0502040504020204" pitchFamily="34" charset="0"/>
                <a:ea typeface="Sans Serif Collection" panose="020B0502040504020204" pitchFamily="34" charset="0"/>
                <a:cs typeface="Sans Serif Collection" panose="020B0502040504020204" pitchFamily="34" charset="0"/>
              </a:rPr>
              <a:t>[9]</a:t>
            </a:r>
          </a:p>
          <a:p>
            <a:pPr marL="285750" indent="-285750">
              <a:buFont typeface="Arial" panose="020B0604020202020204" pitchFamily="34" charset="0"/>
              <a:buChar char="•"/>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154 source/header files </a:t>
            </a:r>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~13,000 LOC (3,800 in .</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cpp</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files, 9,200 in headers)</a:t>
            </a:r>
          </a:p>
          <a:p>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Heavy template-based static polymorphism (~470 occurrences)</a:t>
            </a:r>
          </a:p>
          <a:p>
            <a:pPr marL="285750" indent="-285750">
              <a:buFont typeface="Arial" panose="020B0604020202020204" pitchFamily="34" charset="0"/>
              <a:buChar char="•"/>
            </a:pPr>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No cross-module call resolves through a virtual table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I</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nter</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-module calls go through concrete class references or </a:t>
            </a:r>
            <a:r>
              <a:rPr i="1" dirty="0">
                <a:latin typeface="Sans Serif Collection" panose="020B0502040504020204" pitchFamily="34" charset="0"/>
                <a:ea typeface="Sans Serif Collection" panose="020B0502040504020204" pitchFamily="34" charset="0"/>
                <a:cs typeface="Sans Serif Collection" panose="020B0502040504020204" pitchFamily="34" charset="0"/>
              </a:rPr>
              <a:t>boost::signals2 </a:t>
            </a:r>
            <a:r>
              <a:rPr lang="nl-NL" i="1"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external</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dependency</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slot connections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Test suite: 1,425 assertions across 61 test cases </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is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the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ground truth for </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behavioural</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verification</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TextBox 3">
            <a:extLst>
              <a:ext uri="{FF2B5EF4-FFF2-40B4-BE49-F238E27FC236}">
                <a16:creationId xmlns:a16="http://schemas.microsoft.com/office/drawing/2014/main" id="{B2BBA29F-6C88-CA44-C446-F0C70C5D6F8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6" name="TextBox 5">
            <a:extLst>
              <a:ext uri="{FF2B5EF4-FFF2-40B4-BE49-F238E27FC236}">
                <a16:creationId xmlns:a16="http://schemas.microsoft.com/office/drawing/2014/main" id="{9994DAE9-065F-0D04-C5FE-4DD59D44D1FC}"/>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A264E-DCFB-9679-60C3-5EBC1EAA716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DB6F400-8C27-B795-7BA6-8BF2C4DCC1CD}"/>
              </a:ext>
            </a:extLst>
          </p:cNvPr>
          <p:cNvSpPr>
            <a:spLocks noGrp="1"/>
          </p:cNvSpPr>
          <p:nvPr>
            <p:ph type="title"/>
          </p:nvPr>
        </p:nvSpPr>
        <p:spPr>
          <a:xfrm>
            <a:off x="929640" y="485113"/>
            <a:ext cx="10515600" cy="1531525"/>
          </a:xfrm>
        </p:spPr>
        <p:txBody>
          <a:bodyPr vert="horz" lIns="91440" tIns="45720" rIns="91440" bIns="45720" rtlCol="0" anchor="ctr">
            <a:normAutofit/>
          </a:bodyPr>
          <a:lstStyle/>
          <a:p>
            <a:r>
              <a:rPr lang="en-GB" sz="440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Approach: Agent Skill Pipeline</a:t>
            </a:r>
          </a:p>
        </p:txBody>
      </p:sp>
      <p:sp>
        <p:nvSpPr>
          <p:cNvPr id="3" name="Rectangle 1">
            <a:extLst>
              <a:ext uri="{FF2B5EF4-FFF2-40B4-BE49-F238E27FC236}">
                <a16:creationId xmlns:a16="http://schemas.microsoft.com/office/drawing/2014/main" id="{4983592E-EF52-E037-AB61-B0C859B0BA67}"/>
              </a:ext>
            </a:extLst>
          </p:cNvPr>
          <p:cNvSpPr>
            <a:spLocks noChangeArrowheads="1"/>
          </p:cNvSpPr>
          <p:nvPr/>
        </p:nvSpPr>
        <p:spPr bwMode="auto">
          <a:xfrm>
            <a:off x="8496299" y="1658679"/>
            <a:ext cx="3087053" cy="3995044"/>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85000" lnSpcReduction="10000"/>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28600" lvl="0" indent="-228600" eaLnBrk="1" hangingPunct="1">
              <a:spcBef>
                <a:spcPts val="1000"/>
              </a:spcBef>
              <a:spcAft>
                <a:spcPts val="1200"/>
              </a:spcAft>
              <a:buFont typeface="Arial" panose="020B0604020202020204" pitchFamily="34" charset="0"/>
              <a:buChar char="•"/>
            </a:pPr>
            <a:r>
              <a:rPr lang="en-US" altLang="en-US" dirty="0">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Twelve modular, composable, LLM-invocable skills: eleven follow a fixed rule set, one (agentic synthesis) applies judgement instead.</a:t>
            </a:r>
          </a:p>
          <a:p>
            <a:pPr marL="228600" lvl="0" indent="-228600" eaLnBrk="1" hangingPunct="1">
              <a:spcBef>
                <a:spcPts val="1000"/>
              </a:spcBef>
              <a:spcAft>
                <a:spcPts val="1200"/>
              </a:spcAft>
              <a:buFont typeface="Arial" panose="020B0604020202020204" pitchFamily="34" charset="0"/>
              <a:buChar char="•"/>
            </a:pPr>
            <a:r>
              <a:rPr lang="en-US" altLang="en-US" dirty="0">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Key design property: each skill is independently testable. Scenario focus is expressed as a natural-language query, translated into a Cypher query that scopes the graph before instrumentation runs — this is what makes guided instrumentation possible, the mechanism RQ2 actually tests (guiding trace collection with the static graph to remove noise without losing coverage).</a:t>
            </a:r>
          </a:p>
        </p:txBody>
      </p:sp>
      <p:sp>
        <p:nvSpPr>
          <p:cNvPr id="4" name="Slide Number Placeholder 3" hidden="1">
            <a:extLst>
              <a:ext uri="{FF2B5EF4-FFF2-40B4-BE49-F238E27FC236}">
                <a16:creationId xmlns:a16="http://schemas.microsoft.com/office/drawing/2014/main" id="{F53C3FC5-C17B-9D1F-A664-ABF4B21D0BB8}"/>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8</a:t>
            </a:fld>
            <a:endParaRPr lang="en-GB" sz="300" noProof="0" dirty="0"/>
          </a:p>
        </p:txBody>
      </p:sp>
      <p:graphicFrame>
        <p:nvGraphicFramePr>
          <p:cNvPr id="2" name="Content Placeholder 1">
            <a:extLst>
              <a:ext uri="{FF2B5EF4-FFF2-40B4-BE49-F238E27FC236}">
                <a16:creationId xmlns:a16="http://schemas.microsoft.com/office/drawing/2014/main" id="{E1E2C492-E755-8476-18BF-466E1303CE7A}"/>
              </a:ext>
            </a:extLst>
          </p:cNvPr>
          <p:cNvGraphicFramePr>
            <a:graphicFrameLocks noGrp="1"/>
          </p:cNvGraphicFramePr>
          <p:nvPr>
            <p:ph sz="quarter" idx="10"/>
            <p:extLst>
              <p:ext uri="{D42A27DB-BD31-4B8C-83A1-F6EECF244321}">
                <p14:modId xmlns:p14="http://schemas.microsoft.com/office/powerpoint/2010/main" val="1143936659"/>
              </p:ext>
            </p:extLst>
          </p:nvPr>
        </p:nvGraphicFramePr>
        <p:xfrm>
          <a:off x="608647" y="2016638"/>
          <a:ext cx="7724775" cy="3506880"/>
        </p:xfrm>
        <a:graphic>
          <a:graphicData uri="http://schemas.openxmlformats.org/drawingml/2006/table">
            <a:tbl>
              <a:tblPr firstRow="1" bandRow="1">
                <a:tableStyleId>{17292A2E-F333-43FB-9621-5CBBE7FDCDCB}</a:tableStyleId>
              </a:tblPr>
              <a:tblGrid>
                <a:gridCol w="3695701">
                  <a:extLst>
                    <a:ext uri="{9D8B030D-6E8A-4147-A177-3AD203B41FA5}">
                      <a16:colId xmlns:a16="http://schemas.microsoft.com/office/drawing/2014/main" val="192472615"/>
                    </a:ext>
                  </a:extLst>
                </a:gridCol>
                <a:gridCol w="4029074">
                  <a:extLst>
                    <a:ext uri="{9D8B030D-6E8A-4147-A177-3AD203B41FA5}">
                      <a16:colId xmlns:a16="http://schemas.microsoft.com/office/drawing/2014/main" val="172023201"/>
                    </a:ext>
                  </a:extLst>
                </a:gridCol>
              </a:tblGrid>
              <a:tr h="371955">
                <a:tc>
                  <a:txBody>
                    <a:bodyPr/>
                    <a:lstStyle/>
                    <a:p>
                      <a:pPr algn="ctr">
                        <a:buNone/>
                      </a:pPr>
                      <a:r>
                        <a:rPr lang="en-GB" sz="1200" b="1" noProof="0" dirty="0">
                          <a:solidFill>
                            <a:srgbClr val="FFFFFF"/>
                          </a:solidFill>
                          <a:effectLst/>
                        </a:rPr>
                        <a:t>Skill</a:t>
                      </a:r>
                      <a:endParaRPr lang="en-GB" sz="1200" b="1" noProof="0" dirty="0">
                        <a:solidFill>
                          <a:srgbClr val="FFFFF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algn="ctr">
                        <a:buNone/>
                      </a:pPr>
                      <a:r>
                        <a:rPr lang="en-GB" sz="1200" b="1" dirty="0">
                          <a:solidFill>
                            <a:srgbClr val="FFFFFF"/>
                          </a:solidFill>
                          <a:effectLst/>
                        </a:rPr>
                        <a:t>Role in Final Pipeline</a:t>
                      </a:r>
                      <a:endParaRPr lang="en-GB" sz="1200" b="1" dirty="0">
                        <a:solidFill>
                          <a:srgbClr val="FFFFF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3305239541"/>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get-neo4j-schema</a:t>
                      </a:r>
                    </a:p>
                  </a:txBody>
                  <a:tcPr marL="137900" marR="82740" marT="82740" marB="82740" anchor="ctr"/>
                </a:tc>
                <a:tc>
                  <a:txBody>
                    <a:bodyPr/>
                    <a:lstStyle/>
                    <a:p>
                      <a:pPr>
                        <a:buNone/>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graph introspection</a:t>
                      </a:r>
                    </a:p>
                  </a:txBody>
                  <a:tcPr marL="137900" marR="82740" marT="82740" marB="82740" anchor="ctr"/>
                </a:tc>
                <a:extLst>
                  <a:ext uri="{0D108BD9-81ED-4DB2-BD59-A6C34878D82A}">
                    <a16:rowId xmlns:a16="http://schemas.microsoft.com/office/drawing/2014/main" val="1423872608"/>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text-to-cypher + get-cypher + </a:t>
                      </a: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cypher-to-output</a:t>
                      </a:r>
                      <a:endPar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a:buNone/>
                      </a:pP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Scenario-scoped query generation, execution &amp; standalone Cypher authoring</a:t>
                      </a:r>
                    </a:p>
                  </a:txBody>
                  <a:tcPr marL="137900" marR="82740" marT="82740" marB="82740" anchor="ctr"/>
                </a:tc>
                <a:extLst>
                  <a:ext uri="{0D108BD9-81ED-4DB2-BD59-A6C34878D82A}">
                    <a16:rowId xmlns:a16="http://schemas.microsoft.com/office/drawing/2014/main" val="1936271751"/>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get-interface-dependency-table</a:t>
                      </a: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a:t>
                      </a: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Structural dependency extraction</a:t>
                      </a:r>
                    </a:p>
                  </a:txBody>
                  <a:tcPr marL="137900" marR="82740" marT="82740" marB="82740" anchor="ctr"/>
                </a:tc>
                <a:extLst>
                  <a:ext uri="{0D108BD9-81ED-4DB2-BD59-A6C34878D82A}">
                    <a16:rowId xmlns:a16="http://schemas.microsoft.com/office/drawing/2014/main" val="4238485289"/>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get-sequence-dependency-table</a:t>
                      </a:r>
                    </a:p>
                  </a:txBody>
                  <a:tcPr marL="137900" marR="82740" marT="82740" marB="82740" anchor="ctr"/>
                </a:tc>
                <a:tc>
                  <a:txBody>
                    <a:bodyPr/>
                    <a:lstStyle/>
                    <a:p>
                      <a:pPr>
                        <a:buNone/>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Sequence / call chain extraction</a:t>
                      </a:r>
                    </a:p>
                  </a:txBody>
                  <a:tcPr marL="137900" marR="82740" marT="82740" marB="82740" anchor="ctr"/>
                </a:tc>
                <a:extLst>
                  <a:ext uri="{0D108BD9-81ED-4DB2-BD59-A6C34878D82A}">
                    <a16:rowId xmlns:a16="http://schemas.microsoft.com/office/drawing/2014/main" val="695541207"/>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200" b="1"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-structural-model</a:t>
                      </a:r>
                    </a:p>
                  </a:txBody>
                  <a:tcPr marL="137900" marR="82740" marT="82740" marB="82740" anchor="ctr"/>
                </a:tc>
                <a:tc>
                  <a:txBody>
                    <a:bodyPr/>
                    <a:lstStyle/>
                    <a:p>
                      <a:pPr>
                        <a:buNone/>
                      </a:pPr>
                      <a:r>
                        <a:rPr lang="en-GB" sz="1200"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v2 Output - BDD/IBD</a:t>
                      </a:r>
                    </a:p>
                  </a:txBody>
                  <a:tcPr marL="137900" marR="82740" marT="82740" marB="82740" anchor="ctr"/>
                </a:tc>
                <a:extLst>
                  <a:ext uri="{0D108BD9-81ED-4DB2-BD59-A6C34878D82A}">
                    <a16:rowId xmlns:a16="http://schemas.microsoft.com/office/drawing/2014/main" val="3840244188"/>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200" b="1"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-sequence-model</a:t>
                      </a:r>
                    </a:p>
                  </a:txBody>
                  <a:tcPr marL="137900" marR="82740" marT="82740" marB="82740" anchor="ctr"/>
                </a:tc>
                <a:tc>
                  <a:txBody>
                    <a:bodyPr/>
                    <a:lstStyle/>
                    <a:p>
                      <a:pPr>
                        <a:buNone/>
                      </a:pPr>
                      <a:r>
                        <a:rPr lang="en-GB" sz="1200"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v2 Output - Sequence Diagram</a:t>
                      </a:r>
                    </a:p>
                  </a:txBody>
                  <a:tcPr marL="137900" marR="82740" marT="82740" marB="82740" anchor="ctr"/>
                </a:tc>
                <a:extLst>
                  <a:ext uri="{0D108BD9-81ED-4DB2-BD59-A6C34878D82A}">
                    <a16:rowId xmlns:a16="http://schemas.microsoft.com/office/drawing/2014/main" val="797272443"/>
                  </a:ext>
                </a:extLst>
              </a:tr>
              <a:tr h="37195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add-runtime-instrumentation</a:t>
                      </a: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 </a:t>
                      </a:r>
                      <a:r>
                        <a:rPr lang="en-GB" sz="120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probe injection</a:t>
                      </a:r>
                      <a:endPar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1589877789"/>
                  </a:ext>
                </a:extLst>
              </a:tr>
              <a:tr h="371955">
                <a:tc>
                  <a:txBody>
                    <a:bodyPr/>
                    <a:lstStyle/>
                    <a:p>
                      <a:pPr>
                        <a:buNone/>
                      </a:pPr>
                      <a:r>
                        <a:rPr lang="nl-NL"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agentic-synthesis</a:t>
                      </a:r>
                      <a:endPar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Evidence based judgement, pruning false positives</a:t>
                      </a:r>
                      <a:endParaRPr lang="en-GB" sz="1200" kern="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1654161368"/>
                  </a:ext>
                </a:extLst>
              </a:tr>
            </a:tbl>
          </a:graphicData>
        </a:graphic>
      </p:graphicFrame>
      <p:sp>
        <p:nvSpPr>
          <p:cNvPr id="6" name="TextBox 5">
            <a:extLst>
              <a:ext uri="{FF2B5EF4-FFF2-40B4-BE49-F238E27FC236}">
                <a16:creationId xmlns:a16="http://schemas.microsoft.com/office/drawing/2014/main" id="{F62EAA60-68DE-807D-C5E5-CAD34E20E54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8" name="TextBox 7">
            <a:extLst>
              <a:ext uri="{FF2B5EF4-FFF2-40B4-BE49-F238E27FC236}">
                <a16:creationId xmlns:a16="http://schemas.microsoft.com/office/drawing/2014/main" id="{EA4222C4-4043-63BF-D489-A9966694E43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297803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Four Evaluation Scenarios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were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Selected</a:t>
            </a:r>
            <a:endParaRPr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BEF7BFC5-D2EA-7D6A-4FF6-A213076BD6C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9</a:t>
            </a:r>
          </a:p>
        </p:txBody>
      </p:sp>
      <p:sp>
        <p:nvSpPr>
          <p:cNvPr id="5" name="TextBox 4">
            <a:extLst>
              <a:ext uri="{FF2B5EF4-FFF2-40B4-BE49-F238E27FC236}">
                <a16:creationId xmlns:a16="http://schemas.microsoft.com/office/drawing/2014/main" id="{2EFDC53F-4B81-85FE-06C0-62DEE2D6CE0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6" name="Table 5">
            <a:extLst>
              <a:ext uri="{FF2B5EF4-FFF2-40B4-BE49-F238E27FC236}">
                <a16:creationId xmlns:a16="http://schemas.microsoft.com/office/drawing/2014/main" id="{7543644A-209D-E4C1-2BAC-78135FD641E7}"/>
              </a:ext>
            </a:extLst>
          </p:cNvPr>
          <p:cNvGraphicFramePr>
            <a:graphicFrameLocks noGrp="1"/>
          </p:cNvGraphicFramePr>
          <p:nvPr>
            <p:extLst>
              <p:ext uri="{D42A27DB-BD31-4B8C-83A1-F6EECF244321}">
                <p14:modId xmlns:p14="http://schemas.microsoft.com/office/powerpoint/2010/main" val="3666668969"/>
              </p:ext>
            </p:extLst>
          </p:nvPr>
        </p:nvGraphicFramePr>
        <p:xfrm>
          <a:off x="1436546" y="1821896"/>
          <a:ext cx="9578164" cy="3675483"/>
        </p:xfrm>
        <a:graphic>
          <a:graphicData uri="http://schemas.openxmlformats.org/drawingml/2006/table">
            <a:tbl>
              <a:tblPr firstRow="1" bandRow="1">
                <a:tableStyleId>{00A15C55-8517-42AA-B614-E9B94910E393}</a:tableStyleId>
              </a:tblPr>
              <a:tblGrid>
                <a:gridCol w="1123615">
                  <a:extLst>
                    <a:ext uri="{9D8B030D-6E8A-4147-A177-3AD203B41FA5}">
                      <a16:colId xmlns:a16="http://schemas.microsoft.com/office/drawing/2014/main" val="3317597387"/>
                    </a:ext>
                  </a:extLst>
                </a:gridCol>
                <a:gridCol w="1319722">
                  <a:extLst>
                    <a:ext uri="{9D8B030D-6E8A-4147-A177-3AD203B41FA5}">
                      <a16:colId xmlns:a16="http://schemas.microsoft.com/office/drawing/2014/main" val="1082157230"/>
                    </a:ext>
                  </a:extLst>
                </a:gridCol>
                <a:gridCol w="2003332">
                  <a:extLst>
                    <a:ext uri="{9D8B030D-6E8A-4147-A177-3AD203B41FA5}">
                      <a16:colId xmlns:a16="http://schemas.microsoft.com/office/drawing/2014/main" val="3974945007"/>
                    </a:ext>
                  </a:extLst>
                </a:gridCol>
                <a:gridCol w="5131495">
                  <a:extLst>
                    <a:ext uri="{9D8B030D-6E8A-4147-A177-3AD203B41FA5}">
                      <a16:colId xmlns:a16="http://schemas.microsoft.com/office/drawing/2014/main" val="1857059950"/>
                    </a:ext>
                  </a:extLst>
                </a:gridCol>
              </a:tblGrid>
              <a:tr h="591695">
                <a:tc>
                  <a:txBody>
                    <a:bodyPr/>
                    <a:lstStyle/>
                    <a:p>
                      <a:r>
                        <a:rPr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Scenario</a:t>
                      </a:r>
                    </a:p>
                  </a:txBody>
                  <a:tcPr anchor="ctr"/>
                </a:tc>
                <a:tc>
                  <a:txBody>
                    <a:bodyPr/>
                    <a:lstStyle/>
                    <a:p>
                      <a:r>
                        <a:rPr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Nature</a:t>
                      </a:r>
                    </a:p>
                  </a:txBody>
                  <a:tcPr anchor="ctr"/>
                </a:tc>
                <a:tc>
                  <a:txBody>
                    <a:bodyPr/>
                    <a:lstStyle/>
                    <a:p>
                      <a:r>
                        <a:rPr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it exercises</a:t>
                      </a:r>
                    </a:p>
                  </a:txBody>
                  <a:tcPr anchor="ctr"/>
                </a:tc>
                <a:tc>
                  <a:txBody>
                    <a:bodyPr/>
                    <a:lstStyle/>
                    <a:p>
                      <a:r>
                        <a:rPr lang="en-GB" sz="1600" b="1" kern="1200" dirty="0">
                          <a:solidFill>
                            <a:schemeClr val="lt1"/>
                          </a:solidFill>
                          <a:latin typeface="Sans Serif Collection" panose="020B0502040504020204" pitchFamily="34" charset="0"/>
                          <a:ea typeface="Sans Serif Collection" panose="020B0502040504020204" pitchFamily="34" charset="0"/>
                          <a:cs typeface="Sans Serif Collection" panose="020B0502040504020204" pitchFamily="34" charset="0"/>
                        </a:rPr>
                        <a:t>Test Case Reference</a:t>
                      </a:r>
                    </a:p>
                  </a:txBody>
                  <a:tcPr anchor="ctr"/>
                </a:tc>
                <a:extLst>
                  <a:ext uri="{0D108BD9-81ED-4DB2-BD59-A6C34878D82A}">
                    <a16:rowId xmlns:a16="http://schemas.microsoft.com/office/drawing/2014/main" val="1687419732"/>
                  </a:ext>
                </a:extLst>
              </a:tr>
              <a:tr h="607289">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S1</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Aggregation cha</a:t>
                      </a:r>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in</a:t>
                      </a:r>
                    </a:p>
                  </a:txBody>
                  <a:tcPr anchor="ctr"/>
                </a:tc>
                <a:tc>
                  <a:txBody>
                    <a:bodyPr/>
                    <a:lstStyle/>
                    <a:p>
                      <a:pPr marL="0" algn="l" defTabSz="914400" rtl="0" eaLnBrk="1" latinLnBrk="0" hangingPunct="1">
                        <a:buNone/>
                      </a:pP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RunnerTest.cpp</a:t>
                      </a:r>
                      <a:b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Runner Test“, "</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Runner </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Timeout</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2700" marR="12700" marT="12700" marB="12700" anchor="ctr"/>
                </a:tc>
                <a:extLst>
                  <a:ext uri="{0D108BD9-81ED-4DB2-BD59-A6C34878D82A}">
                    <a16:rowId xmlns:a16="http://schemas.microsoft.com/office/drawing/2014/main" val="1138243158"/>
                  </a:ext>
                </a:extLst>
              </a:tr>
              <a:tr h="872671">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S2</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Config mapping</a:t>
                      </a:r>
                    </a:p>
                  </a:txBody>
                  <a:tcPr anchor="ctr"/>
                </a:tc>
                <a:tc>
                  <a:txBody>
                    <a:bodyPr/>
                    <a:lstStyle/>
                    <a:p>
                      <a:pPr marL="0" algn="l" defTabSz="914400" rtl="0" eaLnBrk="1" latinLnBrk="0" hangingPunct="1"/>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PropertyMapperTest.cpp</a:t>
                      </a:r>
                      <a:b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All</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TEST_CASES (</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one</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per property type)</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extLst>
                  <a:ext uri="{0D108BD9-81ED-4DB2-BD59-A6C34878D82A}">
                    <a16:rowId xmlns:a16="http://schemas.microsoft.com/office/drawing/2014/main" val="1488196117"/>
                  </a:ext>
                </a:extLst>
              </a:tr>
              <a:tr h="801914">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S3</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Multi-component runner</a:t>
                      </a:r>
                    </a:p>
                  </a:txBody>
                  <a:tcPr anchor="ctr"/>
                </a:tc>
                <a:tc>
                  <a:txBody>
                    <a:bodyPr/>
                    <a:lstStyle/>
                    <a:p>
                      <a:pPr marL="0" algn="l" defTabSz="914400" rtl="0" eaLnBrk="1" latinLnBrk="0" hangingPunct="1"/>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RunnerTest.cpp  </a:t>
                      </a:r>
                      <a:r>
                        <a:rPr lang="nl-NL" sz="1400" b="1"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and</a:t>
                      </a:r>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IPCTest.cpp</a:t>
                      </a:r>
                      <a:b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Runner Test", "IPC Test 1"</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extLst>
                  <a:ext uri="{0D108BD9-81ED-4DB2-BD59-A6C34878D82A}">
                    <a16:rowId xmlns:a16="http://schemas.microsoft.com/office/drawing/2014/main" val="1452621448"/>
                  </a:ext>
                </a:extLst>
              </a:tr>
              <a:tr h="801914">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S4</a:t>
                      </a: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Constructed</a:t>
                      </a: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Publish/subscribe dual-gap fault path</a:t>
                      </a:r>
                    </a:p>
                  </a:txBody>
                  <a:tcPr anchor="ctr"/>
                </a:tc>
                <a:tc>
                  <a:txBody>
                    <a:bodyPr/>
                    <a:lstStyle/>
                    <a:p>
                      <a:pPr marL="0" algn="l" defTabSz="914400" rtl="0" eaLnBrk="1" latinLnBrk="0" hangingPunct="1"/>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StageEventBridgeTest.cpp</a:t>
                      </a:r>
                      <a:b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"Stage Event Bridge Pub-Sub Routing"</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extLst>
                  <a:ext uri="{0D108BD9-81ED-4DB2-BD59-A6C34878D82A}">
                    <a16:rowId xmlns:a16="http://schemas.microsoft.com/office/drawing/2014/main" val="729570164"/>
                  </a:ext>
                </a:extLst>
              </a:tr>
            </a:tbl>
          </a:graphicData>
        </a:graphic>
      </p:graphicFrame>
    </p:spTree>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D3F8F970-CA33-DCA4-E937-E4720988CCF9}"/>
              </a:ext>
            </a:extLst>
          </p:cNvPr>
          <p:cNvPicPr>
            <a:picLocks noGrp="1" noChangeAspect="1"/>
          </p:cNvPicPr>
          <p:nvPr>
            <p:ph sz="quarter" idx="11"/>
          </p:nvPr>
        </p:nvPicPr>
        <p:blipFill>
          <a:blip r:embed="rId2"/>
          <a:stretch>
            <a:fillRect/>
          </a:stretch>
        </p:blipFill>
        <p:spPr>
          <a:xfrm>
            <a:off x="6308726" y="2334030"/>
            <a:ext cx="5305821" cy="2695169"/>
          </a:xfrm>
          <a:prstGeom prst="rect">
            <a:avLst/>
          </a:prstGeom>
        </p:spPr>
      </p:pic>
      <p:pic>
        <p:nvPicPr>
          <p:cNvPr id="8" name="Content Placeholder 7">
            <a:extLst>
              <a:ext uri="{FF2B5EF4-FFF2-40B4-BE49-F238E27FC236}">
                <a16:creationId xmlns:a16="http://schemas.microsoft.com/office/drawing/2014/main" id="{AB6993C9-EF92-9AE2-6550-5168BD9C0BA2}"/>
              </a:ext>
            </a:extLst>
          </p:cNvPr>
          <p:cNvPicPr>
            <a:picLocks noGrp="1" noChangeAspect="1"/>
          </p:cNvPicPr>
          <p:nvPr>
            <p:ph sz="quarter" idx="10"/>
          </p:nvPr>
        </p:nvPicPr>
        <p:blipFill>
          <a:blip r:embed="rId3"/>
          <a:stretch>
            <a:fillRect/>
          </a:stretch>
        </p:blipFill>
        <p:spPr>
          <a:xfrm>
            <a:off x="428158" y="2334031"/>
            <a:ext cx="5667842" cy="3590520"/>
          </a:xfrm>
          <a:prstGeom prst="rect">
            <a:avLst/>
          </a:prstGeom>
        </p:spPr>
      </p:pic>
      <p:pic>
        <p:nvPicPr>
          <p:cNvPr id="16" name="Picture 15">
            <a:extLst>
              <a:ext uri="{FF2B5EF4-FFF2-40B4-BE49-F238E27FC236}">
                <a16:creationId xmlns:a16="http://schemas.microsoft.com/office/drawing/2014/main" id="{9CD4E56B-6AFC-F01A-AA48-D5406A1505A7}"/>
              </a:ext>
            </a:extLst>
          </p:cNvPr>
          <p:cNvPicPr>
            <a:picLocks noChangeAspect="1"/>
          </p:cNvPicPr>
          <p:nvPr/>
        </p:nvPicPr>
        <p:blipFill>
          <a:blip r:embed="rId4"/>
          <a:stretch>
            <a:fillRect/>
          </a:stretch>
        </p:blipFill>
        <p:spPr>
          <a:xfrm>
            <a:off x="5712858" y="2387936"/>
            <a:ext cx="5973235" cy="3069889"/>
          </a:xfrm>
          <a:prstGeom prst="rect">
            <a:avLst/>
          </a:prstGeom>
        </p:spPr>
      </p:pic>
      <p:pic>
        <p:nvPicPr>
          <p:cNvPr id="14" name="Picture 13">
            <a:extLst>
              <a:ext uri="{FF2B5EF4-FFF2-40B4-BE49-F238E27FC236}">
                <a16:creationId xmlns:a16="http://schemas.microsoft.com/office/drawing/2014/main" id="{819CB94B-7A11-9D9B-B145-F3F0C72E2E1B}"/>
              </a:ext>
            </a:extLst>
          </p:cNvPr>
          <p:cNvPicPr>
            <a:picLocks noChangeAspect="1"/>
          </p:cNvPicPr>
          <p:nvPr/>
        </p:nvPicPr>
        <p:blipFill>
          <a:blip r:embed="rId5"/>
          <a:stretch>
            <a:fillRect/>
          </a:stretch>
        </p:blipFill>
        <p:spPr>
          <a:xfrm>
            <a:off x="505908" y="2334031"/>
            <a:ext cx="5102692" cy="3651541"/>
          </a:xfrm>
          <a:prstGeom prst="rect">
            <a:avLst/>
          </a:prstGeom>
        </p:spPr>
      </p:pic>
      <p:sp>
        <p:nvSpPr>
          <p:cNvPr id="2" name="Title 1">
            <a:extLst>
              <a:ext uri="{FF2B5EF4-FFF2-40B4-BE49-F238E27FC236}">
                <a16:creationId xmlns:a16="http://schemas.microsoft.com/office/drawing/2014/main" id="{AEADC854-5E2F-BDB8-FF94-963110FBE4C7}"/>
              </a:ext>
            </a:extLst>
          </p:cNvPr>
          <p:cNvSpPr>
            <a:spLocks noGrp="1"/>
          </p:cNvSpPr>
          <p:nvPr>
            <p:ph type="title"/>
          </p:nvPr>
        </p:nvSpPr>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Reference Diagrams - Ground Truths</a:t>
            </a:r>
          </a:p>
        </p:txBody>
      </p:sp>
      <p:sp>
        <p:nvSpPr>
          <p:cNvPr id="11" name="TextBox 10">
            <a:extLst>
              <a:ext uri="{FF2B5EF4-FFF2-40B4-BE49-F238E27FC236}">
                <a16:creationId xmlns:a16="http://schemas.microsoft.com/office/drawing/2014/main" id="{5074E685-A21D-79BB-D884-FB494599D09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10</a:t>
            </a:r>
          </a:p>
        </p:txBody>
      </p:sp>
      <p:sp>
        <p:nvSpPr>
          <p:cNvPr id="12" name="TextBox 11">
            <a:extLst>
              <a:ext uri="{FF2B5EF4-FFF2-40B4-BE49-F238E27FC236}">
                <a16:creationId xmlns:a16="http://schemas.microsoft.com/office/drawing/2014/main" id="{BFD5DEAC-2CCE-8107-E8A1-3F655334B65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86018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EA4BD-C045-D678-F555-4BD7EA8E12F4}"/>
              </a:ext>
            </a:extLst>
          </p:cNvPr>
          <p:cNvSpPr>
            <a:spLocks noGrp="1"/>
          </p:cNvSpPr>
          <p:nvPr>
            <p:ph type="title"/>
          </p:nvPr>
        </p:nvSpPr>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Ground Truth Explanation</a:t>
            </a:r>
          </a:p>
        </p:txBody>
      </p:sp>
      <p:pic>
        <p:nvPicPr>
          <p:cNvPr id="8" name="Content Placeholder 7">
            <a:extLst>
              <a:ext uri="{FF2B5EF4-FFF2-40B4-BE49-F238E27FC236}">
                <a16:creationId xmlns:a16="http://schemas.microsoft.com/office/drawing/2014/main" id="{07DEE5D7-2F88-B852-FB2A-3175B8EF5E50}"/>
              </a:ext>
            </a:extLst>
          </p:cNvPr>
          <p:cNvPicPr>
            <a:picLocks noGrp="1" noChangeAspect="1"/>
          </p:cNvPicPr>
          <p:nvPr>
            <p:ph sz="quarter" idx="10"/>
          </p:nvPr>
        </p:nvPicPr>
        <p:blipFill>
          <a:blip r:embed="rId2"/>
          <a:stretch>
            <a:fillRect/>
          </a:stretch>
        </p:blipFill>
        <p:spPr>
          <a:xfrm>
            <a:off x="428625" y="2124073"/>
            <a:ext cx="6160095" cy="3902357"/>
          </a:xfrm>
          <a:prstGeom prst="rect">
            <a:avLst/>
          </a:prstGeom>
        </p:spPr>
      </p:pic>
      <p:sp>
        <p:nvSpPr>
          <p:cNvPr id="9" name="TextBox 8">
            <a:extLst>
              <a:ext uri="{FF2B5EF4-FFF2-40B4-BE49-F238E27FC236}">
                <a16:creationId xmlns:a16="http://schemas.microsoft.com/office/drawing/2014/main" id="{5D323234-7F1E-72FC-26CB-1022A39C37E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11</a:t>
            </a:r>
          </a:p>
        </p:txBody>
      </p:sp>
      <p:sp>
        <p:nvSpPr>
          <p:cNvPr id="10" name="TextBox 9">
            <a:extLst>
              <a:ext uri="{FF2B5EF4-FFF2-40B4-BE49-F238E27FC236}">
                <a16:creationId xmlns:a16="http://schemas.microsoft.com/office/drawing/2014/main" id="{E186F6DE-281F-2DD9-610A-54263FD28D24}"/>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6" name="Picture 15">
            <a:extLst>
              <a:ext uri="{FF2B5EF4-FFF2-40B4-BE49-F238E27FC236}">
                <a16:creationId xmlns:a16="http://schemas.microsoft.com/office/drawing/2014/main" id="{43CFF186-DD5B-59EB-CDBB-02E7DAD8AFC0}"/>
              </a:ext>
            </a:extLst>
          </p:cNvPr>
          <p:cNvPicPr>
            <a:picLocks noChangeAspect="1"/>
          </p:cNvPicPr>
          <p:nvPr/>
        </p:nvPicPr>
        <p:blipFill>
          <a:blip r:embed="rId3"/>
          <a:stretch>
            <a:fillRect/>
          </a:stretch>
        </p:blipFill>
        <p:spPr>
          <a:xfrm>
            <a:off x="6651035" y="1779304"/>
            <a:ext cx="4888864" cy="4247127"/>
          </a:xfrm>
          <a:prstGeom prst="rect">
            <a:avLst/>
          </a:prstGeom>
        </p:spPr>
      </p:pic>
      <p:pic>
        <p:nvPicPr>
          <p:cNvPr id="18" name="Picture 17">
            <a:extLst>
              <a:ext uri="{FF2B5EF4-FFF2-40B4-BE49-F238E27FC236}">
                <a16:creationId xmlns:a16="http://schemas.microsoft.com/office/drawing/2014/main" id="{9289B3CA-FD2E-1AAF-9DDB-FBCD6B6BD907}"/>
              </a:ext>
            </a:extLst>
          </p:cNvPr>
          <p:cNvPicPr>
            <a:picLocks noChangeAspect="1"/>
          </p:cNvPicPr>
          <p:nvPr/>
        </p:nvPicPr>
        <p:blipFill>
          <a:blip r:embed="rId4"/>
          <a:stretch>
            <a:fillRect/>
          </a:stretch>
        </p:blipFill>
        <p:spPr>
          <a:xfrm>
            <a:off x="7231678" y="1693419"/>
            <a:ext cx="3649757" cy="4679468"/>
          </a:xfrm>
          <a:prstGeom prst="rect">
            <a:avLst/>
          </a:prstGeom>
        </p:spPr>
      </p:pic>
      <p:pic>
        <p:nvPicPr>
          <p:cNvPr id="22" name="Picture 21">
            <a:extLst>
              <a:ext uri="{FF2B5EF4-FFF2-40B4-BE49-F238E27FC236}">
                <a16:creationId xmlns:a16="http://schemas.microsoft.com/office/drawing/2014/main" id="{247C21D5-4C8F-F05C-56D3-AF649F62EB45}"/>
              </a:ext>
            </a:extLst>
          </p:cNvPr>
          <p:cNvPicPr>
            <a:picLocks noChangeAspect="1"/>
          </p:cNvPicPr>
          <p:nvPr/>
        </p:nvPicPr>
        <p:blipFill>
          <a:blip r:embed="rId5"/>
          <a:stretch>
            <a:fillRect/>
          </a:stretch>
        </p:blipFill>
        <p:spPr>
          <a:xfrm>
            <a:off x="6651035" y="1922715"/>
            <a:ext cx="5007565" cy="3866780"/>
          </a:xfrm>
          <a:prstGeom prst="rect">
            <a:avLst/>
          </a:prstGeom>
        </p:spPr>
      </p:pic>
    </p:spTree>
    <p:extLst>
      <p:ext uri="{BB962C8B-B14F-4D97-AF65-F5344CB8AC3E}">
        <p14:creationId xmlns:p14="http://schemas.microsoft.com/office/powerpoint/2010/main" val="1776051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503F-C8C7-1E25-4E1F-9A0CBEAF0E0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A558886-49C0-70C3-CFE9-C9529F2E70A5}"/>
              </a:ext>
            </a:extLst>
          </p:cNvPr>
          <p:cNvSpPr>
            <a:spLocks noGrp="1"/>
          </p:cNvSpPr>
          <p:nvPr>
            <p:ph type="title"/>
          </p:nvPr>
        </p:nvSpPr>
        <p:spPr>
          <a:xfrm>
            <a:off x="451766" y="371623"/>
            <a:ext cx="9762309" cy="1027524"/>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Methodology </a:t>
            </a:r>
            <a:r>
              <a:rPr lang="en-GB" sz="4400" dirty="0">
                <a:latin typeface="Sans Serif Collection" panose="020B0502040504020204" pitchFamily="34" charset="0"/>
                <a:ea typeface="Sans Serif Collection" panose="020B0502040504020204" pitchFamily="34" charset="0"/>
                <a:cs typeface="Sans Serif Collection" panose="020B0502040504020204" pitchFamily="34" charset="0"/>
              </a:rPr>
              <a:t>- The Hybrid Pipeline </a:t>
            </a:r>
          </a:p>
        </p:txBody>
      </p:sp>
      <p:sp>
        <p:nvSpPr>
          <p:cNvPr id="22" name="TextBox 21">
            <a:extLst>
              <a:ext uri="{FF2B5EF4-FFF2-40B4-BE49-F238E27FC236}">
                <a16:creationId xmlns:a16="http://schemas.microsoft.com/office/drawing/2014/main" id="{5BA40749-1B04-F722-0888-E58432F7203F}"/>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23" name="TextBox 22">
            <a:extLst>
              <a:ext uri="{FF2B5EF4-FFF2-40B4-BE49-F238E27FC236}">
                <a16:creationId xmlns:a16="http://schemas.microsoft.com/office/drawing/2014/main" id="{0D36927F-FBEE-328A-A0AA-07B02387571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4" name="Picture 3">
            <a:extLst>
              <a:ext uri="{FF2B5EF4-FFF2-40B4-BE49-F238E27FC236}">
                <a16:creationId xmlns:a16="http://schemas.microsoft.com/office/drawing/2014/main" id="{65F5E983-9441-D426-451B-AB38E699A75E}"/>
              </a:ext>
            </a:extLst>
          </p:cNvPr>
          <p:cNvPicPr>
            <a:picLocks noChangeAspect="1"/>
          </p:cNvPicPr>
          <p:nvPr/>
        </p:nvPicPr>
        <p:blipFill>
          <a:blip r:embed="rId3"/>
          <a:stretch>
            <a:fillRect/>
          </a:stretch>
        </p:blipFill>
        <p:spPr>
          <a:xfrm>
            <a:off x="4207337" y="1534813"/>
            <a:ext cx="3176874" cy="4871451"/>
          </a:xfrm>
          <a:prstGeom prst="rect">
            <a:avLst/>
          </a:prstGeom>
        </p:spPr>
      </p:pic>
      <p:sp>
        <p:nvSpPr>
          <p:cNvPr id="7" name="TextBox 6">
            <a:extLst>
              <a:ext uri="{FF2B5EF4-FFF2-40B4-BE49-F238E27FC236}">
                <a16:creationId xmlns:a16="http://schemas.microsoft.com/office/drawing/2014/main" id="{E26F0AF1-8CBB-ED76-62FC-E0EC6769F5DD}"/>
              </a:ext>
            </a:extLst>
          </p:cNvPr>
          <p:cNvSpPr txBox="1"/>
          <p:nvPr/>
        </p:nvSpPr>
        <p:spPr>
          <a:xfrm>
            <a:off x="4408098" y="1423358"/>
            <a:ext cx="2605177" cy="1742536"/>
          </a:xfrm>
          <a:prstGeom prst="rect">
            <a:avLst/>
          </a:prstGeom>
          <a:noFill/>
          <a:ln>
            <a:solidFill>
              <a:schemeClr val="tx1"/>
            </a:solidFill>
          </a:ln>
        </p:spPr>
        <p:txBody>
          <a:bodyPr wrap="square" rtlCol="0">
            <a:spAutoFit/>
          </a:bodyPr>
          <a:lstStyle/>
          <a:p>
            <a:endParaRPr lang="en-GB" dirty="0"/>
          </a:p>
        </p:txBody>
      </p:sp>
      <p:sp>
        <p:nvSpPr>
          <p:cNvPr id="9" name="TextBox 8">
            <a:extLst>
              <a:ext uri="{FF2B5EF4-FFF2-40B4-BE49-F238E27FC236}">
                <a16:creationId xmlns:a16="http://schemas.microsoft.com/office/drawing/2014/main" id="{4D8135B1-50C8-CE83-14D2-B628D87EE0F8}"/>
              </a:ext>
            </a:extLst>
          </p:cNvPr>
          <p:cNvSpPr txBox="1"/>
          <p:nvPr/>
        </p:nvSpPr>
        <p:spPr>
          <a:xfrm>
            <a:off x="7013275" y="1796355"/>
            <a:ext cx="2855269"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Stage1 : Static Extraction</a:t>
            </a:r>
          </a:p>
        </p:txBody>
      </p:sp>
      <p:sp>
        <p:nvSpPr>
          <p:cNvPr id="12" name="TextBox 11">
            <a:extLst>
              <a:ext uri="{FF2B5EF4-FFF2-40B4-BE49-F238E27FC236}">
                <a16:creationId xmlns:a16="http://schemas.microsoft.com/office/drawing/2014/main" id="{7992B5E1-F6E6-4206-BAD8-27D647EDDCCF}"/>
              </a:ext>
            </a:extLst>
          </p:cNvPr>
          <p:cNvSpPr txBox="1"/>
          <p:nvPr/>
        </p:nvSpPr>
        <p:spPr>
          <a:xfrm>
            <a:off x="7554001" y="3647372"/>
            <a:ext cx="3460709" cy="646331"/>
          </a:xfrm>
          <a:prstGeom prst="rect">
            <a:avLst/>
          </a:prstGeom>
          <a:noFill/>
        </p:spPr>
        <p:txBody>
          <a:bodyPr wrap="squar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Stage2 : Scenario-specific Code Graph Query</a:t>
            </a:r>
          </a:p>
        </p:txBody>
      </p:sp>
      <p:sp>
        <p:nvSpPr>
          <p:cNvPr id="20" name="TextBox 19">
            <a:extLst>
              <a:ext uri="{FF2B5EF4-FFF2-40B4-BE49-F238E27FC236}">
                <a16:creationId xmlns:a16="http://schemas.microsoft.com/office/drawing/2014/main" id="{1791A8BB-B7E5-DE11-405A-C499CD46CD29}"/>
              </a:ext>
            </a:extLst>
          </p:cNvPr>
          <p:cNvSpPr txBox="1"/>
          <p:nvPr/>
        </p:nvSpPr>
        <p:spPr>
          <a:xfrm>
            <a:off x="2170052" y="4292158"/>
            <a:ext cx="1978734" cy="646331"/>
          </a:xfrm>
          <a:prstGeom prst="rect">
            <a:avLst/>
          </a:prstGeom>
          <a:noFill/>
        </p:spPr>
        <p:txBody>
          <a:bodyPr wrap="squar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Stage4 : Guided instrumentation</a:t>
            </a:r>
          </a:p>
        </p:txBody>
      </p:sp>
      <p:sp>
        <p:nvSpPr>
          <p:cNvPr id="21" name="TextBox 20">
            <a:extLst>
              <a:ext uri="{FF2B5EF4-FFF2-40B4-BE49-F238E27FC236}">
                <a16:creationId xmlns:a16="http://schemas.microsoft.com/office/drawing/2014/main" id="{2C3B0403-44B3-4BEB-FBC4-36FEB336F6BD}"/>
              </a:ext>
            </a:extLst>
          </p:cNvPr>
          <p:cNvSpPr txBox="1"/>
          <p:nvPr/>
        </p:nvSpPr>
        <p:spPr>
          <a:xfrm>
            <a:off x="7384211" y="5002957"/>
            <a:ext cx="3243532" cy="369332"/>
          </a:xfrm>
          <a:prstGeom prst="rect">
            <a:avLst/>
          </a:prstGeom>
          <a:noFill/>
        </p:spPr>
        <p:txBody>
          <a:bodyPr wrap="squar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Stage5 : Union and tagging</a:t>
            </a:r>
          </a:p>
        </p:txBody>
      </p:sp>
      <p:sp>
        <p:nvSpPr>
          <p:cNvPr id="24" name="TextBox 23">
            <a:extLst>
              <a:ext uri="{FF2B5EF4-FFF2-40B4-BE49-F238E27FC236}">
                <a16:creationId xmlns:a16="http://schemas.microsoft.com/office/drawing/2014/main" id="{643218D8-A812-B957-A8E1-CB86D2AB2DB3}"/>
              </a:ext>
            </a:extLst>
          </p:cNvPr>
          <p:cNvSpPr txBox="1"/>
          <p:nvPr/>
        </p:nvSpPr>
        <p:spPr>
          <a:xfrm>
            <a:off x="7384211" y="5704610"/>
            <a:ext cx="3243532" cy="369332"/>
          </a:xfrm>
          <a:prstGeom prst="rect">
            <a:avLst/>
          </a:prstGeom>
          <a:noFill/>
        </p:spPr>
        <p:txBody>
          <a:bodyPr wrap="squar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Stage6 : Agent Synthesis</a:t>
            </a:r>
          </a:p>
        </p:txBody>
      </p:sp>
      <p:sp>
        <p:nvSpPr>
          <p:cNvPr id="25" name="Freeform: Shape 24">
            <a:extLst>
              <a:ext uri="{FF2B5EF4-FFF2-40B4-BE49-F238E27FC236}">
                <a16:creationId xmlns:a16="http://schemas.microsoft.com/office/drawing/2014/main" id="{9FA3E305-BDD6-0BA0-4D2F-050A9588074D}"/>
              </a:ext>
            </a:extLst>
          </p:cNvPr>
          <p:cNvSpPr/>
          <p:nvPr/>
        </p:nvSpPr>
        <p:spPr>
          <a:xfrm>
            <a:off x="4202680" y="3307635"/>
            <a:ext cx="3243532" cy="1113727"/>
          </a:xfrm>
          <a:custGeom>
            <a:avLst/>
            <a:gdLst>
              <a:gd name="csX0" fmla="*/ 0 w 2915729"/>
              <a:gd name="csY0" fmla="*/ 0 h 1259457"/>
              <a:gd name="csX1" fmla="*/ 8627 w 2915729"/>
              <a:gd name="csY1" fmla="*/ 552091 h 1259457"/>
              <a:gd name="csX2" fmla="*/ 1492370 w 2915729"/>
              <a:gd name="csY2" fmla="*/ 552091 h 1259457"/>
              <a:gd name="csX3" fmla="*/ 1492370 w 2915729"/>
              <a:gd name="csY3" fmla="*/ 1259457 h 1259457"/>
              <a:gd name="csX4" fmla="*/ 2907102 w 2915729"/>
              <a:gd name="csY4" fmla="*/ 1259457 h 1259457"/>
              <a:gd name="csX5" fmla="*/ 2915729 w 2915729"/>
              <a:gd name="csY5" fmla="*/ 8627 h 1259457"/>
              <a:gd name="csX6" fmla="*/ 0 w 2915729"/>
              <a:gd name="csY6" fmla="*/ 0 h 125945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15729" h="1259457">
                <a:moveTo>
                  <a:pt x="0" y="0"/>
                </a:moveTo>
                <a:lnTo>
                  <a:pt x="8627" y="552091"/>
                </a:lnTo>
                <a:lnTo>
                  <a:pt x="1492370" y="552091"/>
                </a:lnTo>
                <a:lnTo>
                  <a:pt x="1492370" y="1259457"/>
                </a:lnTo>
                <a:lnTo>
                  <a:pt x="2907102" y="1259457"/>
                </a:lnTo>
                <a:cubicBezTo>
                  <a:pt x="2909978" y="842514"/>
                  <a:pt x="2912853" y="425570"/>
                  <a:pt x="2915729" y="8627"/>
                </a:cubicBezTo>
                <a:lnTo>
                  <a:pt x="0" y="0"/>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55614C7D-D3E1-3FDE-3E0C-4FDAB7B92309}"/>
              </a:ext>
            </a:extLst>
          </p:cNvPr>
          <p:cNvSpPr txBox="1"/>
          <p:nvPr/>
        </p:nvSpPr>
        <p:spPr>
          <a:xfrm>
            <a:off x="1559028" y="3335049"/>
            <a:ext cx="2435002" cy="646331"/>
          </a:xfrm>
          <a:prstGeom prst="rect">
            <a:avLst/>
          </a:prstGeom>
          <a:noFill/>
        </p:spPr>
        <p:txBody>
          <a:bodyPr wrap="squar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Stage3 : Global Code Graph Query</a:t>
            </a:r>
          </a:p>
        </p:txBody>
      </p:sp>
    </p:spTree>
    <p:extLst>
      <p:ext uri="{BB962C8B-B14F-4D97-AF65-F5344CB8AC3E}">
        <p14:creationId xmlns:p14="http://schemas.microsoft.com/office/powerpoint/2010/main" val="4026734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415"/>
            <a:ext cx="10331450" cy="1531525"/>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1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Static Extraction: C++ → Property Graph</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a:solidFill>
                  <a:srgbClr val="FFFFFF"/>
                </a:solidFill>
                <a:latin typeface="Calibri"/>
              </a:rPr>
              <a:t>STAGE 1 / 6</a:t>
            </a:r>
          </a:p>
        </p:txBody>
      </p:sp>
      <p:sp>
        <p:nvSpPr>
          <p:cNvPr id="8" name="TextBox 7"/>
          <p:cNvSpPr txBox="1"/>
          <p:nvPr/>
        </p:nvSpPr>
        <p:spPr>
          <a:xfrm>
            <a:off x="457200" y="2331720"/>
            <a:ext cx="11247120" cy="467820"/>
          </a:xfrm>
          <a:prstGeom prst="rect">
            <a:avLst/>
          </a:prstGeom>
          <a:noFill/>
        </p:spPr>
        <p:txBody>
          <a:bodyPr wrap="square" lIns="45720" tIns="18288" rIns="45720" bIns="18288" anchor="t">
            <a:spAutoFit/>
          </a:bodyPr>
          <a:lstStyle/>
          <a:p>
            <a:pPr algn="l"/>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Renaissance</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tool</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parses the whole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codebase</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into a Neo4j property graph: one node per declaration, definition, header, source file and folder</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O</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ne edge per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CppContains</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CppUses</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Include / Source /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ParentFolder</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relationship.</a:t>
            </a:r>
          </a:p>
        </p:txBody>
      </p:sp>
      <p:sp>
        <p:nvSpPr>
          <p:cNvPr id="9" name="Rounded Rectangle 8"/>
          <p:cNvSpPr/>
          <p:nvPr/>
        </p:nvSpPr>
        <p:spPr>
          <a:xfrm>
            <a:off x="1145309" y="3592116"/>
            <a:ext cx="1923924" cy="777240"/>
          </a:xfrm>
          <a:prstGeom prst="roundRect">
            <a:avLst>
              <a:gd name="adj" fmla="val 4000"/>
            </a:avLst>
          </a:prstGeom>
          <a:solidFill>
            <a:srgbClr val="E4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28188" y="3683556"/>
            <a:ext cx="1741045" cy="606320"/>
          </a:xfrm>
          <a:prstGeom prst="rect">
            <a:avLst/>
          </a:prstGeom>
          <a:noFill/>
        </p:spPr>
        <p:txBody>
          <a:bodyPr wrap="square" lIns="45720" tIns="18288" rIns="45720" bIns="18288" anchor="t">
            <a:spAutoFit/>
          </a:bodyPr>
          <a:lstStyle/>
          <a:p>
            <a:pPr algn="l"/>
            <a:r>
              <a:rPr sz="2600" b="1" i="0" dirty="0">
                <a:solidFill>
                  <a:srgbClr val="55736D"/>
                </a:solidFill>
                <a:latin typeface="Calibri"/>
              </a:rPr>
              <a:t>67,104</a:t>
            </a:r>
          </a:p>
          <a:p>
            <a:pPr algn="l"/>
            <a:r>
              <a:rPr sz="1100" b="0" i="0" dirty="0">
                <a:solidFill>
                  <a:srgbClr val="5A636E"/>
                </a:solidFill>
                <a:latin typeface="Calibri"/>
              </a:rPr>
              <a:t>nodes in the </a:t>
            </a:r>
            <a:r>
              <a:rPr lang="nl-NL" sz="1100" b="0" i="0" dirty="0">
                <a:solidFill>
                  <a:srgbClr val="5A636E"/>
                </a:solidFill>
                <a:latin typeface="Calibri"/>
              </a:rPr>
              <a:t>property</a:t>
            </a:r>
            <a:r>
              <a:rPr sz="1100" b="0" i="0" dirty="0">
                <a:solidFill>
                  <a:srgbClr val="5A636E"/>
                </a:solidFill>
                <a:latin typeface="Calibri"/>
              </a:rPr>
              <a:t> graph</a:t>
            </a:r>
          </a:p>
        </p:txBody>
      </p:sp>
      <p:sp>
        <p:nvSpPr>
          <p:cNvPr id="11" name="Rounded Rectangle 10"/>
          <p:cNvSpPr/>
          <p:nvPr/>
        </p:nvSpPr>
        <p:spPr>
          <a:xfrm>
            <a:off x="4184073" y="3012948"/>
            <a:ext cx="6862618" cy="192024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21233" y="3104388"/>
            <a:ext cx="7772400" cy="1737360"/>
          </a:xfrm>
          <a:prstGeom prst="rect">
            <a:avLst/>
          </a:prstGeom>
          <a:noFill/>
        </p:spPr>
        <p:txBody>
          <a:bodyPr wrap="square">
            <a:spAutoFit/>
          </a:bodyPr>
          <a:lstStyle/>
          <a:p>
            <a:pPr>
              <a:spcAft>
                <a:spcPts val="100"/>
              </a:spcAft>
            </a:pPr>
            <a:r>
              <a:rPr sz="1100" dirty="0">
                <a:solidFill>
                  <a:srgbClr val="ECE8DD"/>
                </a:solidFill>
                <a:latin typeface="Consolas"/>
              </a:rPr>
              <a:t>type=</a:t>
            </a:r>
            <a:r>
              <a:rPr sz="1100" dirty="0" err="1">
                <a:solidFill>
                  <a:srgbClr val="ECE8DD"/>
                </a:solidFill>
                <a:latin typeface="Consolas"/>
              </a:rPr>
              <a:t>CppCalls</a:t>
            </a:r>
            <a:endParaRPr sz="1100" dirty="0">
              <a:solidFill>
                <a:srgbClr val="ECE8DD"/>
              </a:solidFill>
              <a:latin typeface="Consolas"/>
            </a:endParaRPr>
          </a:p>
          <a:p>
            <a:pPr>
              <a:spcAft>
                <a:spcPts val="100"/>
              </a:spcAft>
            </a:pPr>
            <a:r>
              <a:rPr sz="1100" dirty="0">
                <a:solidFill>
                  <a:srgbClr val="ECE8DD"/>
                </a:solidFill>
                <a:latin typeface="Consolas"/>
              </a:rPr>
              <a:t>source=</a:t>
            </a:r>
            <a:r>
              <a:rPr sz="1100" dirty="0" err="1">
                <a:solidFill>
                  <a:srgbClr val="ECE8DD"/>
                </a:solidFill>
                <a:latin typeface="Consolas"/>
              </a:rPr>
              <a:t>cpp_funcdef</a:t>
            </a:r>
            <a:r>
              <a:rPr sz="1100" dirty="0">
                <a:solidFill>
                  <a:srgbClr val="ECE8DD"/>
                </a:solidFill>
                <a:latin typeface="Consolas"/>
              </a:rPr>
              <a:t>//</a:t>
            </a:r>
            <a:r>
              <a:rPr sz="1100" dirty="0" err="1">
                <a:solidFill>
                  <a:srgbClr val="ECE8DD"/>
                </a:solidFill>
                <a:latin typeface="Consolas"/>
              </a:rPr>
              <a:t>src</a:t>
            </a:r>
            <a:r>
              <a:rPr sz="1100" dirty="0">
                <a:solidFill>
                  <a:srgbClr val="ECE8DD"/>
                </a:solidFill>
                <a:latin typeface="Consolas"/>
              </a:rPr>
              <a:t>/Synchronization/SynchronizedRunner.cpp/</a:t>
            </a:r>
          </a:p>
          <a:p>
            <a:pPr>
              <a:spcAft>
                <a:spcPts val="100"/>
              </a:spcAft>
            </a:pPr>
            <a:r>
              <a:rPr sz="1100" dirty="0">
                <a:solidFill>
                  <a:srgbClr val="ECE8DD"/>
                </a:solidFill>
                <a:latin typeface="Consolas"/>
              </a:rPr>
              <a:t>        </a:t>
            </a:r>
            <a:r>
              <a:rPr sz="1100" dirty="0" err="1">
                <a:solidFill>
                  <a:srgbClr val="ECE8DD"/>
                </a:solidFill>
                <a:latin typeface="Consolas"/>
              </a:rPr>
              <a:t>SynchronizedRunner.runSynchronized</a:t>
            </a:r>
            <a:endParaRPr sz="1100" dirty="0">
              <a:solidFill>
                <a:srgbClr val="ECE8DD"/>
              </a:solidFill>
              <a:latin typeface="Consolas"/>
            </a:endParaRPr>
          </a:p>
          <a:p>
            <a:pPr>
              <a:spcAft>
                <a:spcPts val="100"/>
              </a:spcAft>
            </a:pPr>
            <a:r>
              <a:rPr sz="1100" b="1" dirty="0">
                <a:solidFill>
                  <a:srgbClr val="E0B96F"/>
                </a:solidFill>
                <a:latin typeface="Consolas"/>
              </a:rPr>
              <a:t>target=</a:t>
            </a:r>
            <a:r>
              <a:rPr sz="1100" b="1" dirty="0" err="1">
                <a:solidFill>
                  <a:srgbClr val="E0B96F"/>
                </a:solidFill>
                <a:latin typeface="Consolas"/>
              </a:rPr>
              <a:t>cpp_funcdec</a:t>
            </a:r>
            <a:r>
              <a:rPr sz="1100" b="1" dirty="0">
                <a:solidFill>
                  <a:srgbClr val="E0B96F"/>
                </a:solidFill>
                <a:latin typeface="Consolas"/>
              </a:rPr>
              <a:t>//include/</a:t>
            </a:r>
            <a:r>
              <a:rPr sz="1100" b="1" dirty="0" err="1">
                <a:solidFill>
                  <a:srgbClr val="E0B96F"/>
                </a:solidFill>
                <a:latin typeface="Consolas"/>
              </a:rPr>
              <a:t>cpsCore</a:t>
            </a:r>
            <a:r>
              <a:rPr sz="1100" b="1" dirty="0">
                <a:solidFill>
                  <a:srgbClr val="E0B96F"/>
                </a:solidFill>
                <a:latin typeface="Consolas"/>
              </a:rPr>
              <a:t>/Logging/</a:t>
            </a:r>
            <a:r>
              <a:rPr sz="1100" b="1" dirty="0" err="1">
                <a:solidFill>
                  <a:srgbClr val="E0B96F"/>
                </a:solidFill>
                <a:latin typeface="Consolas"/>
              </a:rPr>
              <a:t>CPSLogger.h</a:t>
            </a:r>
            <a:r>
              <a:rPr sz="1100" b="1" dirty="0">
                <a:solidFill>
                  <a:srgbClr val="E0B96F"/>
                </a:solidFill>
                <a:latin typeface="Consolas"/>
              </a:rPr>
              <a:t>/</a:t>
            </a:r>
            <a:r>
              <a:rPr sz="1100" b="1" dirty="0" err="1">
                <a:solidFill>
                  <a:srgbClr val="E0B96F"/>
                </a:solidFill>
                <a:latin typeface="Consolas"/>
              </a:rPr>
              <a:t>CPSLogger.instance</a:t>
            </a:r>
            <a:endParaRPr sz="1100" b="1" dirty="0">
              <a:solidFill>
                <a:srgbClr val="E0B96F"/>
              </a:solidFill>
              <a:latin typeface="Consolas"/>
            </a:endParaRPr>
          </a:p>
          <a:p>
            <a:pPr>
              <a:spcAft>
                <a:spcPts val="100"/>
              </a:spcAft>
            </a:pPr>
            <a:endParaRPr sz="1100" b="1" dirty="0">
              <a:solidFill>
                <a:srgbClr val="E0B96F"/>
              </a:solidFill>
              <a:latin typeface="Consolas"/>
            </a:endParaRPr>
          </a:p>
          <a:p>
            <a:pPr>
              <a:spcAft>
                <a:spcPts val="100"/>
              </a:spcAft>
            </a:pPr>
            <a:r>
              <a:rPr sz="1100" dirty="0">
                <a:solidFill>
                  <a:srgbClr val="ECE8DD"/>
                </a:solidFill>
                <a:latin typeface="Consolas"/>
              </a:rPr>
              <a:t># sibling edge, same call site, different target:</a:t>
            </a:r>
          </a:p>
          <a:p>
            <a:pPr>
              <a:spcAft>
                <a:spcPts val="100"/>
              </a:spcAft>
            </a:pPr>
            <a:r>
              <a:rPr sz="1100" dirty="0">
                <a:solidFill>
                  <a:srgbClr val="ECE8DD"/>
                </a:solidFill>
                <a:latin typeface="Consolas"/>
              </a:rPr>
              <a:t>type=</a:t>
            </a:r>
            <a:r>
              <a:rPr sz="1100" dirty="0" err="1">
                <a:solidFill>
                  <a:srgbClr val="ECE8DD"/>
                </a:solidFill>
                <a:latin typeface="Consolas"/>
              </a:rPr>
              <a:t>CppCalls</a:t>
            </a:r>
            <a:r>
              <a:rPr sz="1100" dirty="0">
                <a:solidFill>
                  <a:srgbClr val="ECE8DD"/>
                </a:solidFill>
                <a:latin typeface="Consolas"/>
              </a:rPr>
              <a:t>  ...  target=.../</a:t>
            </a:r>
            <a:r>
              <a:rPr sz="1100" dirty="0" err="1">
                <a:solidFill>
                  <a:srgbClr val="ECE8DD"/>
                </a:solidFill>
                <a:latin typeface="Consolas"/>
              </a:rPr>
              <a:t>CPSLogger.h</a:t>
            </a:r>
            <a:r>
              <a:rPr sz="1100" dirty="0">
                <a:solidFill>
                  <a:srgbClr val="ECE8DD"/>
                </a:solidFill>
                <a:latin typeface="Consolas"/>
              </a:rPr>
              <a:t>/</a:t>
            </a:r>
            <a:r>
              <a:rPr sz="1100" dirty="0" err="1">
                <a:solidFill>
                  <a:srgbClr val="ECE8DD"/>
                </a:solidFill>
                <a:latin typeface="Consolas"/>
              </a:rPr>
              <a:t>CPSLogger.flush</a:t>
            </a:r>
            <a:endParaRPr sz="1100" dirty="0">
              <a:solidFill>
                <a:srgbClr val="ECE8DD"/>
              </a:solidFill>
              <a:latin typeface="Consolas"/>
            </a:endParaRPr>
          </a:p>
        </p:txBody>
      </p:sp>
      <p:sp>
        <p:nvSpPr>
          <p:cNvPr id="13" name="TextBox 12"/>
          <p:cNvSpPr txBox="1"/>
          <p:nvPr/>
        </p:nvSpPr>
        <p:spPr>
          <a:xfrm>
            <a:off x="457200" y="5340096"/>
            <a:ext cx="11247120" cy="637097"/>
          </a:xfrm>
          <a:prstGeom prst="rect">
            <a:avLst/>
          </a:prstGeom>
          <a:noFill/>
        </p:spPr>
        <p:txBody>
          <a:bodyPr wrap="square" lIns="45720" tIns="18288" rIns="45720" bIns="18288" anchor="t">
            <a:spAutoFit/>
          </a:bodyPr>
          <a:lstStyle/>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Our running edge exists as a raw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relationship between two function nodes, with a near-identical sibling edge to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CPSLogger.flush</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both fired from the exact same C++ statement. Nothing scenario-specific has happened yet</a:t>
            </a:r>
            <a:r>
              <a:rPr lang="nl-NL"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endParaRPr lang="nl-NL"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Stage 2 is what carves S1 out of the other 67k nodes.</a:t>
            </a:r>
          </a:p>
        </p:txBody>
      </p:sp>
      <p:sp>
        <p:nvSpPr>
          <p:cNvPr id="14" name="Rounded Rectangle 4">
            <a:extLst>
              <a:ext uri="{FF2B5EF4-FFF2-40B4-BE49-F238E27FC236}">
                <a16:creationId xmlns:a16="http://schemas.microsoft.com/office/drawing/2014/main" id="{A287BC65-1EBD-BC50-1C21-748FCCF28995}"/>
              </a:ext>
            </a:extLst>
          </p:cNvPr>
          <p:cNvSpPr/>
          <p:nvPr/>
        </p:nvSpPr>
        <p:spPr>
          <a:xfrm>
            <a:off x="457200" y="1508760"/>
            <a:ext cx="11274552" cy="612648"/>
          </a:xfrm>
          <a:prstGeom prst="roundRect">
            <a:avLst>
              <a:gd name="adj" fmla="val 4000"/>
            </a:avLst>
          </a:prstGeom>
          <a:solidFill>
            <a:srgbClr val="F7ECDD"/>
          </a:solidFill>
          <a:ln w="12700">
            <a:solidFill>
              <a:srgbClr val="B879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7140F2D6-9AA8-C35C-3936-F5414E2C08B4}"/>
              </a:ext>
            </a:extLst>
          </p:cNvPr>
          <p:cNvSpPr txBox="1"/>
          <p:nvPr/>
        </p:nvSpPr>
        <p:spPr>
          <a:xfrm>
            <a:off x="640080" y="1554480"/>
            <a:ext cx="10972800" cy="274320"/>
          </a:xfrm>
          <a:prstGeom prst="rect">
            <a:avLst/>
          </a:prstGeom>
          <a:noFill/>
        </p:spPr>
        <p:txBody>
          <a:bodyPr wrap="square" lIns="45720" tIns="18288" rIns="45720" bIns="18288" anchor="t">
            <a:spAutoFit/>
          </a:bodyPr>
          <a:lstStyle/>
          <a:p>
            <a:pPr algn="l"/>
            <a:r>
              <a:rPr sz="1000" b="1" i="0" dirty="0">
                <a:solidFill>
                  <a:srgbClr val="B8792F"/>
                </a:solidFill>
                <a:latin typeface="Calibri"/>
              </a:rPr>
              <a:t>RUNNING EDGE, ALL SIX STAGES</a:t>
            </a:r>
          </a:p>
        </p:txBody>
      </p:sp>
      <p:sp>
        <p:nvSpPr>
          <p:cNvPr id="16" name="TextBox 15">
            <a:extLst>
              <a:ext uri="{FF2B5EF4-FFF2-40B4-BE49-F238E27FC236}">
                <a16:creationId xmlns:a16="http://schemas.microsoft.com/office/drawing/2014/main" id="{1523D8A4-5BDF-4D5C-2B89-B3BCE11520D0}"/>
              </a:ext>
            </a:extLst>
          </p:cNvPr>
          <p:cNvSpPr txBox="1"/>
          <p:nvPr/>
        </p:nvSpPr>
        <p:spPr>
          <a:xfrm>
            <a:off x="640080" y="1737360"/>
            <a:ext cx="10972800" cy="267766"/>
          </a:xfrm>
          <a:prstGeom prst="rect">
            <a:avLst/>
          </a:prstGeom>
          <a:noFill/>
        </p:spPr>
        <p:txBody>
          <a:bodyPr wrap="square" lIns="45720" tIns="18288" rIns="45720" bIns="18288" anchor="t">
            <a:spAutoFit/>
          </a:bodyPr>
          <a:lstStyle/>
          <a:p>
            <a:pPr algn="l"/>
            <a:r>
              <a:rPr sz="1500" i="0" dirty="0">
                <a:solidFill>
                  <a:srgbClr val="222A33"/>
                </a:solidFill>
                <a:latin typeface="Consolas"/>
              </a:rPr>
              <a:t>Synchronization::</a:t>
            </a:r>
            <a:r>
              <a:rPr sz="1500" i="0" dirty="0" err="1">
                <a:solidFill>
                  <a:srgbClr val="222A33"/>
                </a:solidFill>
                <a:latin typeface="Consolas"/>
              </a:rPr>
              <a:t>SynchronizedRunner</a:t>
            </a:r>
            <a:r>
              <a:rPr sz="1500" i="0" dirty="0">
                <a:solidFill>
                  <a:srgbClr val="222A33"/>
                </a:solidFill>
                <a:latin typeface="Consolas"/>
              </a:rPr>
              <a:t>::</a:t>
            </a:r>
            <a:r>
              <a:rPr sz="1500" i="0" dirty="0" err="1">
                <a:solidFill>
                  <a:srgbClr val="222A33"/>
                </a:solidFill>
                <a:latin typeface="Consolas"/>
              </a:rPr>
              <a:t>runSynchronized</a:t>
            </a:r>
            <a:r>
              <a:rPr sz="1500" i="0" dirty="0">
                <a:solidFill>
                  <a:srgbClr val="222A33"/>
                </a:solidFill>
                <a:latin typeface="Consolas"/>
              </a:rPr>
              <a:t>  →  Logging::</a:t>
            </a:r>
            <a:r>
              <a:rPr sz="1500" i="0" dirty="0" err="1">
                <a:solidFill>
                  <a:srgbClr val="222A33"/>
                </a:solidFill>
                <a:latin typeface="Consolas"/>
              </a:rPr>
              <a:t>CPSLogger</a:t>
            </a:r>
            <a:r>
              <a:rPr sz="1500" i="0" dirty="0">
                <a:solidFill>
                  <a:srgbClr val="222A33"/>
                </a:solidFill>
                <a:latin typeface="Consolas"/>
              </a:rPr>
              <a:t>::instance</a:t>
            </a:r>
          </a:p>
        </p:txBody>
      </p:sp>
      <p:sp>
        <p:nvSpPr>
          <p:cNvPr id="5" name="TextBox 4">
            <a:extLst>
              <a:ext uri="{FF2B5EF4-FFF2-40B4-BE49-F238E27FC236}">
                <a16:creationId xmlns:a16="http://schemas.microsoft.com/office/drawing/2014/main" id="{85B795C2-F374-A640-586B-F84B99DD413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6" name="TextBox 5">
            <a:extLst>
              <a:ext uri="{FF2B5EF4-FFF2-40B4-BE49-F238E27FC236}">
                <a16:creationId xmlns:a16="http://schemas.microsoft.com/office/drawing/2014/main" id="{7C07ECC3-0869-F025-3C0D-4EDF6B1F9C7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13</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99654"/>
            <a:ext cx="10739882" cy="1069367"/>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2 : Scenario Specific Code Graph Query: Property Graph → S1 Subgraph</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dirty="0">
                <a:solidFill>
                  <a:srgbClr val="FFFFFF"/>
                </a:solidFill>
                <a:latin typeface="Calibri"/>
              </a:rPr>
              <a:t>STAGE 2 / 6</a:t>
            </a:r>
          </a:p>
        </p:txBody>
      </p:sp>
      <p:sp>
        <p:nvSpPr>
          <p:cNvPr id="5" name="Rounded Rectangle 4"/>
          <p:cNvSpPr/>
          <p:nvPr/>
        </p:nvSpPr>
        <p:spPr>
          <a:xfrm>
            <a:off x="457200" y="1568082"/>
            <a:ext cx="11274552" cy="437043"/>
          </a:xfrm>
          <a:prstGeom prst="roundRect">
            <a:avLst>
              <a:gd name="adj" fmla="val 4000"/>
            </a:avLst>
          </a:prstGeom>
          <a:solidFill>
            <a:srgbClr val="F7ECDD"/>
          </a:solidFill>
          <a:ln w="12700">
            <a:solidFill>
              <a:srgbClr val="B879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91424"/>
            <a:ext cx="10972800" cy="274320"/>
          </a:xfrm>
          <a:prstGeom prst="rect">
            <a:avLst/>
          </a:prstGeom>
          <a:noFill/>
        </p:spPr>
        <p:txBody>
          <a:bodyPr wrap="square" lIns="45720" tIns="18288" rIns="45720" bIns="18288" anchor="t">
            <a:spAutoFit/>
          </a:bodyPr>
          <a:lstStyle/>
          <a:p>
            <a:pPr algn="l"/>
            <a:r>
              <a:rPr sz="1000" b="1" i="0" dirty="0">
                <a:solidFill>
                  <a:srgbClr val="B8792F"/>
                </a:solidFill>
                <a:latin typeface="Calibri"/>
              </a:rPr>
              <a:t>RUNNING EDGE, ALL SIX STAGES</a:t>
            </a:r>
          </a:p>
        </p:txBody>
      </p:sp>
      <p:sp>
        <p:nvSpPr>
          <p:cNvPr id="7" name="TextBox 6"/>
          <p:cNvSpPr txBox="1"/>
          <p:nvPr/>
        </p:nvSpPr>
        <p:spPr>
          <a:xfrm>
            <a:off x="640080" y="1737360"/>
            <a:ext cx="10972800" cy="267766"/>
          </a:xfrm>
          <a:prstGeom prst="rect">
            <a:avLst/>
          </a:prstGeom>
          <a:noFill/>
        </p:spPr>
        <p:txBody>
          <a:bodyPr wrap="square" lIns="45720" tIns="18288" rIns="45720" bIns="18288" anchor="t">
            <a:spAutoFit/>
          </a:bodyPr>
          <a:lstStyle/>
          <a:p>
            <a:pPr algn="l"/>
            <a:r>
              <a:rPr sz="1500" i="0" dirty="0">
                <a:solidFill>
                  <a:srgbClr val="222A33"/>
                </a:solidFill>
                <a:latin typeface="Consolas"/>
              </a:rPr>
              <a:t>Synchronization::</a:t>
            </a:r>
            <a:r>
              <a:rPr sz="1500" i="0" dirty="0" err="1">
                <a:solidFill>
                  <a:srgbClr val="222A33"/>
                </a:solidFill>
                <a:latin typeface="Consolas"/>
              </a:rPr>
              <a:t>SynchronizedRunner</a:t>
            </a:r>
            <a:r>
              <a:rPr sz="1500" i="0" dirty="0">
                <a:solidFill>
                  <a:srgbClr val="222A33"/>
                </a:solidFill>
                <a:latin typeface="Consolas"/>
              </a:rPr>
              <a:t>::</a:t>
            </a:r>
            <a:r>
              <a:rPr sz="1500" i="0" dirty="0" err="1">
                <a:solidFill>
                  <a:srgbClr val="222A33"/>
                </a:solidFill>
                <a:latin typeface="Consolas"/>
              </a:rPr>
              <a:t>runSynchronized</a:t>
            </a:r>
            <a:r>
              <a:rPr sz="1500" i="0" dirty="0">
                <a:solidFill>
                  <a:srgbClr val="222A33"/>
                </a:solidFill>
                <a:latin typeface="Consolas"/>
              </a:rPr>
              <a:t>  →  Logging::</a:t>
            </a:r>
            <a:r>
              <a:rPr sz="1500" i="0" dirty="0" err="1">
                <a:solidFill>
                  <a:srgbClr val="222A33"/>
                </a:solidFill>
                <a:latin typeface="Consolas"/>
              </a:rPr>
              <a:t>CPSLogger</a:t>
            </a:r>
            <a:r>
              <a:rPr sz="1500" i="0" dirty="0">
                <a:solidFill>
                  <a:srgbClr val="222A33"/>
                </a:solidFill>
                <a:latin typeface="Consolas"/>
              </a:rPr>
              <a:t>::instance</a:t>
            </a:r>
          </a:p>
        </p:txBody>
      </p:sp>
      <p:sp>
        <p:nvSpPr>
          <p:cNvPr id="8" name="TextBox 7"/>
          <p:cNvSpPr txBox="1"/>
          <p:nvPr/>
        </p:nvSpPr>
        <p:spPr>
          <a:xfrm>
            <a:off x="457200" y="2251041"/>
            <a:ext cx="11247120" cy="898708"/>
          </a:xfrm>
          <a:prstGeom prst="rect">
            <a:avLst/>
          </a:prstGeom>
          <a:noFill/>
        </p:spPr>
        <p:txBody>
          <a:bodyPr wrap="square" lIns="45720" tIns="18288" rIns="45720" bIns="18288" anchor="t">
            <a:spAutoFit/>
          </a:bodyPr>
          <a:lstStyle/>
          <a:p>
            <a:pPr algn="l"/>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User text: S1 scenario → Cypher query via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text-to-cypher</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(schema-aware, built on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get-neo4j-schema</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cypher-to-output</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skill then executes that query against the live graph, returning the S1-scoped subgraph. The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get-sequence-dependency-table</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skill flattens the graph into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sequence_dependency_table.csv</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one row per edge. One row per CppCalls edge via a direct Cypher query with file paths standing in for components. This is the static ground truth.</a:t>
            </a:r>
            <a:endParaRPr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Rounded Rectangle 8"/>
          <p:cNvSpPr/>
          <p:nvPr/>
        </p:nvSpPr>
        <p:spPr>
          <a:xfrm>
            <a:off x="1978891" y="3233350"/>
            <a:ext cx="7968673" cy="2181444"/>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16051" y="3324790"/>
            <a:ext cx="8213605" cy="1782539"/>
          </a:xfrm>
          <a:prstGeom prst="rect">
            <a:avLst/>
          </a:prstGeom>
          <a:noFill/>
        </p:spPr>
        <p:txBody>
          <a:bodyPr wrap="square">
            <a:spAutoFit/>
          </a:bodyPr>
          <a:lstStyle/>
          <a:p>
            <a:pPr>
              <a:spcAft>
                <a:spcPts val="100"/>
              </a:spcAft>
            </a:pPr>
            <a:r>
              <a:rPr sz="1300" dirty="0">
                <a:solidFill>
                  <a:srgbClr val="ECE8DD"/>
                </a:solidFill>
                <a:latin typeface="Consolas"/>
              </a:rPr>
              <a:t>// scoped to S1: Synchronization / Aggregation / Logging</a:t>
            </a:r>
          </a:p>
          <a:p>
            <a:pPr>
              <a:spcAft>
                <a:spcPts val="100"/>
              </a:spcAft>
            </a:pPr>
            <a:r>
              <a:rPr sz="1300" dirty="0">
                <a:solidFill>
                  <a:srgbClr val="ECE8DD"/>
                </a:solidFill>
                <a:latin typeface="Consolas"/>
              </a:rPr>
              <a:t>MATCH (caller)-[:</a:t>
            </a:r>
            <a:r>
              <a:rPr sz="1300" dirty="0" err="1">
                <a:solidFill>
                  <a:srgbClr val="ECE8DD"/>
                </a:solidFill>
                <a:latin typeface="Consolas"/>
              </a:rPr>
              <a:t>CppCalls</a:t>
            </a:r>
            <a:r>
              <a:rPr sz="1300" dirty="0">
                <a:solidFill>
                  <a:srgbClr val="ECE8DD"/>
                </a:solidFill>
                <a:latin typeface="Consolas"/>
              </a:rPr>
              <a:t>]-&gt;(callee)</a:t>
            </a:r>
          </a:p>
          <a:p>
            <a:pPr>
              <a:spcAft>
                <a:spcPts val="100"/>
              </a:spcAft>
            </a:pPr>
            <a:r>
              <a:rPr sz="1300" dirty="0">
                <a:solidFill>
                  <a:srgbClr val="ECE8DD"/>
                </a:solidFill>
                <a:latin typeface="Consolas"/>
              </a:rPr>
              <a:t>WHERE (caller.name CONTAINS '/</a:t>
            </a:r>
            <a:r>
              <a:rPr sz="1300" dirty="0" err="1">
                <a:solidFill>
                  <a:srgbClr val="ECE8DD"/>
                </a:solidFill>
                <a:latin typeface="Consolas"/>
              </a:rPr>
              <a:t>src</a:t>
            </a:r>
            <a:r>
              <a:rPr sz="1300" dirty="0">
                <a:solidFill>
                  <a:srgbClr val="ECE8DD"/>
                </a:solidFill>
                <a:latin typeface="Consolas"/>
              </a:rPr>
              <a:t>/Synchronization/'</a:t>
            </a:r>
          </a:p>
          <a:p>
            <a:pPr>
              <a:spcAft>
                <a:spcPts val="100"/>
              </a:spcAft>
            </a:pPr>
            <a:r>
              <a:rPr sz="1300" dirty="0">
                <a:solidFill>
                  <a:srgbClr val="ECE8DD"/>
                </a:solidFill>
                <a:latin typeface="Consolas"/>
              </a:rPr>
              <a:t>    OR caller.name CONTAINS '/include/</a:t>
            </a:r>
            <a:r>
              <a:rPr sz="1300" dirty="0" err="1">
                <a:solidFill>
                  <a:srgbClr val="ECE8DD"/>
                </a:solidFill>
                <a:latin typeface="Consolas"/>
              </a:rPr>
              <a:t>cpsCore</a:t>
            </a:r>
            <a:r>
              <a:rPr sz="1300" dirty="0">
                <a:solidFill>
                  <a:srgbClr val="ECE8DD"/>
                </a:solidFill>
                <a:latin typeface="Consolas"/>
              </a:rPr>
              <a:t>/Synchronization/')</a:t>
            </a:r>
          </a:p>
          <a:p>
            <a:pPr>
              <a:spcAft>
                <a:spcPts val="100"/>
              </a:spcAft>
            </a:pPr>
            <a:r>
              <a:rPr sz="1300" dirty="0">
                <a:solidFill>
                  <a:srgbClr val="ECE8DD"/>
                </a:solidFill>
                <a:latin typeface="Consolas"/>
              </a:rPr>
              <a:t>  AND (callee.name CONTAINS '/Aggregation/' OR callee.name CONTAINS '/Logging/')</a:t>
            </a:r>
          </a:p>
          <a:p>
            <a:pPr>
              <a:spcAft>
                <a:spcPts val="100"/>
              </a:spcAft>
            </a:pPr>
            <a:r>
              <a:rPr sz="1300" dirty="0">
                <a:solidFill>
                  <a:srgbClr val="ECE8DD"/>
                </a:solidFill>
                <a:latin typeface="Consolas"/>
              </a:rPr>
              <a:t>RETURN DISTINCT</a:t>
            </a:r>
          </a:p>
          <a:p>
            <a:pPr>
              <a:spcAft>
                <a:spcPts val="100"/>
              </a:spcAft>
            </a:pPr>
            <a:r>
              <a:rPr sz="1300" dirty="0">
                <a:solidFill>
                  <a:srgbClr val="ECE8DD"/>
                </a:solidFill>
                <a:latin typeface="Consolas"/>
              </a:rPr>
              <a:t>    caller.name AS </a:t>
            </a:r>
            <a:r>
              <a:rPr sz="1300" dirty="0" err="1">
                <a:solidFill>
                  <a:srgbClr val="ECE8DD"/>
                </a:solidFill>
                <a:latin typeface="Consolas"/>
              </a:rPr>
              <a:t>callerName</a:t>
            </a:r>
            <a:r>
              <a:rPr sz="1300" dirty="0">
                <a:solidFill>
                  <a:srgbClr val="ECE8DD"/>
                </a:solidFill>
                <a:latin typeface="Consolas"/>
              </a:rPr>
              <a:t>, </a:t>
            </a:r>
            <a:r>
              <a:rPr sz="1300" dirty="0" err="1">
                <a:solidFill>
                  <a:srgbClr val="ECE8DD"/>
                </a:solidFill>
                <a:latin typeface="Consolas"/>
              </a:rPr>
              <a:t>caller.symbol</a:t>
            </a:r>
            <a:r>
              <a:rPr sz="1300" dirty="0">
                <a:solidFill>
                  <a:srgbClr val="ECE8DD"/>
                </a:solidFill>
                <a:latin typeface="Consolas"/>
              </a:rPr>
              <a:t> AS </a:t>
            </a:r>
            <a:r>
              <a:rPr sz="1300" dirty="0" err="1">
                <a:solidFill>
                  <a:srgbClr val="ECE8DD"/>
                </a:solidFill>
                <a:latin typeface="Consolas"/>
              </a:rPr>
              <a:t>callerSymbol</a:t>
            </a:r>
            <a:r>
              <a:rPr sz="1300" dirty="0">
                <a:solidFill>
                  <a:srgbClr val="ECE8DD"/>
                </a:solidFill>
                <a:latin typeface="Consolas"/>
              </a:rPr>
              <a:t>,</a:t>
            </a:r>
          </a:p>
          <a:p>
            <a:pPr>
              <a:spcAft>
                <a:spcPts val="100"/>
              </a:spcAft>
            </a:pPr>
            <a:r>
              <a:rPr sz="1300" dirty="0">
                <a:solidFill>
                  <a:srgbClr val="ECE8DD"/>
                </a:solidFill>
                <a:latin typeface="Consolas"/>
              </a:rPr>
              <a:t>    callee.name AS </a:t>
            </a:r>
            <a:r>
              <a:rPr sz="1300" dirty="0" err="1">
                <a:solidFill>
                  <a:srgbClr val="ECE8DD"/>
                </a:solidFill>
                <a:latin typeface="Consolas"/>
              </a:rPr>
              <a:t>calleeName</a:t>
            </a:r>
            <a:r>
              <a:rPr sz="1300" dirty="0">
                <a:solidFill>
                  <a:srgbClr val="ECE8DD"/>
                </a:solidFill>
                <a:latin typeface="Consolas"/>
              </a:rPr>
              <a:t>, </a:t>
            </a:r>
            <a:r>
              <a:rPr sz="1300" dirty="0" err="1">
                <a:solidFill>
                  <a:srgbClr val="ECE8DD"/>
                </a:solidFill>
                <a:latin typeface="Consolas"/>
              </a:rPr>
              <a:t>callee.symbol</a:t>
            </a:r>
            <a:r>
              <a:rPr sz="1300" dirty="0">
                <a:solidFill>
                  <a:srgbClr val="ECE8DD"/>
                </a:solidFill>
                <a:latin typeface="Consolas"/>
              </a:rPr>
              <a:t> AS </a:t>
            </a:r>
            <a:r>
              <a:rPr sz="1300" dirty="0" err="1">
                <a:solidFill>
                  <a:srgbClr val="ECE8DD"/>
                </a:solidFill>
                <a:latin typeface="Consolas"/>
              </a:rPr>
              <a:t>calleeSymbol</a:t>
            </a:r>
            <a:endParaRPr sz="1300" dirty="0">
              <a:solidFill>
                <a:srgbClr val="ECE8DD"/>
              </a:solidFill>
              <a:latin typeface="Consolas"/>
            </a:endParaRPr>
          </a:p>
        </p:txBody>
      </p:sp>
      <p:sp>
        <p:nvSpPr>
          <p:cNvPr id="11" name="TextBox 10"/>
          <p:cNvSpPr txBox="1"/>
          <p:nvPr/>
        </p:nvSpPr>
        <p:spPr>
          <a:xfrm>
            <a:off x="502920" y="5708073"/>
            <a:ext cx="11247120" cy="437043"/>
          </a:xfrm>
          <a:prstGeom prst="rect">
            <a:avLst/>
          </a:prstGeom>
          <a:noFill/>
        </p:spPr>
        <p:txBody>
          <a:bodyPr wrap="square" lIns="45720" tIns="18288" rIns="45720" bIns="18288" anchor="t">
            <a:spAutoFit/>
          </a:bodyPr>
          <a:lstStyle/>
          <a:p>
            <a:pPr algn="l"/>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Our running edge survives the filter — SynchronizedRunner.cpp is under /</a:t>
            </a:r>
            <a:r>
              <a:rPr sz="130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src</a:t>
            </a:r>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/Synchronization/ </a:t>
            </a:r>
            <a:endParaRPr lang="nl-NL"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r>
              <a:rPr sz="130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is under /include/</a:t>
            </a:r>
            <a:r>
              <a:rPr sz="130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/Logging/</a:t>
            </a:r>
          </a:p>
        </p:txBody>
      </p:sp>
      <p:sp>
        <p:nvSpPr>
          <p:cNvPr id="12" name="TextBox 11">
            <a:extLst>
              <a:ext uri="{FF2B5EF4-FFF2-40B4-BE49-F238E27FC236}">
                <a16:creationId xmlns:a16="http://schemas.microsoft.com/office/drawing/2014/main" id="{8DEF5D8C-D164-6079-0182-6AB2745B2315}"/>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3" name="TextBox 12">
            <a:extLst>
              <a:ext uri="{FF2B5EF4-FFF2-40B4-BE49-F238E27FC236}">
                <a16:creationId xmlns:a16="http://schemas.microsoft.com/office/drawing/2014/main" id="{E68FE083-8D93-8C11-CE97-E04A885A51D2}"/>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14</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8" y="785312"/>
            <a:ext cx="10739882" cy="877694"/>
          </a:xfrm>
        </p:spPr>
        <p:txBody>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3 : Global Code Graph Query: Property Graph → Global Trace Subgraph</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p:cNvSpPr txBox="1"/>
          <p:nvPr/>
        </p:nvSpPr>
        <p:spPr>
          <a:xfrm>
            <a:off x="10088880" y="401264"/>
            <a:ext cx="1737360" cy="221599"/>
          </a:xfrm>
          <a:prstGeom prst="rect">
            <a:avLst/>
          </a:prstGeom>
          <a:noFill/>
        </p:spPr>
        <p:txBody>
          <a:bodyPr wrap="square" lIns="45720" tIns="18288" rIns="45720" bIns="18288" anchor="ctr">
            <a:spAutoFit/>
          </a:bodyPr>
          <a:lstStyle/>
          <a:p>
            <a:pPr algn="ctr"/>
            <a:r>
              <a:rPr sz="1200" b="1" i="0" dirty="0">
                <a:solidFill>
                  <a:srgbClr val="FFFFFF"/>
                </a:solidFill>
                <a:latin typeface="Calibri" panose="020F0502020204030204" pitchFamily="34" charset="0"/>
                <a:ea typeface="Calibri" panose="020F0502020204030204" pitchFamily="34" charset="0"/>
                <a:cs typeface="Calibri" panose="020F0502020204030204" pitchFamily="34" charset="0"/>
              </a:rPr>
              <a:t>STAGE 3 / 6</a:t>
            </a:r>
          </a:p>
        </p:txBody>
      </p:sp>
      <p:sp>
        <p:nvSpPr>
          <p:cNvPr id="8" name="TextBox 7"/>
          <p:cNvSpPr txBox="1"/>
          <p:nvPr/>
        </p:nvSpPr>
        <p:spPr>
          <a:xfrm>
            <a:off x="457200" y="1838035"/>
            <a:ext cx="11247120" cy="467820"/>
          </a:xfrm>
          <a:prstGeom prst="rect">
            <a:avLst/>
          </a:prstGeom>
          <a:noFill/>
        </p:spPr>
        <p:txBody>
          <a:bodyPr wrap="square" lIns="45720" tIns="18288" rIns="45720" bIns="18288" anchor="t">
            <a:spAutoFit/>
          </a:bodyPr>
          <a:lstStyle/>
          <a:p>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User text: Global query of all cross-component </a:t>
            </a:r>
            <a:r>
              <a:rPr lang="en-GB" sz="1400" b="0" i="1"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Cypher query via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text-to-cypher</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(schema-aware, built on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get-neo4j-schema</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cypher-to-output</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skill then executes that query against the live graph, returning the Global-scoped subgraph.</a:t>
            </a:r>
            <a:endPar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778124203"/>
              </p:ext>
            </p:extLst>
          </p:nvPr>
        </p:nvGraphicFramePr>
        <p:xfrm>
          <a:off x="470921" y="2480884"/>
          <a:ext cx="11247115" cy="2743200"/>
        </p:xfrm>
        <a:graphic>
          <a:graphicData uri="http://schemas.openxmlformats.org/drawingml/2006/table">
            <a:tbl>
              <a:tblPr firstRow="1" bandRow="1">
                <a:tableStyleId>{5C22544A-7EE6-4342-B048-85BDC9FD1C3A}</a:tableStyleId>
              </a:tblPr>
              <a:tblGrid>
                <a:gridCol w="811647">
                  <a:extLst>
                    <a:ext uri="{9D8B030D-6E8A-4147-A177-3AD203B41FA5}">
                      <a16:colId xmlns:a16="http://schemas.microsoft.com/office/drawing/2014/main" val="20000"/>
                    </a:ext>
                  </a:extLst>
                </a:gridCol>
                <a:gridCol w="1275446">
                  <a:extLst>
                    <a:ext uri="{9D8B030D-6E8A-4147-A177-3AD203B41FA5}">
                      <a16:colId xmlns:a16="http://schemas.microsoft.com/office/drawing/2014/main" val="20001"/>
                    </a:ext>
                  </a:extLst>
                </a:gridCol>
                <a:gridCol w="3014691">
                  <a:extLst>
                    <a:ext uri="{9D8B030D-6E8A-4147-A177-3AD203B41FA5}">
                      <a16:colId xmlns:a16="http://schemas.microsoft.com/office/drawing/2014/main" val="20002"/>
                    </a:ext>
                  </a:extLst>
                </a:gridCol>
                <a:gridCol w="2318993">
                  <a:extLst>
                    <a:ext uri="{9D8B030D-6E8A-4147-A177-3AD203B41FA5}">
                      <a16:colId xmlns:a16="http://schemas.microsoft.com/office/drawing/2014/main" val="20003"/>
                    </a:ext>
                  </a:extLst>
                </a:gridCol>
                <a:gridCol w="2318993">
                  <a:extLst>
                    <a:ext uri="{9D8B030D-6E8A-4147-A177-3AD203B41FA5}">
                      <a16:colId xmlns:a16="http://schemas.microsoft.com/office/drawing/2014/main" val="20004"/>
                    </a:ext>
                  </a:extLst>
                </a:gridCol>
                <a:gridCol w="1507345">
                  <a:extLst>
                    <a:ext uri="{9D8B030D-6E8A-4147-A177-3AD203B41FA5}">
                      <a16:colId xmlns:a16="http://schemas.microsoft.com/office/drawing/2014/main" val="20005"/>
                    </a:ext>
                  </a:extLst>
                </a:gridCol>
              </a:tblGrid>
              <a:tr h="457200">
                <a:tc>
                  <a:txBody>
                    <a:bodyPr/>
                    <a:lstStyle/>
                    <a:p>
                      <a:pPr algn="ctr"/>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Seq</a:t>
                      </a:r>
                    </a:p>
                  </a:txBody>
                  <a:tcPr marL="54864" marR="54864" anchor="ctr">
                    <a:solidFill>
                      <a:srgbClr val="55736D"/>
                    </a:solidFill>
                  </a:tcPr>
                </a:tc>
                <a:tc>
                  <a:txBody>
                    <a:bodyPr/>
                    <a:lstStyle/>
                    <a:p>
                      <a:pPr algn="ctr"/>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Event</a:t>
                      </a: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Client file</a:t>
                      </a: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Client </a:t>
                      </a:r>
                      <a:r>
                        <a:rPr sz="1200" b="1" dirty="0" err="1">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fn</a:t>
                      </a:r>
                      <a:endPar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Server file</a:t>
                      </a: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Server </a:t>
                      </a:r>
                      <a:r>
                        <a:rPr sz="1200" b="1" dirty="0" err="1">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fn</a:t>
                      </a:r>
                      <a:endPar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55736D"/>
                    </a:solidFill>
                  </a:tcPr>
                </a:tc>
                <a:extLst>
                  <a:ext uri="{0D108BD9-81ED-4DB2-BD59-A6C34878D82A}">
                    <a16:rowId xmlns:a16="http://schemas.microsoft.com/office/drawing/2014/main" val="10000"/>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149</a:t>
                      </a:r>
                    </a:p>
                  </a:txBody>
                  <a:tcPr marL="54864" marR="54864" anchor="ctr">
                    <a:solidFill>
                      <a:srgbClr val="FFFFFF"/>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getAll</a:t>
                      </a:r>
                    </a:p>
                  </a:txBody>
                  <a:tcPr marL="54864" marR="54864" anchor="ctr">
                    <a:solidFill>
                      <a:srgbClr val="FFFFFF"/>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Aggregator.h</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getAll</a:t>
                      </a:r>
                    </a:p>
                  </a:txBody>
                  <a:tcPr marL="54864" marR="54864" anchor="ctr">
                    <a:solidFill>
                      <a:srgbClr val="FFFFFF"/>
                    </a:solidFill>
                  </a:tcPr>
                </a:tc>
                <a:extLst>
                  <a:ext uri="{0D108BD9-81ED-4DB2-BD59-A6C34878D82A}">
                    <a16:rowId xmlns:a16="http://schemas.microsoft.com/office/drawing/2014/main" val="10001"/>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264</a:t>
                      </a:r>
                    </a:p>
                  </a:txBody>
                  <a:tcPr marL="54864" marR="54864" anchor="ctr">
                    <a:solidFill>
                      <a:srgbClr val="F4F6F8"/>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a:t>
                      </a:r>
                    </a:p>
                  </a:txBody>
                  <a:tcPr marL="54864" marR="54864" anchor="ctr">
                    <a:solidFill>
                      <a:srgbClr val="F4F6F8"/>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4F6F8"/>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p>
                  </a:txBody>
                  <a:tcPr marL="54864" marR="54864" anchor="ctr">
                    <a:solidFill>
                      <a:srgbClr val="F4F6F8"/>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IRunnableObject.h</a:t>
                      </a:r>
                    </a:p>
                  </a:txBody>
                  <a:tcPr marL="54864" marR="54864" anchor="ctr">
                    <a:solidFill>
                      <a:srgbClr val="F4F6F8"/>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a:t>
                      </a:r>
                    </a:p>
                  </a:txBody>
                  <a:tcPr marL="54864" marR="54864" anchor="ctr">
                    <a:solidFill>
                      <a:srgbClr val="F4F6F8"/>
                    </a:solidFill>
                  </a:tcPr>
                </a:tc>
                <a:extLst>
                  <a:ext uri="{0D108BD9-81ED-4DB2-BD59-A6C34878D82A}">
                    <a16:rowId xmlns:a16="http://schemas.microsoft.com/office/drawing/2014/main" val="10002"/>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291</a:t>
                      </a:r>
                    </a:p>
                  </a:txBody>
                  <a:tcPr marL="54864" marR="54864" anchor="ctr">
                    <a:solidFill>
                      <a:srgbClr val="F7ECDD"/>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flush</a:t>
                      </a: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7ECDD"/>
                    </a:solidFill>
                  </a:tcPr>
                </a:tc>
                <a:tc>
                  <a:txBody>
                    <a:bodyPr/>
                    <a:lstStyle/>
                    <a:p>
                      <a:pPr algn="l"/>
                      <a:r>
                        <a:rPr sz="1200" b="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endPar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flush</a:t>
                      </a:r>
                    </a:p>
                  </a:txBody>
                  <a:tcPr marL="54864" marR="54864" anchor="ctr">
                    <a:solidFill>
                      <a:srgbClr val="F7ECDD"/>
                    </a:solidFill>
                  </a:tcPr>
                </a:tc>
                <a:extLst>
                  <a:ext uri="{0D108BD9-81ED-4DB2-BD59-A6C34878D82A}">
                    <a16:rowId xmlns:a16="http://schemas.microsoft.com/office/drawing/2014/main" val="10003"/>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292</a:t>
                      </a:r>
                    </a:p>
                  </a:txBody>
                  <a:tcPr marL="54864" marR="54864" anchor="ctr">
                    <a:solidFill>
                      <a:srgbClr val="F7ECDD"/>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instance</a:t>
                      </a: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7ECDD"/>
                    </a:solidFill>
                  </a:tcPr>
                </a:tc>
                <a:tc>
                  <a:txBody>
                    <a:bodyPr/>
                    <a:lstStyle/>
                    <a:p>
                      <a:pPr algn="l"/>
                      <a:r>
                        <a:rPr sz="1200" b="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endPar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F7ECDD"/>
                    </a:solidFill>
                  </a:tcPr>
                </a:tc>
                <a:tc>
                  <a:txBody>
                    <a:bodyPr/>
                    <a:lstStyle/>
                    <a:p>
                      <a:pPr algn="l"/>
                      <a:r>
                        <a:rPr sz="1200" b="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endPar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F7ECDD"/>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instance</a:t>
                      </a:r>
                    </a:p>
                  </a:txBody>
                  <a:tcPr marL="54864" marR="54864" anchor="ctr">
                    <a:solidFill>
                      <a:srgbClr val="F7ECDD"/>
                    </a:solidFill>
                  </a:tcPr>
                </a:tc>
                <a:extLst>
                  <a:ext uri="{0D108BD9-81ED-4DB2-BD59-A6C34878D82A}">
                    <a16:rowId xmlns:a16="http://schemas.microsoft.com/office/drawing/2014/main" val="10004"/>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139</a:t>
                      </a:r>
                    </a:p>
                  </a:txBody>
                  <a:tcPr marL="54864" marR="54864" anchor="ctr">
                    <a:solidFill>
                      <a:srgbClr val="FFFFFF"/>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stream</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SynchronizedRunnerMaster.cpp</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SynchronizedRunnerMaster</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p>
                  </a:txBody>
                  <a:tcPr marL="54864" marR="54864" anchor="ctr">
                    <a:solidFill>
                      <a:srgbClr val="FFFFFF"/>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stream</a:t>
                      </a:r>
                    </a:p>
                  </a:txBody>
                  <a:tcPr marL="54864" marR="54864" anchor="ctr">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470916" y="5798589"/>
            <a:ext cx="11247120" cy="437043"/>
          </a:xfrm>
          <a:prstGeom prst="rect">
            <a:avLst/>
          </a:prstGeom>
          <a:noFill/>
        </p:spPr>
        <p:txBody>
          <a:bodyPr wrap="square" lIns="45720" tIns="18288" rIns="45720" bIns="18288" anchor="t">
            <a:spAutoFit/>
          </a:bodyPr>
          <a:lstStyle/>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Highlighted rows 291–292: two separate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edges from the exact same call site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::instance()-&gt;flush();) </a:t>
            </a:r>
            <a:endParaRPr lang="nl-NL"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r>
              <a:rPr lang="en-GB"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E</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xtracted</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as two rows because they're two distinct function calls chained on one line.</a:t>
            </a:r>
          </a:p>
        </p:txBody>
      </p:sp>
      <p:sp>
        <p:nvSpPr>
          <p:cNvPr id="5" name="TextBox 4">
            <a:extLst>
              <a:ext uri="{FF2B5EF4-FFF2-40B4-BE49-F238E27FC236}">
                <a16:creationId xmlns:a16="http://schemas.microsoft.com/office/drawing/2014/main" id="{C71D40A0-2D1B-9492-24CD-915952E9609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6" name="TextBox 5">
            <a:extLst>
              <a:ext uri="{FF2B5EF4-FFF2-40B4-BE49-F238E27FC236}">
                <a16:creationId xmlns:a16="http://schemas.microsoft.com/office/drawing/2014/main" id="{DDDDFAAA-12EF-CF2F-F9E7-3325FCBF19BC}"/>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15</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12064"/>
            <a:ext cx="10331450" cy="795047"/>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4 : Guided Trace Instrumentation &amp; Runtime Tracing</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dirty="0">
                <a:solidFill>
                  <a:srgbClr val="FFFFFF"/>
                </a:solidFill>
                <a:latin typeface="Calibri"/>
              </a:rPr>
              <a:t>STAGE 4 / 6</a:t>
            </a:r>
          </a:p>
        </p:txBody>
      </p:sp>
      <p:sp>
        <p:nvSpPr>
          <p:cNvPr id="5" name="Rounded Rectangle 4"/>
          <p:cNvSpPr/>
          <p:nvPr/>
        </p:nvSpPr>
        <p:spPr>
          <a:xfrm>
            <a:off x="457200" y="1527048"/>
            <a:ext cx="11274552" cy="504952"/>
          </a:xfrm>
          <a:prstGeom prst="roundRect">
            <a:avLst>
              <a:gd name="adj" fmla="val 4000"/>
            </a:avLst>
          </a:prstGeom>
          <a:solidFill>
            <a:srgbClr val="F7ECDD"/>
          </a:solidFill>
          <a:ln w="12700">
            <a:solidFill>
              <a:srgbClr val="B879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46167"/>
            <a:ext cx="10972800" cy="274320"/>
          </a:xfrm>
          <a:prstGeom prst="rect">
            <a:avLst/>
          </a:prstGeom>
          <a:noFill/>
        </p:spPr>
        <p:txBody>
          <a:bodyPr wrap="square" lIns="45720" tIns="18288" rIns="45720" bIns="18288" anchor="t">
            <a:spAutoFit/>
          </a:bodyPr>
          <a:lstStyle/>
          <a:p>
            <a:pPr algn="l"/>
            <a:r>
              <a:rPr sz="1000" b="1" i="0" dirty="0">
                <a:solidFill>
                  <a:srgbClr val="B8792F"/>
                </a:solidFill>
                <a:latin typeface="Calibri"/>
              </a:rPr>
              <a:t>RUNNING EDGE, ALL SIX STAGES</a:t>
            </a:r>
          </a:p>
        </p:txBody>
      </p:sp>
      <p:sp>
        <p:nvSpPr>
          <p:cNvPr id="7" name="TextBox 6"/>
          <p:cNvSpPr txBox="1"/>
          <p:nvPr/>
        </p:nvSpPr>
        <p:spPr>
          <a:xfrm>
            <a:off x="640080" y="1737360"/>
            <a:ext cx="10972800" cy="267766"/>
          </a:xfrm>
          <a:prstGeom prst="rect">
            <a:avLst/>
          </a:prstGeom>
          <a:noFill/>
        </p:spPr>
        <p:txBody>
          <a:bodyPr wrap="square" lIns="45720" tIns="18288" rIns="45720" bIns="18288" anchor="t">
            <a:spAutoFit/>
          </a:bodyPr>
          <a:lstStyle/>
          <a:p>
            <a:pPr algn="l"/>
            <a:r>
              <a:rPr sz="1500" i="0" dirty="0">
                <a:solidFill>
                  <a:srgbClr val="222A33"/>
                </a:solidFill>
                <a:latin typeface="Consolas"/>
              </a:rPr>
              <a:t>Synchronization::</a:t>
            </a:r>
            <a:r>
              <a:rPr sz="1500" i="0" dirty="0" err="1">
                <a:solidFill>
                  <a:srgbClr val="222A33"/>
                </a:solidFill>
                <a:latin typeface="Consolas"/>
              </a:rPr>
              <a:t>SynchronizedRunner</a:t>
            </a:r>
            <a:r>
              <a:rPr sz="1500" i="0" dirty="0">
                <a:solidFill>
                  <a:srgbClr val="222A33"/>
                </a:solidFill>
                <a:latin typeface="Consolas"/>
              </a:rPr>
              <a:t>::</a:t>
            </a:r>
            <a:r>
              <a:rPr sz="1500" i="0" dirty="0" err="1">
                <a:solidFill>
                  <a:srgbClr val="222A33"/>
                </a:solidFill>
                <a:latin typeface="Consolas"/>
              </a:rPr>
              <a:t>runSynchronized</a:t>
            </a:r>
            <a:r>
              <a:rPr sz="1500" i="0" dirty="0">
                <a:solidFill>
                  <a:srgbClr val="222A33"/>
                </a:solidFill>
                <a:latin typeface="Consolas"/>
              </a:rPr>
              <a:t>  →  Logging::</a:t>
            </a:r>
            <a:r>
              <a:rPr sz="1500" i="0" dirty="0" err="1">
                <a:solidFill>
                  <a:srgbClr val="222A33"/>
                </a:solidFill>
                <a:latin typeface="Consolas"/>
              </a:rPr>
              <a:t>CPSLogger</a:t>
            </a:r>
            <a:r>
              <a:rPr sz="1500" i="0" dirty="0">
                <a:solidFill>
                  <a:srgbClr val="222A33"/>
                </a:solidFill>
                <a:latin typeface="Consolas"/>
              </a:rPr>
              <a:t>::instance</a:t>
            </a:r>
          </a:p>
        </p:txBody>
      </p:sp>
      <p:sp>
        <p:nvSpPr>
          <p:cNvPr id="8" name="TextBox 7"/>
          <p:cNvSpPr txBox="1"/>
          <p:nvPr/>
        </p:nvSpPr>
        <p:spPr>
          <a:xfrm>
            <a:off x="457200" y="2171696"/>
            <a:ext cx="11247120" cy="683264"/>
          </a:xfrm>
          <a:prstGeom prst="rect">
            <a:avLst/>
          </a:prstGeom>
          <a:noFill/>
        </p:spPr>
        <p:txBody>
          <a:bodyPr wrap="square" lIns="45720" tIns="18288" rIns="45720" bIns="18288" anchor="t">
            <a:spAutoFit/>
          </a:bodyPr>
          <a:lstStyle/>
          <a:p>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The </a:t>
            </a:r>
            <a:r>
              <a:rPr lang="en-GB" sz="1400" b="1"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add-runtime-instrumentation</a:t>
            </a:r>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skill injects trace emission points at the relevant call sites from the Global query. Rebuilds and runs the binary (“MultiThreaded Test 1”, “IPC Test 1”, “Synchronized Runner Test”), turning the captured [TRACE] output into </a:t>
            </a:r>
            <a:r>
              <a:rPr lang="en-GB" sz="1400" b="1"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trace_slice.txt</a:t>
            </a:r>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p>
        </p:txBody>
      </p:sp>
      <p:sp>
        <p:nvSpPr>
          <p:cNvPr id="9" name="Rounded Rectangle 8"/>
          <p:cNvSpPr/>
          <p:nvPr/>
        </p:nvSpPr>
        <p:spPr>
          <a:xfrm>
            <a:off x="1510145" y="3100415"/>
            <a:ext cx="8963891" cy="2542309"/>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47305" y="3191855"/>
            <a:ext cx="8745260" cy="2172390"/>
          </a:xfrm>
          <a:prstGeom prst="rect">
            <a:avLst/>
          </a:prstGeom>
          <a:noFill/>
        </p:spPr>
        <p:txBody>
          <a:bodyPr wrap="square">
            <a:spAutoFit/>
          </a:bodyPr>
          <a:lstStyle/>
          <a:p>
            <a:pPr>
              <a:spcAft>
                <a:spcPts val="100"/>
              </a:spcAft>
            </a:pPr>
            <a:r>
              <a:rPr sz="1050">
                <a:solidFill>
                  <a:srgbClr val="ECE8DD"/>
                </a:solidFill>
                <a:latin typeface="Consolas"/>
              </a:rPr>
              <a:t>EventTimestamp | EventName | ClientComponent | ClientFunction | ServerComponent | ServerFunction</a:t>
            </a:r>
          </a:p>
          <a:p>
            <a:pPr>
              <a:spcAft>
                <a:spcPts val="100"/>
              </a:spcAft>
            </a:pPr>
            <a:r>
              <a:rPr sz="1050">
                <a:solidFill>
                  <a:srgbClr val="ECE8DD"/>
                </a:solidFill>
                <a:latin typeface="Consolas"/>
              </a:rPr>
              <a:t>...686645Z|Aggregator.getAll|Synchronization|AggregatableRunner.notifyAggregationOnUpdate|Aggregation|...</a:t>
            </a:r>
          </a:p>
          <a:p>
            <a:pPr>
              <a:spcAft>
                <a:spcPts val="100"/>
              </a:spcAft>
            </a:pPr>
            <a:r>
              <a:rPr sz="1050">
                <a:solidFill>
                  <a:srgbClr val="ECE8DD"/>
                </a:solidFill>
                <a:latin typeface="Consolas"/>
              </a:rPr>
              <a:t>...687645Z|RAIILogStream.stream|Synchronization|SimpleRunner.runAllStages|Logging|...</a:t>
            </a:r>
          </a:p>
          <a:p>
            <a:pPr>
              <a:spcAft>
                <a:spcPts val="100"/>
              </a:spcAft>
            </a:pPr>
            <a:r>
              <a:rPr sz="1050">
                <a:solidFill>
                  <a:srgbClr val="ECE8DD"/>
                </a:solidFill>
                <a:latin typeface="Consolas"/>
              </a:rPr>
              <a:t>...688645Z|Aggregator.getAll|Synchronization|SimpleRunner.runStage|Aggregation|...</a:t>
            </a:r>
          </a:p>
          <a:p>
            <a:pPr>
              <a:spcAft>
                <a:spcPts val="100"/>
              </a:spcAft>
            </a:pPr>
            <a:r>
              <a:rPr sz="1050">
                <a:solidFill>
                  <a:srgbClr val="ECE8DD"/>
                </a:solidFill>
                <a:latin typeface="Consolas"/>
              </a:rPr>
              <a:t>...689645Z|RAIILogStream.stream|Synchronization|SimpleRunner.runStage|Logging|...</a:t>
            </a:r>
          </a:p>
          <a:p>
            <a:pPr>
              <a:spcAft>
                <a:spcPts val="100"/>
              </a:spcAft>
            </a:pPr>
            <a:r>
              <a:rPr sz="1050">
                <a:solidFill>
                  <a:srgbClr val="ECE8DD"/>
                </a:solidFill>
                <a:latin typeface="Consolas"/>
              </a:rPr>
              <a:t>...691645Z|RAIILogStream.stream|Synchronization|SimpleRunner.runStages|Logging|...</a:t>
            </a:r>
          </a:p>
          <a:p>
            <a:pPr>
              <a:spcAft>
                <a:spcPts val="100"/>
              </a:spcAft>
            </a:pPr>
            <a:r>
              <a:rPr sz="1050">
                <a:solidFill>
                  <a:srgbClr val="ECE8DD"/>
                </a:solidFill>
                <a:latin typeface="Consolas"/>
              </a:rPr>
              <a:t>...693645Z|Aggregator.getAll|Synchronization|SynchronizedRunner.runSynchronized|Aggregation|...</a:t>
            </a:r>
          </a:p>
          <a:p>
            <a:pPr>
              <a:spcAft>
                <a:spcPts val="100"/>
              </a:spcAft>
            </a:pPr>
            <a:r>
              <a:rPr sz="1050" b="1">
                <a:solidFill>
                  <a:srgbClr val="E0B96F"/>
                </a:solidFill>
                <a:latin typeface="Consolas"/>
              </a:rPr>
              <a:t>...694645Z|CPSLogger.flush|Synchronization|SynchronizedRunner.runSynchronized|Logging|CPSLogger.flush</a:t>
            </a:r>
          </a:p>
          <a:p>
            <a:pPr>
              <a:spcAft>
                <a:spcPts val="100"/>
              </a:spcAft>
            </a:pPr>
            <a:r>
              <a:rPr sz="1050" b="1">
                <a:solidFill>
                  <a:srgbClr val="E0B96F"/>
                </a:solidFill>
                <a:latin typeface="Consolas"/>
              </a:rPr>
              <a:t>...695645Z|CPSLogger.instance|Synchronization|SynchronizedRunner.runSynchronized|Logging|CPSLogger.instance</a:t>
            </a:r>
          </a:p>
          <a:p>
            <a:pPr>
              <a:spcAft>
                <a:spcPts val="100"/>
              </a:spcAft>
            </a:pPr>
            <a:r>
              <a:rPr sz="1050">
                <a:solidFill>
                  <a:srgbClr val="ECE8DD"/>
                </a:solidFill>
                <a:latin typeface="Consolas"/>
              </a:rPr>
              <a:t>...696645Z|RAIILogStream.stream|Synchronization|SynchronizedRunnerMaster.SynchronizedRunnerMaster|...</a:t>
            </a:r>
          </a:p>
          <a:p>
            <a:pPr>
              <a:spcAft>
                <a:spcPts val="100"/>
              </a:spcAft>
            </a:pPr>
            <a:r>
              <a:rPr sz="1050">
                <a:solidFill>
                  <a:srgbClr val="ECE8DD"/>
                </a:solidFill>
                <a:latin typeface="Consolas"/>
              </a:rPr>
              <a:t>...697645Z|RAIILogStream.stream|Synchronization|SynchronizedRunnerMaster.runAllStages|Logging|...</a:t>
            </a:r>
          </a:p>
          <a:p>
            <a:pPr>
              <a:spcAft>
                <a:spcPts val="100"/>
              </a:spcAft>
            </a:pPr>
            <a:r>
              <a:rPr sz="1050">
                <a:solidFill>
                  <a:srgbClr val="ECE8DD"/>
                </a:solidFill>
                <a:latin typeface="Consolas"/>
              </a:rPr>
              <a:t>...698645Z|RAIILogStream.stream|Synchronization|SynchronizedRunnerMaster.runStage|Logging|...</a:t>
            </a:r>
          </a:p>
        </p:txBody>
      </p:sp>
      <p:sp>
        <p:nvSpPr>
          <p:cNvPr id="11" name="TextBox 10"/>
          <p:cNvSpPr txBox="1"/>
          <p:nvPr/>
        </p:nvSpPr>
        <p:spPr>
          <a:xfrm>
            <a:off x="457200" y="5989320"/>
            <a:ext cx="11247120" cy="236988"/>
          </a:xfrm>
          <a:prstGeom prst="rect">
            <a:avLst/>
          </a:prstGeom>
          <a:noFill/>
        </p:spPr>
        <p:txBody>
          <a:bodyPr wrap="square" lIns="45720" tIns="18288" rIns="45720" bIns="18288" anchor="t">
            <a:spAutoFit/>
          </a:bodyPr>
          <a:lstStyle/>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11 rows, all corroborating a static edge — our running edge is row 8, with its sibling flush at row 7, one millisecond earlier.</a:t>
            </a:r>
          </a:p>
        </p:txBody>
      </p:sp>
      <p:sp>
        <p:nvSpPr>
          <p:cNvPr id="12" name="TextBox 11">
            <a:extLst>
              <a:ext uri="{FF2B5EF4-FFF2-40B4-BE49-F238E27FC236}">
                <a16:creationId xmlns:a16="http://schemas.microsoft.com/office/drawing/2014/main" id="{79BE134A-B8C2-7E5D-6B9C-7A193F53957C}"/>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3" name="TextBox 12">
            <a:extLst>
              <a:ext uri="{FF2B5EF4-FFF2-40B4-BE49-F238E27FC236}">
                <a16:creationId xmlns:a16="http://schemas.microsoft.com/office/drawing/2014/main" id="{230876A7-6003-C56E-D7F3-1B42BDABCBC4}"/>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16</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3560"/>
            <a:ext cx="10331450" cy="932207"/>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5 : Union and Tagging: Static + Dynamic → Elements</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b="1" dirty="0">
                <a:solidFill>
                  <a:srgbClr val="FFFFFF"/>
                </a:solidFill>
                <a:latin typeface="Calibri"/>
              </a:rPr>
              <a:t>STAGE 5/6</a:t>
            </a:r>
          </a:p>
        </p:txBody>
      </p:sp>
      <p:sp>
        <p:nvSpPr>
          <p:cNvPr id="8" name="TextBox 7"/>
          <p:cNvSpPr txBox="1"/>
          <p:nvPr/>
        </p:nvSpPr>
        <p:spPr>
          <a:xfrm>
            <a:off x="457200" y="1699287"/>
            <a:ext cx="11247120" cy="660181"/>
          </a:xfrm>
          <a:prstGeom prst="rect">
            <a:avLst/>
          </a:prstGeom>
          <a:noFill/>
        </p:spPr>
        <p:txBody>
          <a:bodyPr wrap="square" lIns="45720" tIns="18288" rIns="45720" bIns="18288" anchor="t">
            <a:spAutoFit/>
          </a:bodyPr>
          <a:lstStyle/>
          <a:p>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We then receive the static and dynamic evidence — plus the underlying C++ code snippets for each candidate interaction — as separately-labeled, un-merged sources. Perform Union and Intersection with no LLM and create </a:t>
            </a:r>
            <a:r>
              <a:rPr lang="en-GB" sz="135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datasets. Both, outputs </a:t>
            </a:r>
            <a:r>
              <a:rPr lang="en-GB" sz="1350" b="1"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elements.json</a:t>
            </a:r>
            <a:r>
              <a:rPr lang="en-GB" sz="135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GB" sz="1350" b="1"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sequence.json</a:t>
            </a:r>
            <a:r>
              <a:rPr lang="en-GB" sz="135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Rounded Rectangle 8"/>
          <p:cNvSpPr/>
          <p:nvPr/>
        </p:nvSpPr>
        <p:spPr>
          <a:xfrm>
            <a:off x="457200" y="2712258"/>
            <a:ext cx="5486400" cy="301752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803698"/>
            <a:ext cx="5212080" cy="2834640"/>
          </a:xfrm>
          <a:prstGeom prst="rect">
            <a:avLst/>
          </a:prstGeom>
          <a:noFill/>
        </p:spPr>
        <p:txBody>
          <a:bodyPr wrap="square">
            <a:spAutoFit/>
          </a:bodyPr>
          <a:lstStyle/>
          <a:p>
            <a:pPr>
              <a:spcAft>
                <a:spcPts val="100"/>
              </a:spcAft>
            </a:pPr>
            <a:r>
              <a:rPr sz="1050" dirty="0">
                <a:solidFill>
                  <a:srgbClr val="ECE8DD"/>
                </a:solidFill>
                <a:latin typeface="Consolas"/>
              </a:rPr>
              <a:t>## STATIC EVIDENCE (no execution order)</a:t>
            </a:r>
          </a:p>
          <a:p>
            <a:pPr>
              <a:spcAft>
                <a:spcPts val="100"/>
              </a:spcAft>
            </a:pPr>
            <a:r>
              <a:rPr sz="1050" dirty="0">
                <a:solidFill>
                  <a:srgbClr val="ECE8DD"/>
                </a:solidFill>
                <a:latin typeface="Consolas"/>
              </a:rPr>
              <a:t># (a) suppressed at runtime -&gt; still real, KEEP</a:t>
            </a:r>
          </a:p>
          <a:p>
            <a:pPr>
              <a:spcAft>
                <a:spcPts val="100"/>
              </a:spcAft>
            </a:pPr>
            <a:r>
              <a:rPr sz="1050" dirty="0">
                <a:solidFill>
                  <a:srgbClr val="ECE8DD"/>
                </a:solidFill>
                <a:latin typeface="Consolas"/>
              </a:rPr>
              <a:t># (b) over-approximation -&gt; safe to DROP</a:t>
            </a:r>
          </a:p>
          <a:p>
            <a:pPr>
              <a:spcAft>
                <a:spcPts val="100"/>
              </a:spcAft>
            </a:pPr>
            <a:r>
              <a:rPr sz="1050" dirty="0">
                <a:solidFill>
                  <a:srgbClr val="ECE8DD"/>
                </a:solidFill>
                <a:latin typeface="Consolas"/>
              </a:rPr>
              <a:t>Synchronization -&gt; Logging : flush     [ALSO dynamic]</a:t>
            </a:r>
          </a:p>
          <a:p>
            <a:pPr>
              <a:spcAft>
                <a:spcPts val="100"/>
              </a:spcAft>
            </a:pPr>
            <a:r>
              <a:rPr sz="1050" b="1" dirty="0">
                <a:solidFill>
                  <a:srgbClr val="E0B96F"/>
                </a:solidFill>
                <a:latin typeface="Consolas"/>
              </a:rPr>
              <a:t>Synchronization -&gt; Logging : instance  [ALSO dynamic]</a:t>
            </a:r>
          </a:p>
          <a:p>
            <a:pPr>
              <a:spcAft>
                <a:spcPts val="100"/>
              </a:spcAft>
            </a:pPr>
            <a:endParaRPr sz="1050" b="1" dirty="0">
              <a:solidFill>
                <a:srgbClr val="E0B96F"/>
              </a:solidFill>
              <a:latin typeface="Consolas"/>
            </a:endParaRPr>
          </a:p>
          <a:p>
            <a:pPr>
              <a:spcAft>
                <a:spcPts val="100"/>
              </a:spcAft>
            </a:pPr>
            <a:r>
              <a:rPr sz="1050" dirty="0">
                <a:solidFill>
                  <a:srgbClr val="ECE8DD"/>
                </a:solidFill>
                <a:latin typeface="Consolas"/>
              </a:rPr>
              <a:t>## DYNAMIC EVIDENCE (real execution order)</a:t>
            </a:r>
          </a:p>
          <a:p>
            <a:pPr>
              <a:spcAft>
                <a:spcPts val="100"/>
              </a:spcAft>
            </a:pPr>
            <a:r>
              <a:rPr sz="1050" dirty="0">
                <a:solidFill>
                  <a:srgbClr val="ECE8DD"/>
                </a:solidFill>
                <a:latin typeface="Consolas"/>
              </a:rPr>
              <a:t>[7] Sync -&gt; Logging : flush</a:t>
            </a:r>
          </a:p>
          <a:p>
            <a:pPr>
              <a:spcAft>
                <a:spcPts val="100"/>
              </a:spcAft>
            </a:pPr>
            <a:r>
              <a:rPr sz="1050" dirty="0">
                <a:solidFill>
                  <a:srgbClr val="ECE8DD"/>
                </a:solidFill>
                <a:latin typeface="Consolas"/>
              </a:rPr>
              <a:t>     (from </a:t>
            </a:r>
            <a:r>
              <a:rPr sz="1050" dirty="0" err="1">
                <a:solidFill>
                  <a:srgbClr val="ECE8DD"/>
                </a:solidFill>
                <a:latin typeface="Consolas"/>
              </a:rPr>
              <a:t>SynchronizedRunner.runSynchronized</a:t>
            </a:r>
            <a:r>
              <a:rPr sz="1050" dirty="0">
                <a:solidFill>
                  <a:srgbClr val="ECE8DD"/>
                </a:solidFill>
                <a:latin typeface="Consolas"/>
              </a:rPr>
              <a:t>)</a:t>
            </a:r>
          </a:p>
          <a:p>
            <a:pPr>
              <a:spcAft>
                <a:spcPts val="100"/>
              </a:spcAft>
            </a:pPr>
            <a:r>
              <a:rPr sz="1050" b="1" dirty="0">
                <a:solidFill>
                  <a:srgbClr val="E0B96F"/>
                </a:solidFill>
                <a:latin typeface="Consolas"/>
              </a:rPr>
              <a:t>[8] Sync -&gt; Logging : instance</a:t>
            </a:r>
          </a:p>
          <a:p>
            <a:pPr>
              <a:spcAft>
                <a:spcPts val="100"/>
              </a:spcAft>
            </a:pPr>
            <a:r>
              <a:rPr sz="1050" dirty="0">
                <a:solidFill>
                  <a:srgbClr val="ECE8DD"/>
                </a:solidFill>
                <a:latin typeface="Consolas"/>
              </a:rPr>
              <a:t>     (from </a:t>
            </a:r>
            <a:r>
              <a:rPr sz="1050" dirty="0" err="1">
                <a:solidFill>
                  <a:srgbClr val="ECE8DD"/>
                </a:solidFill>
                <a:latin typeface="Consolas"/>
              </a:rPr>
              <a:t>SynchronizedRunner.runSynchronized</a:t>
            </a:r>
            <a:r>
              <a:rPr sz="1050" dirty="0">
                <a:solidFill>
                  <a:srgbClr val="ECE8DD"/>
                </a:solidFill>
                <a:latin typeface="Consolas"/>
              </a:rPr>
              <a:t>)</a:t>
            </a:r>
          </a:p>
        </p:txBody>
      </p:sp>
      <p:sp>
        <p:nvSpPr>
          <p:cNvPr id="11" name="Rounded Rectangle 10"/>
          <p:cNvSpPr/>
          <p:nvPr/>
        </p:nvSpPr>
        <p:spPr>
          <a:xfrm>
            <a:off x="6172200" y="2712258"/>
            <a:ext cx="5532120" cy="301752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0" y="2803698"/>
            <a:ext cx="5257800" cy="2834640"/>
          </a:xfrm>
          <a:prstGeom prst="rect">
            <a:avLst/>
          </a:prstGeom>
          <a:noFill/>
        </p:spPr>
        <p:txBody>
          <a:bodyPr wrap="square">
            <a:spAutoFit/>
          </a:bodyPr>
          <a:lstStyle/>
          <a:p>
            <a:pPr>
              <a:spcAft>
                <a:spcPts val="100"/>
              </a:spcAft>
            </a:pPr>
            <a:r>
              <a:rPr sz="1050">
                <a:solidFill>
                  <a:srgbClr val="ECE8DD"/>
                </a:solidFill>
                <a:latin typeface="Consolas"/>
              </a:rPr>
              <a:t>// elements.json (final set)</a:t>
            </a:r>
          </a:p>
          <a:p>
            <a:pPr>
              <a:spcAft>
                <a:spcPts val="100"/>
              </a:spcAft>
            </a:pPr>
            <a:r>
              <a:rPr sz="1050">
                <a:solidFill>
                  <a:srgbClr val="ECE8DD"/>
                </a:solidFill>
                <a:latin typeface="Consolas"/>
              </a:rPr>
              <a:t>{"source":"Synchronization","target":"Logging",</a:t>
            </a:r>
          </a:p>
          <a:p>
            <a:pPr>
              <a:spcAft>
                <a:spcPts val="100"/>
              </a:spcAft>
            </a:pPr>
            <a:r>
              <a:rPr sz="1050">
                <a:solidFill>
                  <a:srgbClr val="ECE8DD"/>
                </a:solidFill>
                <a:latin typeface="Consolas"/>
              </a:rPr>
              <a:t>  "interaction":"flush"},</a:t>
            </a:r>
          </a:p>
          <a:p>
            <a:pPr>
              <a:spcAft>
                <a:spcPts val="100"/>
              </a:spcAft>
            </a:pPr>
            <a:r>
              <a:rPr sz="1050" b="1">
                <a:solidFill>
                  <a:srgbClr val="E0B96F"/>
                </a:solidFill>
                <a:latin typeface="Consolas"/>
              </a:rPr>
              <a:t>{"source":"Synchronization","target":"Logging",</a:t>
            </a:r>
          </a:p>
          <a:p>
            <a:pPr>
              <a:spcAft>
                <a:spcPts val="100"/>
              </a:spcAft>
            </a:pPr>
            <a:r>
              <a:rPr sz="1050" b="1">
                <a:solidFill>
                  <a:srgbClr val="E0B96F"/>
                </a:solidFill>
                <a:latin typeface="Consolas"/>
              </a:rPr>
              <a:t>  "interaction":"instance"},</a:t>
            </a:r>
          </a:p>
          <a:p>
            <a:pPr>
              <a:spcAft>
                <a:spcPts val="100"/>
              </a:spcAft>
            </a:pPr>
            <a:r>
              <a:rPr sz="1050">
                <a:solidFill>
                  <a:srgbClr val="ECE8DD"/>
                </a:solidFill>
                <a:latin typeface="Consolas"/>
              </a:rPr>
              <a:t>...</a:t>
            </a:r>
          </a:p>
          <a:p>
            <a:pPr>
              <a:spcAft>
                <a:spcPts val="100"/>
              </a:spcAft>
            </a:pPr>
            <a:endParaRPr sz="1050">
              <a:solidFill>
                <a:srgbClr val="ECE8DD"/>
              </a:solidFill>
              <a:latin typeface="Consolas"/>
            </a:endParaRPr>
          </a:p>
          <a:p>
            <a:pPr>
              <a:spcAft>
                <a:spcPts val="100"/>
              </a:spcAft>
            </a:pPr>
            <a:r>
              <a:rPr sz="1050">
                <a:solidFill>
                  <a:srgbClr val="ECE8DD"/>
                </a:solidFill>
                <a:latin typeface="Consolas"/>
              </a:rPr>
              <a:t>// sequence.json, steps 7-8</a:t>
            </a:r>
          </a:p>
          <a:p>
            <a:pPr>
              <a:spcAft>
                <a:spcPts val="100"/>
              </a:spcAft>
            </a:pPr>
            <a:r>
              <a:rPr sz="1050">
                <a:solidFill>
                  <a:srgbClr val="ECE8DD"/>
                </a:solidFill>
                <a:latin typeface="Consolas"/>
              </a:rPr>
              <a:t>{"step":7,  ...,"interaction":"flush",   "note":""}</a:t>
            </a:r>
          </a:p>
          <a:p>
            <a:pPr>
              <a:spcAft>
                <a:spcPts val="100"/>
              </a:spcAft>
            </a:pPr>
            <a:r>
              <a:rPr sz="1050" b="1">
                <a:solidFill>
                  <a:srgbClr val="E0B96F"/>
                </a:solidFill>
                <a:latin typeface="Consolas"/>
              </a:rPr>
              <a:t>{"step":8,  ...,"interaction":"instance","note":""}</a:t>
            </a:r>
          </a:p>
        </p:txBody>
      </p:sp>
      <p:sp>
        <p:nvSpPr>
          <p:cNvPr id="13" name="TextBox 12"/>
          <p:cNvSpPr txBox="1"/>
          <p:nvPr/>
        </p:nvSpPr>
        <p:spPr>
          <a:xfrm>
            <a:off x="472440" y="6035040"/>
            <a:ext cx="11247120" cy="421654"/>
          </a:xfrm>
          <a:prstGeom prst="rect">
            <a:avLst/>
          </a:prstGeom>
          <a:noFill/>
        </p:spPr>
        <p:txBody>
          <a:bodyPr wrap="square" lIns="45720" tIns="18288" rIns="45720" bIns="18288" anchor="t">
            <a:spAutoFit/>
          </a:bodyPr>
          <a:lstStyle/>
          <a:p>
            <a:pPr algn="l"/>
            <a:r>
              <a:rPr sz="1250" b="1"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Empty "note" fields matter</a:t>
            </a:r>
            <a:r>
              <a:rPr sz="125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25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T</a:t>
            </a:r>
            <a:r>
              <a:rPr sz="125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he agent notes a step ONLY when it came from a single source. All 11 S1 steps corroborate both ways — the agent's judgment call is trivial here.</a:t>
            </a:r>
          </a:p>
        </p:txBody>
      </p:sp>
      <p:sp>
        <p:nvSpPr>
          <p:cNvPr id="4" name="TextBox 3">
            <a:extLst>
              <a:ext uri="{FF2B5EF4-FFF2-40B4-BE49-F238E27FC236}">
                <a16:creationId xmlns:a16="http://schemas.microsoft.com/office/drawing/2014/main" id="{687DC91B-88E4-B501-02AD-2E7AF9F33DD2}"/>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5" name="TextBox 4">
            <a:extLst>
              <a:ext uri="{FF2B5EF4-FFF2-40B4-BE49-F238E27FC236}">
                <a16:creationId xmlns:a16="http://schemas.microsoft.com/office/drawing/2014/main" id="{3D31E893-1426-9DCD-47E1-7BAA0EB3985C}"/>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17</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48247"/>
            <a:ext cx="10803890" cy="1048123"/>
          </a:xfrm>
        </p:spPr>
        <p:txBody>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6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28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v2 Generation: Elements → Scenario Diagram</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a:solidFill>
                  <a:srgbClr val="FFFFFF"/>
                </a:solidFill>
                <a:latin typeface="Calibri"/>
              </a:rPr>
              <a:t>STAGE 6 / 6</a:t>
            </a:r>
          </a:p>
        </p:txBody>
      </p:sp>
      <p:sp>
        <p:nvSpPr>
          <p:cNvPr id="8" name="TextBox 7"/>
          <p:cNvSpPr txBox="1"/>
          <p:nvPr/>
        </p:nvSpPr>
        <p:spPr>
          <a:xfrm>
            <a:off x="487680" y="1789907"/>
            <a:ext cx="11247120" cy="1114151"/>
          </a:xfrm>
          <a:prstGeom prst="rect">
            <a:avLst/>
          </a:prstGeom>
          <a:noFill/>
        </p:spPr>
        <p:txBody>
          <a:bodyPr wrap="square" lIns="45720" tIns="18288" rIns="45720" bIns="18288" anchor="t">
            <a:spAutoFit/>
          </a:bodyPr>
          <a:lstStyle/>
          <a:p>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The static and dynamic evidence — plus the underlying C++ code snippets for each candidate interaction — as separately-</a:t>
            </a:r>
            <a:r>
              <a:rPr lang="en-GB" sz="140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labeled</a:t>
            </a:r>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un-merged sources is provided to LLM agent. </a:t>
            </a:r>
          </a:p>
          <a:p>
            <a:r>
              <a:rPr lang="en-GB" sz="1400" b="1"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Agent-synthesis</a:t>
            </a:r>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skill is used to reason about corroboration, suppression and indirect dispatch. </a:t>
            </a:r>
            <a:r>
              <a:rPr lang="en-GB"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v2 structural and sequence models are generated using the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400" b="1"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-structural-model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400" b="1"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-sequence-model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agent skills. Each element becomes a typed port pair and each sequence step becomes a labelled </a:t>
            </a:r>
            <a:r>
              <a:rPr lang="en-GB"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SynchronousCall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Rounded Rectangle 8"/>
          <p:cNvSpPr/>
          <p:nvPr/>
        </p:nvSpPr>
        <p:spPr>
          <a:xfrm>
            <a:off x="2459051" y="3110842"/>
            <a:ext cx="7042727" cy="283464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96211" y="3202282"/>
            <a:ext cx="6369858" cy="2926442"/>
          </a:xfrm>
          <a:prstGeom prst="rect">
            <a:avLst/>
          </a:prstGeom>
          <a:noFill/>
        </p:spPr>
        <p:txBody>
          <a:bodyPr wrap="square">
            <a:spAutoFit/>
          </a:bodyPr>
          <a:lstStyle/>
          <a:p>
            <a:pPr>
              <a:spcAft>
                <a:spcPts val="100"/>
              </a:spcAft>
            </a:pPr>
            <a:r>
              <a:rPr sz="1150">
                <a:solidFill>
                  <a:srgbClr val="ECE8DD"/>
                </a:solidFill>
                <a:latin typeface="Consolas"/>
              </a:rPr>
              <a:t>package ComponentModel_S1 {</a:t>
            </a:r>
          </a:p>
          <a:p>
            <a:pPr>
              <a:spcAft>
                <a:spcPts val="100"/>
              </a:spcAft>
            </a:pPr>
            <a:r>
              <a:rPr sz="1150">
                <a:solidFill>
                  <a:srgbClr val="ECE8DD"/>
                </a:solidFill>
                <a:latin typeface="Consolas"/>
              </a:rPr>
              <a:t>    port def Instance;  // ...Flush, GetAll, Stream</a:t>
            </a:r>
          </a:p>
          <a:p>
            <a:pPr>
              <a:spcAft>
                <a:spcPts val="100"/>
              </a:spcAft>
            </a:pPr>
            <a:r>
              <a:rPr sz="1150">
                <a:solidFill>
                  <a:srgbClr val="ECE8DD"/>
                </a:solidFill>
                <a:latin typeface="Consolas"/>
              </a:rPr>
              <a:t>    part def Logging { port serverInstance : Instance; }</a:t>
            </a:r>
          </a:p>
          <a:p>
            <a:pPr>
              <a:spcAft>
                <a:spcPts val="100"/>
              </a:spcAft>
            </a:pPr>
            <a:r>
              <a:rPr sz="1150">
                <a:solidFill>
                  <a:srgbClr val="ECE8DD"/>
                </a:solidFill>
                <a:latin typeface="Consolas"/>
              </a:rPr>
              <a:t>    part def Synchronization { port clientInstance : Instance; }</a:t>
            </a:r>
          </a:p>
          <a:p>
            <a:pPr>
              <a:spcAft>
                <a:spcPts val="100"/>
              </a:spcAft>
            </a:pPr>
            <a:r>
              <a:rPr sz="1150">
                <a:solidFill>
                  <a:srgbClr val="ECE8DD"/>
                </a:solidFill>
                <a:latin typeface="Consolas"/>
              </a:rPr>
              <a:t>    part def S1System {</a:t>
            </a:r>
          </a:p>
          <a:p>
            <a:pPr>
              <a:spcAft>
                <a:spcPts val="100"/>
              </a:spcAft>
            </a:pPr>
            <a:r>
              <a:rPr sz="1150" b="1">
                <a:solidFill>
                  <a:srgbClr val="E0B96F"/>
                </a:solidFill>
                <a:latin typeface="Consolas"/>
              </a:rPr>
              <a:t>        connect logging.serverInstance to synchronization.clientInstance;</a:t>
            </a:r>
          </a:p>
          <a:p>
            <a:pPr>
              <a:spcAft>
                <a:spcPts val="100"/>
              </a:spcAft>
            </a:pPr>
            <a:r>
              <a:rPr sz="1150">
                <a:solidFill>
                  <a:srgbClr val="ECE8DD"/>
                </a:solidFill>
                <a:latin typeface="Consolas"/>
              </a:rPr>
              <a:t>    }</a:t>
            </a:r>
          </a:p>
          <a:p>
            <a:pPr>
              <a:spcAft>
                <a:spcPts val="100"/>
              </a:spcAft>
            </a:pPr>
            <a:r>
              <a:rPr sz="1150">
                <a:solidFill>
                  <a:srgbClr val="ECE8DD"/>
                </a:solidFill>
                <a:latin typeface="Consolas"/>
              </a:rPr>
              <a:t>}</a:t>
            </a:r>
          </a:p>
          <a:p>
            <a:pPr>
              <a:spcAft>
                <a:spcPts val="100"/>
              </a:spcAft>
            </a:pPr>
            <a:r>
              <a:rPr sz="1150">
                <a:solidFill>
                  <a:srgbClr val="ECE8DD"/>
                </a:solidFill>
                <a:latin typeface="Consolas"/>
              </a:rPr>
              <a:t>package CPScoreInteractionModels_S1 {</a:t>
            </a:r>
          </a:p>
          <a:p>
            <a:pPr>
              <a:spcAft>
                <a:spcPts val="100"/>
              </a:spcAft>
            </a:pPr>
            <a:r>
              <a:rPr sz="1150" b="1">
                <a:solidFill>
                  <a:srgbClr val="E0B96F"/>
                </a:solidFill>
                <a:latin typeface="Consolas"/>
              </a:rPr>
              <a:t>    part m8_instance : SynchronousCall {</a:t>
            </a:r>
          </a:p>
          <a:p>
            <a:pPr>
              <a:spcAft>
                <a:spcPts val="100"/>
              </a:spcAft>
            </a:pPr>
            <a:r>
              <a:rPr sz="1150" b="1">
                <a:solidFill>
                  <a:srgbClr val="E0B96F"/>
                </a:solidFill>
                <a:latin typeface="Consolas"/>
              </a:rPr>
              <a:t>        ref from : Lifeline = synchronization;</a:t>
            </a:r>
          </a:p>
          <a:p>
            <a:pPr>
              <a:spcAft>
                <a:spcPts val="100"/>
              </a:spcAft>
            </a:pPr>
            <a:r>
              <a:rPr sz="1150" b="1">
                <a:solidFill>
                  <a:srgbClr val="E0B96F"/>
                </a:solidFill>
                <a:latin typeface="Consolas"/>
              </a:rPr>
              <a:t>        ref to   : Lifeline = logging;</a:t>
            </a:r>
          </a:p>
          <a:p>
            <a:pPr>
              <a:spcAft>
                <a:spcPts val="100"/>
              </a:spcAft>
            </a:pPr>
            <a:r>
              <a:rPr sz="1150" b="1">
                <a:solidFill>
                  <a:srgbClr val="E0B96F"/>
                </a:solidFill>
                <a:latin typeface="Consolas"/>
              </a:rPr>
              <a:t>        attribute :&gt;&gt; label = "8. instance";</a:t>
            </a:r>
          </a:p>
          <a:p>
            <a:pPr>
              <a:spcAft>
                <a:spcPts val="100"/>
              </a:spcAft>
            </a:pPr>
            <a:r>
              <a:rPr sz="1150">
                <a:solidFill>
                  <a:srgbClr val="ECE8DD"/>
                </a:solidFill>
                <a:latin typeface="Consolas"/>
              </a:rPr>
              <a:t>    }</a:t>
            </a:r>
          </a:p>
          <a:p>
            <a:pPr>
              <a:spcAft>
                <a:spcPts val="100"/>
              </a:spcAft>
            </a:pPr>
            <a:r>
              <a:rPr sz="1150">
                <a:solidFill>
                  <a:srgbClr val="ECE8DD"/>
                </a:solidFill>
                <a:latin typeface="Consolas"/>
              </a:rPr>
              <a:t>}</a:t>
            </a:r>
          </a:p>
        </p:txBody>
      </p:sp>
      <p:sp>
        <p:nvSpPr>
          <p:cNvPr id="5" name="TextBox 4">
            <a:extLst>
              <a:ext uri="{FF2B5EF4-FFF2-40B4-BE49-F238E27FC236}">
                <a16:creationId xmlns:a16="http://schemas.microsoft.com/office/drawing/2014/main" id="{F7482C96-0BEB-CBA3-0BB5-D4BBF74F98F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6" name="TextBox 5">
            <a:extLst>
              <a:ext uri="{FF2B5EF4-FFF2-40B4-BE49-F238E27FC236}">
                <a16:creationId xmlns:a16="http://schemas.microsoft.com/office/drawing/2014/main" id="{167EDC02-CEF4-0772-E546-C4D73B6AC15A}"/>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18</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Experiment Design</a:t>
            </a:r>
          </a:p>
        </p:txBody>
      </p:sp>
      <p:sp>
        <p:nvSpPr>
          <p:cNvPr id="3" name="Content Placeholder 2"/>
          <p:cNvSpPr>
            <a:spLocks noGrp="1"/>
          </p:cNvSpPr>
          <p:nvPr>
            <p:ph sz="quarter" idx="11"/>
          </p:nvPr>
        </p:nvSpPr>
        <p:spPr>
          <a:xfrm>
            <a:off x="5210175" y="1020445"/>
            <a:ext cx="6238875" cy="5029200"/>
          </a:xfrm>
        </p:spPr>
        <p:txBody>
          <a:bodyPr>
            <a:noAutofit/>
          </a:bodyPr>
          <a:lstStyle/>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Five conditions, scored against a </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ground</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truth</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across all four scenarios:</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C1 — LLM-only (no code context)</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C2 — Static graph only</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C3 — Runtime traces only</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C4 — Static ∪ Dynamic (raw union)</a:t>
            </a:r>
            <a:endPar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lvl="1"/>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C5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Intersection (Static ∩ Dynamic)</a:t>
            </a: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6</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Full pipeline (C4 + agent synthesis</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pruning false positives)</a:t>
            </a:r>
          </a:p>
          <a:p>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Every entry in REF (reference) and GEN (generated) is a normalized (source, target, interaction) triple.</a:t>
            </a:r>
            <a:endPar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Metrics</a:t>
            </a:r>
            <a:r>
              <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rPr>
              <a:t> applied over these triple </a:t>
            </a:r>
            <a:r>
              <a:rPr lang="nl-NL" sz="1100" dirty="0">
                <a:latin typeface="Sans Serif Collection" panose="020B0502040504020204" pitchFamily="34" charset="0"/>
                <a:ea typeface="Sans Serif Collection" panose="020B0502040504020204" pitchFamily="34" charset="0"/>
                <a:cs typeface="Sans Serif Collection" panose="020B0502040504020204" pitchFamily="34" charset="0"/>
              </a:rPr>
              <a:t>[8]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P</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recision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gen∩ref</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|/|gen|</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=&gt;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TP / (TP + FP)</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R</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ecall</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gen∩ref</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|/|ref|</a:t>
            </a:r>
            <a:r>
              <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rPr>
              <a:t>=&gt;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R = TP / (TP + FN)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F1 = 2PR/(P+R)</a:t>
            </a:r>
          </a:p>
        </p:txBody>
      </p:sp>
      <p:sp>
        <p:nvSpPr>
          <p:cNvPr id="4" name="TextBox 3">
            <a:extLst>
              <a:ext uri="{FF2B5EF4-FFF2-40B4-BE49-F238E27FC236}">
                <a16:creationId xmlns:a16="http://schemas.microsoft.com/office/drawing/2014/main" id="{2B0FA8B5-1750-E7D7-12A8-16F6A2EF93F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19</a:t>
            </a:r>
          </a:p>
        </p:txBody>
      </p:sp>
      <p:sp>
        <p:nvSpPr>
          <p:cNvPr id="5" name="TextBox 4">
            <a:extLst>
              <a:ext uri="{FF2B5EF4-FFF2-40B4-BE49-F238E27FC236}">
                <a16:creationId xmlns:a16="http://schemas.microsoft.com/office/drawing/2014/main" id="{1F923145-A7A0-45AC-0EA0-9B1050AA634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4F202-9983-88FC-72C7-CD0DF798660C}"/>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4B2222B3-0B00-A8EC-B6B3-125875C32B1B}"/>
              </a:ext>
            </a:extLst>
          </p:cNvPr>
          <p:cNvSpPr txBox="1"/>
          <p:nvPr/>
        </p:nvSpPr>
        <p:spPr>
          <a:xfrm>
            <a:off x="727136" y="4271343"/>
            <a:ext cx="9167361" cy="1885388"/>
          </a:xfrm>
          <a:prstGeom prst="rect">
            <a:avLst/>
          </a:prstGeom>
          <a:noFill/>
        </p:spPr>
        <p:txBody>
          <a:bodyPr wrap="square">
            <a:spAutoFit/>
          </a:bodyPr>
          <a:lstStyle/>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TP1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TP2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RAIILogStream.stream</a:t>
            </a:r>
            <a:r>
              <a:rPr lang="en-GB" sz="1200" b="1" dirty="0">
                <a:solidFill>
                  <a:srgbClr val="E0B96F"/>
                </a:solidFill>
                <a:latin typeface="SFMono-Regular"/>
              </a:rPr>
              <a:t>" } ]  TP3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FN1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   FN2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endParaRPr lang="en-GB" sz="1200" b="1" dirty="0">
              <a:solidFill>
                <a:srgbClr val="E0B96F"/>
              </a:solidFill>
              <a:latin typeface="SFMono-Regular"/>
            </a:endParaRPr>
          </a:p>
          <a:p>
            <a:endParaRPr lang="en-GB" sz="1200" b="1" dirty="0"/>
          </a:p>
        </p:txBody>
      </p:sp>
      <p:sp>
        <p:nvSpPr>
          <p:cNvPr id="6" name="Title 5">
            <a:extLst>
              <a:ext uri="{FF2B5EF4-FFF2-40B4-BE49-F238E27FC236}">
                <a16:creationId xmlns:a16="http://schemas.microsoft.com/office/drawing/2014/main" id="{09C994F2-0C32-A68C-277F-8B4FD6BAD210}"/>
              </a:ext>
            </a:extLst>
          </p:cNvPr>
          <p:cNvSpPr>
            <a:spLocks noGrp="1"/>
          </p:cNvSpPr>
          <p:nvPr>
            <p:ph type="title"/>
          </p:nvPr>
        </p:nvSpPr>
        <p:spPr>
          <a:xfrm>
            <a:off x="499110" y="683891"/>
            <a:ext cx="10515600" cy="71375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p>
        </p:txBody>
      </p:sp>
      <p:sp>
        <p:nvSpPr>
          <p:cNvPr id="7" name="Content Placeholder 6">
            <a:extLst>
              <a:ext uri="{FF2B5EF4-FFF2-40B4-BE49-F238E27FC236}">
                <a16:creationId xmlns:a16="http://schemas.microsoft.com/office/drawing/2014/main" id="{B5B587DE-AA1E-643C-562D-742FFB266184}"/>
              </a:ext>
            </a:extLst>
          </p:cNvPr>
          <p:cNvSpPr>
            <a:spLocks noGrp="1"/>
          </p:cNvSpPr>
          <p:nvPr>
            <p:ph sz="quarter" idx="10"/>
          </p:nvPr>
        </p:nvSpPr>
        <p:spPr>
          <a:xfrm>
            <a:off x="727136" y="2199702"/>
            <a:ext cx="10737728" cy="1324387"/>
          </a:xfrm>
        </p:spPr>
        <p:txBody>
          <a:bodyPr>
            <a:noAutofit/>
          </a:bodyPr>
          <a:lstStyle/>
          <a:p>
            <a:pPr marL="0" indent="0">
              <a:lnSpc>
                <a:spcPct val="0"/>
              </a:lnSpc>
              <a:buNone/>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 </a:t>
            </a:r>
            <a:r>
              <a:rPr lang="en-GB" sz="1200" b="1" dirty="0" err="1">
                <a:solidFill>
                  <a:srgbClr val="E0B96F"/>
                </a:solidFill>
                <a:latin typeface="SFMono-Regular"/>
              </a:rPr>
              <a:t>Runner.Test</a:t>
            </a:r>
            <a:endParaRPr lang="en-GB" sz="1200" b="1" dirty="0">
              <a:solidFill>
                <a:srgbClr val="E0B96F"/>
              </a:solidFill>
              <a:latin typeface="SFMono-Regular"/>
            </a:endParaRPr>
          </a:p>
          <a:p>
            <a:pPr marL="0" indent="0">
              <a:lnSpc>
                <a:spcPct val="0"/>
              </a:lnSpc>
              <a:buNone/>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 </a:t>
            </a:r>
            <a:r>
              <a:rPr lang="en-GB" sz="1200" b="1" dirty="0" err="1">
                <a:solidFill>
                  <a:srgbClr val="E0B96F"/>
                </a:solidFill>
                <a:latin typeface="SFMono-Regular"/>
              </a:rPr>
              <a:t>Runner.Test</a:t>
            </a:r>
            <a:endParaRPr lang="en-GB" sz="1200" b="1" dirty="0">
              <a:solidFill>
                <a:srgbClr val="E0B96F"/>
              </a:solidFill>
              <a:latin typeface="SFMono-Regular"/>
            </a:endParaRPr>
          </a:p>
          <a:p>
            <a:pPr marL="0" indent="0">
              <a:lnSpc>
                <a:spcPct val="0"/>
              </a:lnSpc>
              <a:buNone/>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 </a:t>
            </a:r>
            <a:r>
              <a:rPr lang="en-GB" sz="1200" b="1" dirty="0" err="1">
                <a:solidFill>
                  <a:srgbClr val="E0B96F"/>
                </a:solidFill>
                <a:latin typeface="SFMono-Regular"/>
              </a:rPr>
              <a:t>Runner.Timeout</a:t>
            </a:r>
            <a:endParaRPr lang="en-GB" sz="1200" b="1" dirty="0">
              <a:solidFill>
                <a:srgbClr val="E0B96F"/>
              </a:solidFill>
              <a:latin typeface="SFMono-Regular"/>
            </a:endParaRPr>
          </a:p>
          <a:p>
            <a:pPr marL="0" indent="0">
              <a:lnSpc>
                <a:spcPct val="0"/>
              </a:lnSpc>
              <a:buNone/>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 </a:t>
            </a:r>
            <a:r>
              <a:rPr lang="en-GB" sz="1200" b="1" dirty="0" err="1">
                <a:solidFill>
                  <a:srgbClr val="E0B96F"/>
                </a:solidFill>
                <a:latin typeface="SFMono-Regular"/>
              </a:rPr>
              <a:t>Runner.Timeout</a:t>
            </a:r>
            <a:endParaRPr lang="en-GB" sz="1200" b="1" dirty="0">
              <a:solidFill>
                <a:srgbClr val="E0B96F"/>
              </a:solidFill>
              <a:latin typeface="SFMono-Regular"/>
            </a:endParaRPr>
          </a:p>
          <a:p>
            <a:pPr marL="0" indent="0">
              <a:lnSpc>
                <a:spcPct val="0"/>
              </a:lnSpc>
              <a:buNone/>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RAIILogStream.stream</a:t>
            </a:r>
            <a:r>
              <a:rPr lang="en-GB" sz="1200" b="1" dirty="0">
                <a:solidFill>
                  <a:srgbClr val="E0B96F"/>
                </a:solidFill>
                <a:latin typeface="SFMono-Regular"/>
              </a:rPr>
              <a:t>" } ]  // </a:t>
            </a:r>
            <a:r>
              <a:rPr lang="en-GB" sz="1200" b="1" dirty="0" err="1">
                <a:solidFill>
                  <a:srgbClr val="E0B96F"/>
                </a:solidFill>
                <a:latin typeface="SFMono-Regular"/>
              </a:rPr>
              <a:t>Runner.Timeout</a:t>
            </a:r>
            <a:endParaRPr lang="en-GB" sz="1200" b="1" dirty="0">
              <a:solidFill>
                <a:srgbClr val="E0B96F"/>
              </a:solidFill>
              <a:latin typeface="SFMono-Regular"/>
            </a:endParaRPr>
          </a:p>
        </p:txBody>
      </p:sp>
      <p:sp>
        <p:nvSpPr>
          <p:cNvPr id="15" name="TextBox 14">
            <a:extLst>
              <a:ext uri="{FF2B5EF4-FFF2-40B4-BE49-F238E27FC236}">
                <a16:creationId xmlns:a16="http://schemas.microsoft.com/office/drawing/2014/main" id="{D9E181AB-67AF-E9E1-C3E9-C97F0A8BE1DC}"/>
              </a:ext>
            </a:extLst>
          </p:cNvPr>
          <p:cNvSpPr txBox="1"/>
          <p:nvPr/>
        </p:nvSpPr>
        <p:spPr>
          <a:xfrm>
            <a:off x="727136" y="1658812"/>
            <a:ext cx="2327881" cy="369332"/>
          </a:xfrm>
          <a:prstGeom prst="rect">
            <a:avLst/>
          </a:prstGeom>
          <a:noFill/>
        </p:spPr>
        <p:txBody>
          <a:bodyPr wrap="none" rtlCol="0">
            <a:sp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S1- Reference (REF):</a:t>
            </a:r>
          </a:p>
        </p:txBody>
      </p:sp>
      <p:sp>
        <p:nvSpPr>
          <p:cNvPr id="17" name="TextBox 16">
            <a:extLst>
              <a:ext uri="{FF2B5EF4-FFF2-40B4-BE49-F238E27FC236}">
                <a16:creationId xmlns:a16="http://schemas.microsoft.com/office/drawing/2014/main" id="{CDE36C77-2FD1-A25E-65D9-570D3E1DF63F}"/>
              </a:ext>
            </a:extLst>
          </p:cNvPr>
          <p:cNvSpPr txBox="1"/>
          <p:nvPr/>
        </p:nvSpPr>
        <p:spPr>
          <a:xfrm>
            <a:off x="727136" y="3796302"/>
            <a:ext cx="2698175"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C1_LLM_only (GEN):</a:t>
            </a:r>
          </a:p>
        </p:txBody>
      </p:sp>
      <p:sp>
        <p:nvSpPr>
          <p:cNvPr id="35" name="TextBox 34">
            <a:extLst>
              <a:ext uri="{FF2B5EF4-FFF2-40B4-BE49-F238E27FC236}">
                <a16:creationId xmlns:a16="http://schemas.microsoft.com/office/drawing/2014/main" id="{B10535EA-6B7F-0DD3-64DE-4DB3968A8090}"/>
              </a:ext>
            </a:extLst>
          </p:cNvPr>
          <p:cNvSpPr txBox="1"/>
          <p:nvPr/>
        </p:nvSpPr>
        <p:spPr>
          <a:xfrm>
            <a:off x="727136" y="5701138"/>
            <a:ext cx="10004124" cy="907941"/>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TP=3 and FN=2: C1 gets both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Runner.Test</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edges right but on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Runner.Timeout</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reports only stream, missing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/flush for that test entirely. An LLM reasons over the raw scenario description alone, no static graph, no trace. Baseline for what's inferable with zero pipeline evidence.</a:t>
            </a:r>
          </a:p>
          <a:p>
            <a:endPar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9" name="TextBox 38">
            <a:extLst>
              <a:ext uri="{FF2B5EF4-FFF2-40B4-BE49-F238E27FC236}">
                <a16:creationId xmlns:a16="http://schemas.microsoft.com/office/drawing/2014/main" id="{31325789-3FE6-C5C2-9D07-0CB1AD042F2A}"/>
              </a:ext>
            </a:extLst>
          </p:cNvPr>
          <p:cNvSpPr txBox="1"/>
          <p:nvPr/>
        </p:nvSpPr>
        <p:spPr>
          <a:xfrm>
            <a:off x="9583947" y="4034236"/>
            <a:ext cx="2001689" cy="954107"/>
          </a:xfrm>
          <a:prstGeom prst="rect">
            <a:avLst/>
          </a:prstGeom>
          <a:noFill/>
        </p:spPr>
        <p:txBody>
          <a:bodyPr wrap="square">
            <a:spAutoFit/>
          </a:bodyPr>
          <a:lstStyle/>
          <a:p>
            <a:r>
              <a:rPr lang="pt-BR"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TP=3, FP=0, FN=2 · P=3/(3+0)=1.00 · R=3/(3+2)=.60 · F1=2(1)(.6)/(1.6)=.75</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0" name="TextBox 39">
            <a:extLst>
              <a:ext uri="{FF2B5EF4-FFF2-40B4-BE49-F238E27FC236}">
                <a16:creationId xmlns:a16="http://schemas.microsoft.com/office/drawing/2014/main" id="{CD60121C-65DD-DECD-82CE-AE9E79DD15D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20</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1" name="TextBox 40">
            <a:extLst>
              <a:ext uri="{FF2B5EF4-FFF2-40B4-BE49-F238E27FC236}">
                <a16:creationId xmlns:a16="http://schemas.microsoft.com/office/drawing/2014/main" id="{D463C7D3-3FCD-ACBC-8CF5-90F8F929B74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251977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489A45-D1B7-69BA-706C-EC5A83A48549}"/>
              </a:ext>
            </a:extLst>
          </p:cNvPr>
          <p:cNvSpPr>
            <a:spLocks noGrp="1"/>
          </p:cNvSpPr>
          <p:nvPr>
            <p:ph type="title"/>
          </p:nvPr>
        </p:nvSpPr>
        <p:spPr>
          <a:xfrm>
            <a:off x="499110" y="807864"/>
            <a:ext cx="10515600" cy="71375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p>
        </p:txBody>
      </p:sp>
      <p:sp>
        <p:nvSpPr>
          <p:cNvPr id="12" name="TextBox 11">
            <a:extLst>
              <a:ext uri="{FF2B5EF4-FFF2-40B4-BE49-F238E27FC236}">
                <a16:creationId xmlns:a16="http://schemas.microsoft.com/office/drawing/2014/main" id="{4F92B4A2-520E-6946-58E9-E5DE30BA27DE}"/>
              </a:ext>
            </a:extLst>
          </p:cNvPr>
          <p:cNvSpPr txBox="1"/>
          <p:nvPr/>
        </p:nvSpPr>
        <p:spPr>
          <a:xfrm>
            <a:off x="606820" y="2216588"/>
            <a:ext cx="8397240" cy="2140266"/>
          </a:xfrm>
          <a:prstGeom prst="rect">
            <a:avLst/>
          </a:prstGeom>
          <a:noFill/>
        </p:spPr>
        <p:txBody>
          <a:bodyPr wrap="square">
            <a:spAutoFit/>
          </a:bodyPr>
          <a:lstStyle/>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getAll</a:t>
            </a:r>
            <a:r>
              <a:rPr lang="en-GB" sz="1200" b="1" dirty="0">
                <a:solidFill>
                  <a:srgbClr val="E0B96F"/>
                </a:solidFill>
                <a:latin typeface="SFMono-Regular"/>
              </a:rPr>
              <a:t>" },     TP1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"flush" },      TP2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"instance" },   FP1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"stream" },     FP2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getAll</a:t>
            </a:r>
            <a:r>
              <a:rPr lang="en-GB" sz="1200" b="1" dirty="0">
                <a:solidFill>
                  <a:srgbClr val="E0B96F"/>
                </a:solidFill>
                <a:latin typeface="SFMono-Regular"/>
              </a:rPr>
              <a:t>" },     TP3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"flush" },      TP4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"instance" },   FP3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"stream" } ]    TP5  // </a:t>
            </a:r>
            <a:r>
              <a:rPr lang="en-GB" sz="1200" b="1" dirty="0" err="1">
                <a:solidFill>
                  <a:srgbClr val="E0B96F"/>
                </a:solidFill>
                <a:latin typeface="SFMono-Regular"/>
              </a:rPr>
              <a:t>Runner.Timeout</a:t>
            </a:r>
            <a:endParaRPr lang="en-GB" sz="1200" b="1" dirty="0">
              <a:solidFill>
                <a:srgbClr val="E0B96F"/>
              </a:solidFill>
              <a:latin typeface="SFMono-Regular"/>
            </a:endParaRPr>
          </a:p>
        </p:txBody>
      </p:sp>
      <p:sp>
        <p:nvSpPr>
          <p:cNvPr id="16" name="TextBox 15">
            <a:extLst>
              <a:ext uri="{FF2B5EF4-FFF2-40B4-BE49-F238E27FC236}">
                <a16:creationId xmlns:a16="http://schemas.microsoft.com/office/drawing/2014/main" id="{93C14A0B-7C76-B149-CBDB-6543B6979F14}"/>
              </a:ext>
            </a:extLst>
          </p:cNvPr>
          <p:cNvSpPr txBox="1"/>
          <p:nvPr/>
        </p:nvSpPr>
        <p:spPr>
          <a:xfrm>
            <a:off x="598194" y="1576617"/>
            <a:ext cx="2279791"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C2_Static (GEN):</a:t>
            </a:r>
          </a:p>
        </p:txBody>
      </p:sp>
      <p:sp>
        <p:nvSpPr>
          <p:cNvPr id="36" name="TextBox 35">
            <a:extLst>
              <a:ext uri="{FF2B5EF4-FFF2-40B4-BE49-F238E27FC236}">
                <a16:creationId xmlns:a16="http://schemas.microsoft.com/office/drawing/2014/main" id="{BE653870-9677-313B-F4B9-2F60C6E37913}"/>
              </a:ext>
            </a:extLst>
          </p:cNvPr>
          <p:cNvSpPr txBox="1"/>
          <p:nvPr/>
        </p:nvSpPr>
        <p:spPr>
          <a:xfrm>
            <a:off x="598193" y="4644486"/>
            <a:ext cx="10598893" cy="1384995"/>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TP=5 and FP=3: static finds every real edge on both tests, but also reports instance (never in either reference), and on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Runner.Test</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alone, stream — a call that's only actually in scope once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Runner.Timeout's</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CPSLogger</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::instance()-&gt;</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setLogLevel</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path runs. Static analysis can't tell the two tests apart.</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Static Only: The scenario-scoped static call graph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edges from Renaissance/Neo4j) alone. Sees everything reachable in source, whether or not it actually runs.</a:t>
            </a:r>
          </a:p>
        </p:txBody>
      </p:sp>
      <p:sp>
        <p:nvSpPr>
          <p:cNvPr id="37" name="TextBox 36">
            <a:extLst>
              <a:ext uri="{FF2B5EF4-FFF2-40B4-BE49-F238E27FC236}">
                <a16:creationId xmlns:a16="http://schemas.microsoft.com/office/drawing/2014/main" id="{F6FD3D87-8C1B-E726-B7BF-D19420ED0C61}"/>
              </a:ext>
            </a:extLst>
          </p:cNvPr>
          <p:cNvSpPr txBox="1"/>
          <p:nvPr/>
        </p:nvSpPr>
        <p:spPr>
          <a:xfrm>
            <a:off x="9183322" y="2332614"/>
            <a:ext cx="2242868" cy="954107"/>
          </a:xfrm>
          <a:prstGeom prst="rect">
            <a:avLst/>
          </a:prstGeom>
          <a:noFill/>
        </p:spPr>
        <p:txBody>
          <a:bodyPr wrap="square" rtlCol="0">
            <a:spAutoFit/>
          </a:bodyPr>
          <a:lstStyle/>
          <a:p>
            <a:r>
              <a:rPr lang="pt-BR" sz="1400" dirty="0">
                <a:latin typeface="Sans Serif Collection" panose="020B0502040504020204" pitchFamily="34" charset="0"/>
                <a:ea typeface="Sans Serif Collection" panose="020B0502040504020204" pitchFamily="34" charset="0"/>
                <a:cs typeface="Sans Serif Collection" panose="020B0502040504020204" pitchFamily="34" charset="0"/>
              </a:rPr>
              <a:t>TP=5, FP=3, FN=0 P=5/(5+3)=.63 R=5/(5+0)=1.00 F1=2(.625)(1)/(1.625)=.77</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0" name="TextBox 39">
            <a:extLst>
              <a:ext uri="{FF2B5EF4-FFF2-40B4-BE49-F238E27FC236}">
                <a16:creationId xmlns:a16="http://schemas.microsoft.com/office/drawing/2014/main" id="{CC689E7A-C4E7-9080-C24C-F7AC9CE652DD}"/>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21</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1" name="TextBox 40">
            <a:extLst>
              <a:ext uri="{FF2B5EF4-FFF2-40B4-BE49-F238E27FC236}">
                <a16:creationId xmlns:a16="http://schemas.microsoft.com/office/drawing/2014/main" id="{97B02E56-1549-34BC-C37B-E32CF42F937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229788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3806A-9522-2FB8-7DF9-458C47CADDC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6D530476-A476-DFA5-2413-75228F20A6EB}"/>
              </a:ext>
            </a:extLst>
          </p:cNvPr>
          <p:cNvSpPr>
            <a:spLocks noGrp="1"/>
          </p:cNvSpPr>
          <p:nvPr>
            <p:ph type="title"/>
          </p:nvPr>
        </p:nvSpPr>
        <p:spPr>
          <a:xfrm>
            <a:off x="428625" y="792365"/>
            <a:ext cx="10015451" cy="62752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endParaRPr lang="en-GB" b="1" dirty="0"/>
          </a:p>
        </p:txBody>
      </p:sp>
      <p:sp>
        <p:nvSpPr>
          <p:cNvPr id="20" name="TextBox 19">
            <a:extLst>
              <a:ext uri="{FF2B5EF4-FFF2-40B4-BE49-F238E27FC236}">
                <a16:creationId xmlns:a16="http://schemas.microsoft.com/office/drawing/2014/main" id="{9959943D-16F8-FD7E-D3A1-3F6B0F4D3AEF}"/>
              </a:ext>
            </a:extLst>
          </p:cNvPr>
          <p:cNvSpPr txBox="1"/>
          <p:nvPr/>
        </p:nvSpPr>
        <p:spPr>
          <a:xfrm>
            <a:off x="557471" y="1920314"/>
            <a:ext cx="2672289" cy="369332"/>
          </a:xfrm>
          <a:prstGeom prst="rect">
            <a:avLst/>
          </a:prstGeom>
          <a:noFill/>
        </p:spPr>
        <p:txBody>
          <a:bodyPr wrap="squar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C3_Dynamic (GEN):</a:t>
            </a:r>
          </a:p>
        </p:txBody>
      </p:sp>
      <p:sp>
        <p:nvSpPr>
          <p:cNvPr id="26" name="TextBox 25">
            <a:extLst>
              <a:ext uri="{FF2B5EF4-FFF2-40B4-BE49-F238E27FC236}">
                <a16:creationId xmlns:a16="http://schemas.microsoft.com/office/drawing/2014/main" id="{7306C36F-F733-0E41-565C-FF5133938840}"/>
              </a:ext>
            </a:extLst>
          </p:cNvPr>
          <p:cNvSpPr txBox="1"/>
          <p:nvPr/>
        </p:nvSpPr>
        <p:spPr>
          <a:xfrm>
            <a:off x="8670206" y="2999225"/>
            <a:ext cx="2425929" cy="954107"/>
          </a:xfrm>
          <a:prstGeom prst="rect">
            <a:avLst/>
          </a:prstGeom>
          <a:noFill/>
        </p:spPr>
        <p:txBody>
          <a:bodyPr wrap="square">
            <a:spAutoFit/>
          </a:bodyPr>
          <a:lstStyle/>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TP=5, FP=2, FN=0 P=5/(5+2)=.71</a:t>
            </a:r>
          </a:p>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a:t>
            </a:r>
            <a:r>
              <a:rPr lang="pt-BR" sz="1400" dirty="0">
                <a:latin typeface="Sans Serif Collection" panose="020B0502040504020204" pitchFamily="34" charset="0"/>
                <a:ea typeface="Sans Serif Collection" panose="020B0502040504020204" pitchFamily="34" charset="0"/>
                <a:cs typeface="Sans Serif Collection" panose="020B0502040504020204" pitchFamily="34" charset="0"/>
              </a:rPr>
              <a:t> 5/(5+0)= </a:t>
            </a:r>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 F1=2(.714)(1)/(1.714)=.83</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7" name="TextBox 26">
            <a:extLst>
              <a:ext uri="{FF2B5EF4-FFF2-40B4-BE49-F238E27FC236}">
                <a16:creationId xmlns:a16="http://schemas.microsoft.com/office/drawing/2014/main" id="{3AE356A7-EACB-10E4-307E-8BB1FC4AC6AB}"/>
              </a:ext>
            </a:extLst>
          </p:cNvPr>
          <p:cNvSpPr txBox="1"/>
          <p:nvPr/>
        </p:nvSpPr>
        <p:spPr>
          <a:xfrm>
            <a:off x="557471" y="4770562"/>
            <a:ext cx="11175197" cy="1169551"/>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TP=5 and FP=2: the trace recovers every real edge on both tests, but each run also captures one incidental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Aggregation→Logging:stream</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row —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Aggregator.add's</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own logging call, firing in the same process, unrelated to this scenario.</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Dynamic Only: The real runtime trace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instrumentation) alone. Sees only what actually executed during the test, nothing more.</a:t>
            </a:r>
          </a:p>
        </p:txBody>
      </p:sp>
      <p:sp>
        <p:nvSpPr>
          <p:cNvPr id="40" name="TextBox 39">
            <a:extLst>
              <a:ext uri="{FF2B5EF4-FFF2-40B4-BE49-F238E27FC236}">
                <a16:creationId xmlns:a16="http://schemas.microsoft.com/office/drawing/2014/main" id="{ED3AA5E2-1BD1-B336-F35E-8365F3C01FE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22</a:t>
            </a:r>
          </a:p>
        </p:txBody>
      </p:sp>
      <p:sp>
        <p:nvSpPr>
          <p:cNvPr id="41" name="TextBox 40">
            <a:extLst>
              <a:ext uri="{FF2B5EF4-FFF2-40B4-BE49-F238E27FC236}">
                <a16:creationId xmlns:a16="http://schemas.microsoft.com/office/drawing/2014/main" id="{DE5FC0F1-2196-5DD6-13AC-5DAC2B0DE6FF}"/>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C21A3B82-1B6A-D3C5-6DCC-9ABBFCAC7DF2}"/>
              </a:ext>
            </a:extLst>
          </p:cNvPr>
          <p:cNvSpPr txBox="1"/>
          <p:nvPr/>
        </p:nvSpPr>
        <p:spPr>
          <a:xfrm>
            <a:off x="436529" y="2722258"/>
            <a:ext cx="7931094" cy="1846596"/>
          </a:xfrm>
          <a:prstGeom prst="rect">
            <a:avLst/>
          </a:prstGeom>
          <a:noFill/>
        </p:spPr>
        <p:txBody>
          <a:bodyPr wrap="square">
            <a:spAutoFit/>
          </a:bodyPr>
          <a:lstStyle/>
          <a:p>
            <a:pPr>
              <a:lnSpc>
                <a:spcPct val="0"/>
              </a:lnSpc>
              <a:spcBef>
                <a:spcPts val="1000"/>
              </a:spcBef>
              <a:spcAft>
                <a:spcPts val="1200"/>
              </a:spcAft>
            </a:pPr>
            <a:r>
              <a:rPr lang="en-GB" sz="1200" b="1" dirty="0">
                <a:solidFill>
                  <a:srgbClr val="E0B96F"/>
                </a:solidFill>
                <a:latin typeface="SFMono-Regular"/>
              </a:rPr>
              <a:t>[ { "source": "Aggregation",     "target": "Logging",     "interaction": "</a:t>
            </a:r>
            <a:r>
              <a:rPr lang="en-GB" sz="1200" b="1" dirty="0" err="1">
                <a:solidFill>
                  <a:srgbClr val="E0B96F"/>
                </a:solidFill>
                <a:latin typeface="SFMono-Regular"/>
              </a:rPr>
              <a:t>RAIILogStream.stream</a:t>
            </a:r>
            <a:r>
              <a:rPr lang="en-GB" sz="1200" b="1" dirty="0">
                <a:solidFill>
                  <a:srgbClr val="E0B96F"/>
                </a:solidFill>
                <a:latin typeface="SFMono-Regular"/>
              </a:rPr>
              <a:t>" },  FP1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TP1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TP2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"Aggregation",     "target": "Logging",     "interaction": "</a:t>
            </a:r>
            <a:r>
              <a:rPr lang="en-GB" sz="1200" b="1" dirty="0" err="1">
                <a:solidFill>
                  <a:srgbClr val="E0B96F"/>
                </a:solidFill>
                <a:latin typeface="SFMono-Regular"/>
              </a:rPr>
              <a:t>RAIILogStream.stream</a:t>
            </a:r>
            <a:r>
              <a:rPr lang="en-GB" sz="1200" b="1" dirty="0">
                <a:solidFill>
                  <a:srgbClr val="E0B96F"/>
                </a:solidFill>
                <a:latin typeface="SFMono-Regular"/>
              </a:rPr>
              <a:t>" },   FP2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TP3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TP4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RAIILogStream.stream</a:t>
            </a:r>
            <a:r>
              <a:rPr lang="en-GB" sz="1200" b="1" dirty="0">
                <a:solidFill>
                  <a:srgbClr val="E0B96F"/>
                </a:solidFill>
                <a:latin typeface="SFMono-Regular"/>
              </a:rPr>
              <a:t>" } ]  TP5  // </a:t>
            </a:r>
            <a:r>
              <a:rPr lang="en-GB" sz="1200" b="1" dirty="0" err="1">
                <a:solidFill>
                  <a:srgbClr val="E0B96F"/>
                </a:solidFill>
                <a:latin typeface="SFMono-Regular"/>
              </a:rPr>
              <a:t>Runner.Timeout</a:t>
            </a:r>
            <a:endParaRPr lang="en-GB" sz="1200" b="1" dirty="0">
              <a:solidFill>
                <a:srgbClr val="E0B96F"/>
              </a:solidFill>
              <a:latin typeface="SFMono-Regular"/>
            </a:endParaRPr>
          </a:p>
        </p:txBody>
      </p:sp>
    </p:spTree>
    <p:extLst>
      <p:ext uri="{BB962C8B-B14F-4D97-AF65-F5344CB8AC3E}">
        <p14:creationId xmlns:p14="http://schemas.microsoft.com/office/powerpoint/2010/main" val="1423395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5DA1A-9183-1B51-6D94-67CBC6009AC6}"/>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E0159C45-1278-928A-0816-6ADF9150941D}"/>
              </a:ext>
            </a:extLst>
          </p:cNvPr>
          <p:cNvSpPr>
            <a:spLocks noGrp="1"/>
          </p:cNvSpPr>
          <p:nvPr>
            <p:ph type="title"/>
          </p:nvPr>
        </p:nvSpPr>
        <p:spPr>
          <a:xfrm>
            <a:off x="428625" y="792365"/>
            <a:ext cx="10015451" cy="62752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endParaRPr lang="en-GB" b="1" dirty="0"/>
          </a:p>
        </p:txBody>
      </p:sp>
      <p:sp>
        <p:nvSpPr>
          <p:cNvPr id="20" name="TextBox 19">
            <a:extLst>
              <a:ext uri="{FF2B5EF4-FFF2-40B4-BE49-F238E27FC236}">
                <a16:creationId xmlns:a16="http://schemas.microsoft.com/office/drawing/2014/main" id="{CE41D7B6-644F-7F0F-1C4B-0149B84F9CE8}"/>
              </a:ext>
            </a:extLst>
          </p:cNvPr>
          <p:cNvSpPr txBox="1"/>
          <p:nvPr/>
        </p:nvSpPr>
        <p:spPr>
          <a:xfrm>
            <a:off x="557471" y="1575256"/>
            <a:ext cx="5204974" cy="369332"/>
          </a:xfrm>
          <a:prstGeom prst="rect">
            <a:avLst/>
          </a:prstGeom>
          <a:noFill/>
        </p:spPr>
        <p:txBody>
          <a:bodyPr wrap="squar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C4_ Static + Dynamic (GEN) :</a:t>
            </a:r>
          </a:p>
        </p:txBody>
      </p:sp>
      <p:sp>
        <p:nvSpPr>
          <p:cNvPr id="26" name="TextBox 25">
            <a:extLst>
              <a:ext uri="{FF2B5EF4-FFF2-40B4-BE49-F238E27FC236}">
                <a16:creationId xmlns:a16="http://schemas.microsoft.com/office/drawing/2014/main" id="{7326138B-EDDA-3307-E80C-2083E5970EA0}"/>
              </a:ext>
            </a:extLst>
          </p:cNvPr>
          <p:cNvSpPr txBox="1"/>
          <p:nvPr/>
        </p:nvSpPr>
        <p:spPr>
          <a:xfrm>
            <a:off x="8670206" y="2473013"/>
            <a:ext cx="2425929" cy="954107"/>
          </a:xfrm>
          <a:prstGeom prst="rect">
            <a:avLst/>
          </a:prstGeom>
          <a:noFill/>
        </p:spPr>
        <p:txBody>
          <a:bodyPr wrap="square">
            <a:spAutoFit/>
          </a:bodyPr>
          <a:lstStyle/>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TP=5, FP=5, FN=0 P=5/(5+5)=.50 </a:t>
            </a:r>
          </a:p>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R=5/(5+0)=1.00 F1=2(.5)(1)/(1.5)=.67</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7" name="TextBox 26">
            <a:extLst>
              <a:ext uri="{FF2B5EF4-FFF2-40B4-BE49-F238E27FC236}">
                <a16:creationId xmlns:a16="http://schemas.microsoft.com/office/drawing/2014/main" id="{2777F334-AD73-CA80-7ED2-482A43598FAA}"/>
              </a:ext>
            </a:extLst>
          </p:cNvPr>
          <p:cNvSpPr txBox="1"/>
          <p:nvPr/>
        </p:nvSpPr>
        <p:spPr>
          <a:xfrm>
            <a:off x="466491" y="5028811"/>
            <a:ext cx="11175197" cy="1169551"/>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TP=5 and FP=5: union inherits every false positive from both sources on both tests. C2's instance plus C3's incidental stream with nothing to cancel them</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Static + Dynamic (union): Every edge either C2 or C3 reports, pooled together with no filtering. Inherits both sources' false positives along with their true positives</a:t>
            </a:r>
          </a:p>
        </p:txBody>
      </p:sp>
      <p:sp>
        <p:nvSpPr>
          <p:cNvPr id="40" name="TextBox 39">
            <a:extLst>
              <a:ext uri="{FF2B5EF4-FFF2-40B4-BE49-F238E27FC236}">
                <a16:creationId xmlns:a16="http://schemas.microsoft.com/office/drawing/2014/main" id="{566E8105-68A6-174D-8181-AB9A3F74D697}"/>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23</a:t>
            </a:r>
          </a:p>
        </p:txBody>
      </p:sp>
      <p:sp>
        <p:nvSpPr>
          <p:cNvPr id="41" name="TextBox 40">
            <a:extLst>
              <a:ext uri="{FF2B5EF4-FFF2-40B4-BE49-F238E27FC236}">
                <a16:creationId xmlns:a16="http://schemas.microsoft.com/office/drawing/2014/main" id="{71A99462-C42F-38CD-F623-0CFD8114FD02}"/>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CB1D2343-AB8A-F970-326F-B75C70FAD322}"/>
              </a:ext>
            </a:extLst>
          </p:cNvPr>
          <p:cNvSpPr txBox="1"/>
          <p:nvPr/>
        </p:nvSpPr>
        <p:spPr>
          <a:xfrm>
            <a:off x="436529" y="2196046"/>
            <a:ext cx="7931094" cy="2700163"/>
          </a:xfrm>
          <a:prstGeom prst="rect">
            <a:avLst/>
          </a:prstGeom>
          <a:noFill/>
        </p:spPr>
        <p:txBody>
          <a:bodyPr wrap="square">
            <a:spAutoFit/>
          </a:bodyPr>
          <a:lstStyle/>
          <a:p>
            <a:pPr>
              <a:lnSpc>
                <a:spcPct val="0"/>
              </a:lnSpc>
              <a:spcBef>
                <a:spcPts val="1000"/>
              </a:spcBef>
              <a:spcAft>
                <a:spcPts val="1200"/>
              </a:spcAft>
            </a:pPr>
            <a:r>
              <a:rPr lang="en-GB" sz="1200" b="1" dirty="0">
                <a:solidFill>
                  <a:srgbClr val="E0B96F"/>
                </a:solidFill>
                <a:latin typeface="SFMono-Regular"/>
              </a:rPr>
              <a:t>[ { "source": "Aggregation",     "target": "Logging",     "interaction": "stream" },    FP1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getAll</a:t>
            </a:r>
            <a:r>
              <a:rPr lang="en-GB" sz="1200" b="1" dirty="0">
                <a:solidFill>
                  <a:srgbClr val="E0B96F"/>
                </a:solidFill>
                <a:latin typeface="SFMono-Regular"/>
              </a:rPr>
              <a:t>" },    TP1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"flush" },     TP2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"instance" },  FP2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"stream" },    FP3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"Aggregation",     "target": "Logging",     "interaction": "stream" },    FP4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getAll</a:t>
            </a:r>
            <a:r>
              <a:rPr lang="en-GB" sz="1200" b="1" dirty="0">
                <a:solidFill>
                  <a:srgbClr val="E0B96F"/>
                </a:solidFill>
                <a:latin typeface="SFMono-Regular"/>
              </a:rPr>
              <a:t>" },    TP3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"flush" },     TP4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"instance" },  FP5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"stream" } ]   TP5  // </a:t>
            </a:r>
            <a:r>
              <a:rPr lang="en-GB" sz="1200" b="1" dirty="0" err="1">
                <a:solidFill>
                  <a:srgbClr val="E0B96F"/>
                </a:solidFill>
                <a:latin typeface="SFMono-Regular"/>
              </a:rPr>
              <a:t>Runner.Timeout</a:t>
            </a:r>
            <a:endParaRPr lang="en-GB" sz="1200" b="1" dirty="0">
              <a:solidFill>
                <a:srgbClr val="E0B96F"/>
              </a:solidFill>
              <a:latin typeface="SFMono-Regular"/>
            </a:endParaRPr>
          </a:p>
        </p:txBody>
      </p:sp>
    </p:spTree>
    <p:extLst>
      <p:ext uri="{BB962C8B-B14F-4D97-AF65-F5344CB8AC3E}">
        <p14:creationId xmlns:p14="http://schemas.microsoft.com/office/powerpoint/2010/main" val="785619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4F8DA-6A54-68BA-213D-B9CE93CCD901}"/>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F4A4688-303E-4FA2-5E0E-0C3F9BE107BE}"/>
              </a:ext>
            </a:extLst>
          </p:cNvPr>
          <p:cNvSpPr>
            <a:spLocks noGrp="1"/>
          </p:cNvSpPr>
          <p:nvPr>
            <p:ph type="title"/>
          </p:nvPr>
        </p:nvSpPr>
        <p:spPr>
          <a:xfrm>
            <a:off x="428625" y="792365"/>
            <a:ext cx="10015451" cy="62752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endParaRPr lang="en-GB" b="1" dirty="0"/>
          </a:p>
        </p:txBody>
      </p:sp>
      <p:sp>
        <p:nvSpPr>
          <p:cNvPr id="20" name="TextBox 19">
            <a:extLst>
              <a:ext uri="{FF2B5EF4-FFF2-40B4-BE49-F238E27FC236}">
                <a16:creationId xmlns:a16="http://schemas.microsoft.com/office/drawing/2014/main" id="{176FEB1A-310B-776E-25AC-63A10240BF9F}"/>
              </a:ext>
            </a:extLst>
          </p:cNvPr>
          <p:cNvSpPr txBox="1"/>
          <p:nvPr/>
        </p:nvSpPr>
        <p:spPr>
          <a:xfrm>
            <a:off x="557471" y="1747780"/>
            <a:ext cx="3678099" cy="369332"/>
          </a:xfrm>
          <a:prstGeom prst="rect">
            <a:avLst/>
          </a:prstGeom>
          <a:noFill/>
        </p:spPr>
        <p:txBody>
          <a:bodyPr wrap="squar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C5_ Intersection (GEN):</a:t>
            </a:r>
          </a:p>
        </p:txBody>
      </p:sp>
      <p:sp>
        <p:nvSpPr>
          <p:cNvPr id="26" name="TextBox 25">
            <a:extLst>
              <a:ext uri="{FF2B5EF4-FFF2-40B4-BE49-F238E27FC236}">
                <a16:creationId xmlns:a16="http://schemas.microsoft.com/office/drawing/2014/main" id="{E1CFFF54-F2A6-53CD-1B4C-317979C64B24}"/>
              </a:ext>
            </a:extLst>
          </p:cNvPr>
          <p:cNvSpPr txBox="1"/>
          <p:nvPr/>
        </p:nvSpPr>
        <p:spPr>
          <a:xfrm>
            <a:off x="8670206" y="2645537"/>
            <a:ext cx="2425929" cy="954107"/>
          </a:xfrm>
          <a:prstGeom prst="rect">
            <a:avLst/>
          </a:prstGeom>
          <a:noFill/>
        </p:spPr>
        <p:txBody>
          <a:bodyPr wrap="square">
            <a:spAutoFit/>
          </a:bodyPr>
          <a:lstStyle/>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TP=5, FP=0, FN=0 </a:t>
            </a:r>
          </a:p>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P=5/(5+0) = 1.00 </a:t>
            </a:r>
          </a:p>
          <a:p>
            <a:r>
              <a:rPr lang="pt-BR" sz="1400" dirty="0">
                <a:latin typeface="Sans Serif Collection" panose="020B0502040504020204" pitchFamily="34" charset="0"/>
                <a:ea typeface="Sans Serif Collection" panose="020B0502040504020204" pitchFamily="34" charset="0"/>
                <a:cs typeface="Sans Serif Collection" panose="020B0502040504020204" pitchFamily="34" charset="0"/>
              </a:rPr>
              <a:t>R= 5/(5+0) = 1.00 </a:t>
            </a:r>
            <a:endPar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pt-BR" sz="1400" dirty="0">
                <a:latin typeface="Sans Serif Collection" panose="020B0502040504020204" pitchFamily="34" charset="0"/>
                <a:ea typeface="Sans Serif Collection" panose="020B0502040504020204" pitchFamily="34" charset="0"/>
                <a:cs typeface="Sans Serif Collection" panose="020B0502040504020204" pitchFamily="34" charset="0"/>
              </a:rPr>
              <a:t>F1= 5/(5+0) =1.00</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7" name="TextBox 26">
            <a:extLst>
              <a:ext uri="{FF2B5EF4-FFF2-40B4-BE49-F238E27FC236}">
                <a16:creationId xmlns:a16="http://schemas.microsoft.com/office/drawing/2014/main" id="{F25E3C12-EF1D-57F0-F778-C5618496FFD1}"/>
              </a:ext>
            </a:extLst>
          </p:cNvPr>
          <p:cNvSpPr txBox="1"/>
          <p:nvPr/>
        </p:nvSpPr>
        <p:spPr>
          <a:xfrm>
            <a:off x="508401" y="4250822"/>
            <a:ext cx="11175197" cy="1169551"/>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TP=5 and FP=0: Only edges both C2 and C3 independently confirm survive on both tests. C2's instance isn't seen by the trace, and C3's incidental stream isn't seen statically. Neither passes, nothing real lost.</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Intersection: Only edges both C2 and C3 independently report. Pure set algebra, no LLM is involved. This case cancels each source's own false positives, at the cost of dropping any true edge only one source sees.</a:t>
            </a:r>
          </a:p>
        </p:txBody>
      </p:sp>
      <p:sp>
        <p:nvSpPr>
          <p:cNvPr id="40" name="TextBox 39">
            <a:extLst>
              <a:ext uri="{FF2B5EF4-FFF2-40B4-BE49-F238E27FC236}">
                <a16:creationId xmlns:a16="http://schemas.microsoft.com/office/drawing/2014/main" id="{17F3AF07-0BF2-1533-7124-CA7FE543EA61}"/>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24</a:t>
            </a:r>
          </a:p>
        </p:txBody>
      </p:sp>
      <p:sp>
        <p:nvSpPr>
          <p:cNvPr id="41" name="TextBox 40">
            <a:extLst>
              <a:ext uri="{FF2B5EF4-FFF2-40B4-BE49-F238E27FC236}">
                <a16:creationId xmlns:a16="http://schemas.microsoft.com/office/drawing/2014/main" id="{EDD45658-AA15-22EF-8C26-186C1695C78E}"/>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984FE1DC-D618-E958-70AC-7B779E55F2D3}"/>
              </a:ext>
            </a:extLst>
          </p:cNvPr>
          <p:cNvSpPr txBox="1"/>
          <p:nvPr/>
        </p:nvSpPr>
        <p:spPr>
          <a:xfrm>
            <a:off x="436529" y="2368570"/>
            <a:ext cx="7931094" cy="1278620"/>
          </a:xfrm>
          <a:prstGeom prst="rect">
            <a:avLst/>
          </a:prstGeom>
          <a:noFill/>
        </p:spPr>
        <p:txBody>
          <a:bodyPr wrap="square">
            <a:spAutoFit/>
          </a:bodyPr>
          <a:lstStyle/>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TP1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TP2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Aggregator.getAll</a:t>
            </a:r>
            <a:r>
              <a:rPr lang="en-GB" sz="1200" b="1" dirty="0">
                <a:solidFill>
                  <a:srgbClr val="E0B96F"/>
                </a:solidFill>
                <a:latin typeface="SFMono-Regular"/>
              </a:rPr>
              <a:t>" },  TP3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CPSLogger.flush</a:t>
            </a:r>
            <a:r>
              <a:rPr lang="en-GB" sz="1200" b="1" dirty="0">
                <a:solidFill>
                  <a:srgbClr val="E0B96F"/>
                </a:solidFill>
                <a:latin typeface="SFMono-Regular"/>
              </a:rPr>
              <a:t>" },    TP4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a:t>
            </a:r>
            <a:r>
              <a:rPr lang="en-GB" sz="1200" b="1" dirty="0" err="1">
                <a:solidFill>
                  <a:srgbClr val="E0B96F"/>
                </a:solidFill>
                <a:latin typeface="SFMono-Regular"/>
              </a:rPr>
              <a:t>RAIILogStream.stream</a:t>
            </a:r>
            <a:r>
              <a:rPr lang="en-GB" sz="1200" b="1" dirty="0">
                <a:solidFill>
                  <a:srgbClr val="E0B96F"/>
                </a:solidFill>
                <a:latin typeface="SFMono-Regular"/>
              </a:rPr>
              <a:t>" } ]  TP5  // </a:t>
            </a:r>
            <a:r>
              <a:rPr lang="en-GB" sz="1200" b="1" dirty="0" err="1">
                <a:solidFill>
                  <a:srgbClr val="E0B96F"/>
                </a:solidFill>
                <a:latin typeface="SFMono-Regular"/>
              </a:rPr>
              <a:t>Runner.Timeout</a:t>
            </a:r>
            <a:endParaRPr lang="en-GB" sz="1200" b="1" dirty="0">
              <a:solidFill>
                <a:srgbClr val="E0B96F"/>
              </a:solidFill>
              <a:latin typeface="SFMono-Regular"/>
            </a:endParaRPr>
          </a:p>
        </p:txBody>
      </p:sp>
    </p:spTree>
    <p:extLst>
      <p:ext uri="{BB962C8B-B14F-4D97-AF65-F5344CB8AC3E}">
        <p14:creationId xmlns:p14="http://schemas.microsoft.com/office/powerpoint/2010/main" val="2335083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C74AA-4D6D-CBCF-0ADA-A1B3CD7046A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8A9A3B78-F0AC-76C2-E064-DC2EECA0078A}"/>
              </a:ext>
            </a:extLst>
          </p:cNvPr>
          <p:cNvSpPr>
            <a:spLocks noGrp="1"/>
          </p:cNvSpPr>
          <p:nvPr>
            <p:ph type="title"/>
          </p:nvPr>
        </p:nvSpPr>
        <p:spPr>
          <a:xfrm>
            <a:off x="428625" y="792365"/>
            <a:ext cx="10015451" cy="62752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endParaRPr lang="en-GB" dirty="0"/>
          </a:p>
        </p:txBody>
      </p:sp>
      <p:sp>
        <p:nvSpPr>
          <p:cNvPr id="40" name="TextBox 39">
            <a:extLst>
              <a:ext uri="{FF2B5EF4-FFF2-40B4-BE49-F238E27FC236}">
                <a16:creationId xmlns:a16="http://schemas.microsoft.com/office/drawing/2014/main" id="{55E7AED3-93A9-1D5C-FE78-4573D199D57A}"/>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25</a:t>
            </a:r>
          </a:p>
        </p:txBody>
      </p:sp>
      <p:sp>
        <p:nvSpPr>
          <p:cNvPr id="41" name="TextBox 40">
            <a:extLst>
              <a:ext uri="{FF2B5EF4-FFF2-40B4-BE49-F238E27FC236}">
                <a16:creationId xmlns:a16="http://schemas.microsoft.com/office/drawing/2014/main" id="{5878B9BD-47DC-C95D-B026-17D78C892232}"/>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8" name="TextBox 27">
            <a:extLst>
              <a:ext uri="{FF2B5EF4-FFF2-40B4-BE49-F238E27FC236}">
                <a16:creationId xmlns:a16="http://schemas.microsoft.com/office/drawing/2014/main" id="{425A9CC5-B847-EE8A-E484-EB4DBFFF0C0C}"/>
              </a:ext>
            </a:extLst>
          </p:cNvPr>
          <p:cNvSpPr txBox="1"/>
          <p:nvPr/>
        </p:nvSpPr>
        <p:spPr>
          <a:xfrm>
            <a:off x="575802" y="4797208"/>
            <a:ext cx="10362492" cy="1169551"/>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TP=5 and FP=0, matching C5: the agent discards both single-source edges as unconfirmed on both tests. S1 doesn't exercise a case where C6's judgement and C5's set algebra actually diverge — that's S3 and S4.</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Full pipeline: An LLM gets C2 and C3 as separately-labelled evidence (not pre-merged) and judges each disputed single-source edge by provenance, plus orders the reconstructed sequence. The complete approach this thesis proposes.</a:t>
            </a:r>
          </a:p>
        </p:txBody>
      </p:sp>
      <p:sp>
        <p:nvSpPr>
          <p:cNvPr id="35" name="TextBox 34">
            <a:extLst>
              <a:ext uri="{FF2B5EF4-FFF2-40B4-BE49-F238E27FC236}">
                <a16:creationId xmlns:a16="http://schemas.microsoft.com/office/drawing/2014/main" id="{8A5FFB4B-B1D7-6DBC-15A5-CC96F1EA9663}"/>
              </a:ext>
            </a:extLst>
          </p:cNvPr>
          <p:cNvSpPr txBox="1"/>
          <p:nvPr/>
        </p:nvSpPr>
        <p:spPr>
          <a:xfrm>
            <a:off x="428625" y="2123145"/>
            <a:ext cx="4233851"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C6_ Static + Dynamic + LLM (GEN):</a:t>
            </a:r>
          </a:p>
        </p:txBody>
      </p:sp>
      <p:sp>
        <p:nvSpPr>
          <p:cNvPr id="2" name="TextBox 1">
            <a:extLst>
              <a:ext uri="{FF2B5EF4-FFF2-40B4-BE49-F238E27FC236}">
                <a16:creationId xmlns:a16="http://schemas.microsoft.com/office/drawing/2014/main" id="{C100600C-BA98-496B-5F2C-150D7E6F968C}"/>
              </a:ext>
            </a:extLst>
          </p:cNvPr>
          <p:cNvSpPr txBox="1"/>
          <p:nvPr/>
        </p:nvSpPr>
        <p:spPr>
          <a:xfrm>
            <a:off x="534324" y="2820307"/>
            <a:ext cx="7931094" cy="1278620"/>
          </a:xfrm>
          <a:prstGeom prst="rect">
            <a:avLst/>
          </a:prstGeom>
          <a:noFill/>
        </p:spPr>
        <p:txBody>
          <a:bodyPr wrap="square">
            <a:spAutoFit/>
          </a:bodyPr>
          <a:lstStyle/>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getAll</a:t>
            </a:r>
            <a:r>
              <a:rPr lang="en-GB" sz="1200" b="1" dirty="0">
                <a:solidFill>
                  <a:srgbClr val="E0B96F"/>
                </a:solidFill>
                <a:latin typeface="SFMono-Regular"/>
              </a:rPr>
              <a:t>" },   TP1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"flush" },    TP2  // </a:t>
            </a:r>
            <a:r>
              <a:rPr lang="en-GB" sz="1200" b="1" dirty="0" err="1">
                <a:solidFill>
                  <a:srgbClr val="E0B96F"/>
                </a:solidFill>
                <a:latin typeface="SFMono-Regular"/>
              </a:rPr>
              <a:t>Runner.Test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"Aggregation", "interaction": "</a:t>
            </a:r>
            <a:r>
              <a:rPr lang="en-GB" sz="1200" b="1" dirty="0" err="1">
                <a:solidFill>
                  <a:srgbClr val="E0B96F"/>
                </a:solidFill>
                <a:latin typeface="SFMono-Regular"/>
              </a:rPr>
              <a:t>getAll</a:t>
            </a:r>
            <a:r>
              <a:rPr lang="en-GB" sz="1200" b="1" dirty="0">
                <a:solidFill>
                  <a:srgbClr val="E0B96F"/>
                </a:solidFill>
                <a:latin typeface="SFMono-Regular"/>
              </a:rPr>
              <a:t>" },   TP3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"flush" },    TP4  // </a:t>
            </a:r>
            <a:r>
              <a:rPr lang="en-GB" sz="1200" b="1" dirty="0" err="1">
                <a:solidFill>
                  <a:srgbClr val="E0B96F"/>
                </a:solidFill>
                <a:latin typeface="SFMono-Regular"/>
              </a:rPr>
              <a:t>Runner.Timeout</a:t>
            </a:r>
            <a:endParaRPr lang="en-GB" sz="1200" b="1" dirty="0">
              <a:solidFill>
                <a:srgbClr val="E0B96F"/>
              </a:solidFill>
              <a:latin typeface="SFMono-Regular"/>
            </a:endParaRPr>
          </a:p>
          <a:p>
            <a:pPr>
              <a:lnSpc>
                <a:spcPct val="0"/>
              </a:lnSpc>
              <a:spcBef>
                <a:spcPts val="1000"/>
              </a:spcBef>
              <a:spcAft>
                <a:spcPts val="1200"/>
              </a:spcAft>
            </a:pPr>
            <a:r>
              <a:rPr lang="en-GB" sz="1200" b="1" dirty="0">
                <a:solidFill>
                  <a:srgbClr val="E0B96F"/>
                </a:solidFill>
                <a:latin typeface="SFMono-Regular"/>
              </a:rPr>
              <a:t>  { "source": "Synchronization", "target": "Logging",     "interaction": "stream" } ]  TP5  // </a:t>
            </a:r>
            <a:r>
              <a:rPr lang="en-GB" sz="1200" b="1" dirty="0" err="1">
                <a:solidFill>
                  <a:srgbClr val="E0B96F"/>
                </a:solidFill>
                <a:latin typeface="SFMono-Regular"/>
              </a:rPr>
              <a:t>Runner.Timeout</a:t>
            </a:r>
            <a:endParaRPr lang="en-GB" sz="1200" b="1" dirty="0">
              <a:solidFill>
                <a:srgbClr val="E0B96F"/>
              </a:solidFill>
              <a:latin typeface="SFMono-Regular"/>
            </a:endParaRPr>
          </a:p>
        </p:txBody>
      </p:sp>
      <p:sp>
        <p:nvSpPr>
          <p:cNvPr id="6" name="TextBox 5">
            <a:extLst>
              <a:ext uri="{FF2B5EF4-FFF2-40B4-BE49-F238E27FC236}">
                <a16:creationId xmlns:a16="http://schemas.microsoft.com/office/drawing/2014/main" id="{8212AB68-1F37-C67C-D2D5-7D10D9C7B2ED}"/>
              </a:ext>
            </a:extLst>
          </p:cNvPr>
          <p:cNvSpPr txBox="1"/>
          <p:nvPr/>
        </p:nvSpPr>
        <p:spPr>
          <a:xfrm>
            <a:off x="8799602" y="2951946"/>
            <a:ext cx="2425929" cy="954107"/>
          </a:xfrm>
          <a:prstGeom prst="rect">
            <a:avLst/>
          </a:prstGeom>
          <a:noFill/>
        </p:spPr>
        <p:txBody>
          <a:bodyPr wrap="square">
            <a:spAutoFit/>
          </a:bodyPr>
          <a:lstStyle/>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TP=5, FP=0, FN=0 · </a:t>
            </a:r>
          </a:p>
          <a:p>
            <a:r>
              <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5/(5+0) = 1.00 </a:t>
            </a:r>
          </a:p>
          <a:p>
            <a:r>
              <a:rPr lang="pt-BR" sz="1400" dirty="0">
                <a:latin typeface="Sans Serif Collection" panose="020B0502040504020204" pitchFamily="34" charset="0"/>
                <a:ea typeface="Sans Serif Collection" panose="020B0502040504020204" pitchFamily="34" charset="0"/>
                <a:cs typeface="Sans Serif Collection" panose="020B0502040504020204" pitchFamily="34" charset="0"/>
              </a:rPr>
              <a:t>R= 5/(5+0) = 1.00 </a:t>
            </a:r>
            <a:endParaRPr lang="pt-BR"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pt-BR" sz="1400" dirty="0">
                <a:latin typeface="Sans Serif Collection" panose="020B0502040504020204" pitchFamily="34" charset="0"/>
                <a:ea typeface="Sans Serif Collection" panose="020B0502040504020204" pitchFamily="34" charset="0"/>
                <a:cs typeface="Sans Serif Collection" panose="020B0502040504020204" pitchFamily="34" charset="0"/>
              </a:rPr>
              <a:t>F1= 5/(5+0) =1.00</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645299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Results: Precision / Recall / F1</a:t>
            </a:r>
          </a:p>
        </p:txBody>
      </p:sp>
      <p:sp>
        <p:nvSpPr>
          <p:cNvPr id="4" name="TextBox 3">
            <a:extLst>
              <a:ext uri="{FF2B5EF4-FFF2-40B4-BE49-F238E27FC236}">
                <a16:creationId xmlns:a16="http://schemas.microsoft.com/office/drawing/2014/main" id="{5531B02A-EC30-C795-96EF-5352ACF6C27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26</a:t>
            </a:r>
          </a:p>
        </p:txBody>
      </p:sp>
      <p:sp>
        <p:nvSpPr>
          <p:cNvPr id="5" name="TextBox 4">
            <a:extLst>
              <a:ext uri="{FF2B5EF4-FFF2-40B4-BE49-F238E27FC236}">
                <a16:creationId xmlns:a16="http://schemas.microsoft.com/office/drawing/2014/main" id="{48DB3560-D545-A199-4307-F60C89526A7C}"/>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8" name="Table 7">
            <a:extLst>
              <a:ext uri="{FF2B5EF4-FFF2-40B4-BE49-F238E27FC236}">
                <a16:creationId xmlns:a16="http://schemas.microsoft.com/office/drawing/2014/main" id="{3A517E9F-849C-B8CB-EF80-6E0CB7D2E5BC}"/>
              </a:ext>
            </a:extLst>
          </p:cNvPr>
          <p:cNvGraphicFramePr>
            <a:graphicFrameLocks noGrp="1"/>
          </p:cNvGraphicFramePr>
          <p:nvPr>
            <p:extLst>
              <p:ext uri="{D42A27DB-BD31-4B8C-83A1-F6EECF244321}">
                <p14:modId xmlns:p14="http://schemas.microsoft.com/office/powerpoint/2010/main" val="3196320121"/>
              </p:ext>
            </p:extLst>
          </p:nvPr>
        </p:nvGraphicFramePr>
        <p:xfrm>
          <a:off x="1004502" y="1947626"/>
          <a:ext cx="10181725" cy="3590530"/>
        </p:xfrm>
        <a:graphic>
          <a:graphicData uri="http://schemas.openxmlformats.org/drawingml/2006/table">
            <a:tbl>
              <a:tblPr>
                <a:tableStyleId>{ED083AE6-46FA-4A59-8FB0-9F97EB10719F}</a:tableStyleId>
              </a:tblPr>
              <a:tblGrid>
                <a:gridCol w="1732729">
                  <a:extLst>
                    <a:ext uri="{9D8B030D-6E8A-4147-A177-3AD203B41FA5}">
                      <a16:colId xmlns:a16="http://schemas.microsoft.com/office/drawing/2014/main" val="502413800"/>
                    </a:ext>
                  </a:extLst>
                </a:gridCol>
                <a:gridCol w="665301">
                  <a:extLst>
                    <a:ext uri="{9D8B030D-6E8A-4147-A177-3AD203B41FA5}">
                      <a16:colId xmlns:a16="http://schemas.microsoft.com/office/drawing/2014/main" val="2165312311"/>
                    </a:ext>
                  </a:extLst>
                </a:gridCol>
                <a:gridCol w="665301">
                  <a:extLst>
                    <a:ext uri="{9D8B030D-6E8A-4147-A177-3AD203B41FA5}">
                      <a16:colId xmlns:a16="http://schemas.microsoft.com/office/drawing/2014/main" val="1559431964"/>
                    </a:ext>
                  </a:extLst>
                </a:gridCol>
                <a:gridCol w="677271">
                  <a:extLst>
                    <a:ext uri="{9D8B030D-6E8A-4147-A177-3AD203B41FA5}">
                      <a16:colId xmlns:a16="http://schemas.microsoft.com/office/drawing/2014/main" val="642438680"/>
                    </a:ext>
                  </a:extLst>
                </a:gridCol>
                <a:gridCol w="665301">
                  <a:extLst>
                    <a:ext uri="{9D8B030D-6E8A-4147-A177-3AD203B41FA5}">
                      <a16:colId xmlns:a16="http://schemas.microsoft.com/office/drawing/2014/main" val="1923907642"/>
                    </a:ext>
                  </a:extLst>
                </a:gridCol>
                <a:gridCol w="665301">
                  <a:extLst>
                    <a:ext uri="{9D8B030D-6E8A-4147-A177-3AD203B41FA5}">
                      <a16:colId xmlns:a16="http://schemas.microsoft.com/office/drawing/2014/main" val="2238765553"/>
                    </a:ext>
                  </a:extLst>
                </a:gridCol>
                <a:gridCol w="665301">
                  <a:extLst>
                    <a:ext uri="{9D8B030D-6E8A-4147-A177-3AD203B41FA5}">
                      <a16:colId xmlns:a16="http://schemas.microsoft.com/office/drawing/2014/main" val="956514133"/>
                    </a:ext>
                  </a:extLst>
                </a:gridCol>
                <a:gridCol w="665301">
                  <a:extLst>
                    <a:ext uri="{9D8B030D-6E8A-4147-A177-3AD203B41FA5}">
                      <a16:colId xmlns:a16="http://schemas.microsoft.com/office/drawing/2014/main" val="4035188576"/>
                    </a:ext>
                  </a:extLst>
                </a:gridCol>
                <a:gridCol w="665301">
                  <a:extLst>
                    <a:ext uri="{9D8B030D-6E8A-4147-A177-3AD203B41FA5}">
                      <a16:colId xmlns:a16="http://schemas.microsoft.com/office/drawing/2014/main" val="611505303"/>
                    </a:ext>
                  </a:extLst>
                </a:gridCol>
                <a:gridCol w="581517">
                  <a:extLst>
                    <a:ext uri="{9D8B030D-6E8A-4147-A177-3AD203B41FA5}">
                      <a16:colId xmlns:a16="http://schemas.microsoft.com/office/drawing/2014/main" val="2155648943"/>
                    </a:ext>
                  </a:extLst>
                </a:gridCol>
                <a:gridCol w="581517">
                  <a:extLst>
                    <a:ext uri="{9D8B030D-6E8A-4147-A177-3AD203B41FA5}">
                      <a16:colId xmlns:a16="http://schemas.microsoft.com/office/drawing/2014/main" val="1636586329"/>
                    </a:ext>
                  </a:extLst>
                </a:gridCol>
                <a:gridCol w="581517">
                  <a:extLst>
                    <a:ext uri="{9D8B030D-6E8A-4147-A177-3AD203B41FA5}">
                      <a16:colId xmlns:a16="http://schemas.microsoft.com/office/drawing/2014/main" val="3227894200"/>
                    </a:ext>
                  </a:extLst>
                </a:gridCol>
                <a:gridCol w="581517">
                  <a:extLst>
                    <a:ext uri="{9D8B030D-6E8A-4147-A177-3AD203B41FA5}">
                      <a16:colId xmlns:a16="http://schemas.microsoft.com/office/drawing/2014/main" val="3259221130"/>
                    </a:ext>
                  </a:extLst>
                </a:gridCol>
                <a:gridCol w="788550">
                  <a:extLst>
                    <a:ext uri="{9D8B030D-6E8A-4147-A177-3AD203B41FA5}">
                      <a16:colId xmlns:a16="http://schemas.microsoft.com/office/drawing/2014/main" val="2448855332"/>
                    </a:ext>
                  </a:extLst>
                </a:gridCol>
              </a:tblGrid>
              <a:tr h="589868">
                <a:tc rowSpan="2">
                  <a:txBody>
                    <a:bodyPr/>
                    <a:lstStyle/>
                    <a:p>
                      <a:pPr marL="0" marR="0" algn="ctr" defTabSz="914400" rtl="0" eaLnBrk="1" fontAlgn="t" latinLnBrk="0" hangingPunct="1">
                        <a:buNone/>
                      </a:pPr>
                      <a:r>
                        <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Condition</a:t>
                      </a:r>
                    </a:p>
                  </a:txBody>
                  <a:tcPr marL="50800" marR="50800" marT="50800" marB="508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gridSpan="3">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 1</a:t>
                      </a:r>
                    </a:p>
                    <a:p>
                      <a:pPr marL="0" marR="0" algn="ctr" defTabSz="914400" rtl="0" eaLnBrk="1" fontAlgn="t" latinLnBrk="0" hangingPunct="1">
                        <a:buNone/>
                      </a:pPr>
                      <a:endPar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0800" marR="50800" marT="50800" marB="508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hMerge="1">
                  <a:txBody>
                    <a:bodyPr/>
                    <a:lstStyle/>
                    <a:p>
                      <a:endParaRPr/>
                    </a:p>
                  </a:txBody>
                  <a:tcPr marL="50800" marR="50800" marT="50800" marB="50800">
                    <a:solidFill>
                      <a:schemeClr val="accent4"/>
                    </a:solidFill>
                  </a:tcPr>
                </a:tc>
                <a:tc hMerge="1">
                  <a:txBody>
                    <a:bodyPr/>
                    <a:lstStyle/>
                    <a:p>
                      <a:endParaRPr dirty="0"/>
                    </a:p>
                  </a:txBody>
                  <a:tcPr marL="50800" marR="50800" marT="50800" marB="50800">
                    <a:solidFill>
                      <a:schemeClr val="accent4"/>
                    </a:solidFill>
                  </a:tcPr>
                </a:tc>
                <a:tc gridSpan="3">
                  <a:txBody>
                    <a:bodyPr/>
                    <a:lstStyle/>
                    <a:p>
                      <a:pPr marL="0" marR="0" algn="ctr" defTabSz="914400" rtl="0" eaLnBrk="1" fontAlgn="t" latinLnBrk="0" hangingPunct="1">
                        <a:buNone/>
                      </a:pPr>
                      <a:r>
                        <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 2</a:t>
                      </a:r>
                    </a:p>
                  </a:txBody>
                  <a:tcPr marL="50800" marR="50800" marT="50800" marB="508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hMerge="1">
                  <a:txBody>
                    <a:bodyPr/>
                    <a:lstStyle/>
                    <a:p>
                      <a:endParaRPr/>
                    </a:p>
                  </a:txBody>
                  <a:tcPr marL="50800" marR="50800" marT="50800" marB="50800">
                    <a:solidFill>
                      <a:schemeClr val="accent4"/>
                    </a:solidFill>
                  </a:tcPr>
                </a:tc>
                <a:tc hMerge="1">
                  <a:txBody>
                    <a:bodyPr/>
                    <a:lstStyle/>
                    <a:p>
                      <a:endParaRPr dirty="0"/>
                    </a:p>
                  </a:txBody>
                  <a:tcPr marL="50800" marR="50800" marT="50800" marB="50800">
                    <a:solidFill>
                      <a:schemeClr val="accent4"/>
                    </a:solidFill>
                  </a:tcPr>
                </a:tc>
                <a:tc gridSpan="3">
                  <a:txBody>
                    <a:bodyPr/>
                    <a:lstStyle/>
                    <a:p>
                      <a:pPr marL="0" marR="0" algn="ctr" defTabSz="914400" rtl="0" eaLnBrk="1" fontAlgn="t" latinLnBrk="0" hangingPunct="1">
                        <a:buNone/>
                      </a:pPr>
                      <a:r>
                        <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 3</a:t>
                      </a:r>
                    </a:p>
                  </a:txBody>
                  <a:tcPr marL="50800" marR="50800" marT="50800" marB="508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hMerge="1">
                  <a:txBody>
                    <a:bodyPr/>
                    <a:lstStyle/>
                    <a:p>
                      <a:endParaRPr/>
                    </a:p>
                  </a:txBody>
                  <a:tcPr marL="50800" marR="50800" marT="50800" marB="50800">
                    <a:solidFill>
                      <a:schemeClr val="accent4"/>
                    </a:solidFill>
                  </a:tcPr>
                </a:tc>
                <a:tc hMerge="1">
                  <a:txBody>
                    <a:bodyPr/>
                    <a:lstStyle/>
                    <a:p>
                      <a:endParaRPr dirty="0"/>
                    </a:p>
                  </a:txBody>
                  <a:tcPr marL="50800" marR="50800" marT="50800" marB="50800">
                    <a:solidFill>
                      <a:schemeClr val="accent4"/>
                    </a:solidFill>
                  </a:tcPr>
                </a:tc>
                <a:tc gridSpan="3">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Constructed (S4)</a:t>
                      </a:r>
                    </a:p>
                  </a:txBody>
                  <a:tcPr marL="50800" marR="50800" marT="50800" marB="508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hMerge="1">
                  <a:txBody>
                    <a:bodyPr/>
                    <a:lstStyle/>
                    <a:p>
                      <a:pPr marL="0" marR="0" algn="l" defTabSz="914400" rtl="0" eaLnBrk="1" fontAlgn="t" latinLnBrk="0" hangingPunct="1">
                        <a:buNone/>
                      </a:pPr>
                      <a:endPar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hMerge="1">
                  <a:txBody>
                    <a:bodyPr/>
                    <a:lstStyle/>
                    <a:p>
                      <a:pPr marL="0" marR="0" algn="l" defTabSz="914400" rtl="0" eaLnBrk="1" fontAlgn="t" latinLnBrk="0" hangingPunct="1">
                        <a:buNone/>
                      </a:pPr>
                      <a:endPar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2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Macro F1</a:t>
                      </a:r>
                    </a:p>
                  </a:txBody>
                  <a:tcPr marL="50800" marR="50800" marT="50800" marB="508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extLst>
                  <a:ext uri="{0D108BD9-81ED-4DB2-BD59-A6C34878D82A}">
                    <a16:rowId xmlns:a16="http://schemas.microsoft.com/office/drawing/2014/main" val="1909268114"/>
                  </a:ext>
                </a:extLst>
              </a:tr>
              <a:tr h="423590">
                <a:tc vMerge="1">
                  <a:txBody>
                    <a:bodyPr/>
                    <a:lstStyle/>
                    <a:p>
                      <a:pPr marL="0" marR="0" fontAlgn="t">
                        <a:buNone/>
                      </a:pPr>
                      <a:endParaRPr lang="en-GB" sz="1400" dirty="0">
                        <a:solidFill>
                          <a:srgbClr val="8F8F8F"/>
                        </a:solidFill>
                        <a:effectLst/>
                        <a:latin typeface="Calibri" panose="020F0502020204030204" pitchFamily="34" charset="0"/>
                      </a:endParaRPr>
                    </a:p>
                  </a:txBody>
                  <a:tcPr marL="50800" marR="50800" marT="50800" marB="50800"/>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P</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R</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 F1</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P</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R</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F1</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P</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R</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F1</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P</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R</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r>
                        <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 F1</a:t>
                      </a: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tc>
                  <a:txBody>
                    <a:bodyPr/>
                    <a:lstStyle/>
                    <a:p>
                      <a:pPr marL="0" marR="0" algn="ctr" defTabSz="914400" rtl="0" eaLnBrk="1" fontAlgn="t" latinLnBrk="0" hangingPunct="1">
                        <a:buNone/>
                      </a:pPr>
                      <a:endParaRPr lang="en-GB"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2700" marR="12700" marT="12700" marB="1270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4"/>
                    </a:solidFill>
                  </a:tcPr>
                </a:tc>
                <a:extLst>
                  <a:ext uri="{0D108BD9-81ED-4DB2-BD59-A6C34878D82A}">
                    <a16:rowId xmlns:a16="http://schemas.microsoft.com/office/drawing/2014/main" val="1408205329"/>
                  </a:ext>
                </a:extLst>
              </a:tr>
              <a:tr h="423590">
                <a:tc>
                  <a:txBody>
                    <a:bodyPr/>
                    <a:lstStyle/>
                    <a:p>
                      <a:pPr>
                        <a:buNone/>
                      </a:pPr>
                      <a:r>
                        <a:rPr lang="en-GB"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C1 LLM-only</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.60</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.75</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0</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0.00</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.33</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.33</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.33</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.25</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.40</a:t>
                      </a:r>
                    </a:p>
                  </a:txBody>
                  <a:tcPr marL="12700" marR="12700" marT="12700" marB="12700" anchor="ctr">
                    <a:lnT w="12700" cap="flat" cmpd="sng" algn="ctr">
                      <a:solidFill>
                        <a:schemeClr val="bg1">
                          <a:lumMod val="95000"/>
                        </a:schemeClr>
                      </a:solidFill>
                      <a:prstDash val="solid"/>
                      <a:round/>
                      <a:headEnd type="none" w="med" len="med"/>
                      <a:tailEnd type="none" w="med" len="med"/>
                    </a:lnT>
                  </a:tcP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.447</a:t>
                      </a:r>
                    </a:p>
                  </a:txBody>
                  <a:tcPr marL="12700" marR="12700" marT="12700" marB="12700" anchor="ctr">
                    <a:lnT w="12700" cap="flat" cmpd="sng" algn="ctr">
                      <a:solidFill>
                        <a:schemeClr val="bg1">
                          <a:lumMod val="95000"/>
                        </a:schemeClr>
                      </a:solidFill>
                      <a:prstDash val="solid"/>
                      <a:round/>
                      <a:headEnd type="none" w="med" len="med"/>
                      <a:tailEnd type="none" w="med" len="med"/>
                    </a:lnT>
                  </a:tcPr>
                </a:tc>
                <a:extLst>
                  <a:ext uri="{0D108BD9-81ED-4DB2-BD59-A6C34878D82A}">
                    <a16:rowId xmlns:a16="http://schemas.microsoft.com/office/drawing/2014/main" val="3967514857"/>
                  </a:ext>
                </a:extLst>
              </a:tr>
              <a:tr h="423590">
                <a:tc>
                  <a:txBody>
                    <a:bodyPr/>
                    <a:lstStyle/>
                    <a:p>
                      <a:pPr>
                        <a:buNone/>
                      </a:pPr>
                      <a:r>
                        <a:rPr lang="en-GB"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C2 Static-only</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.63</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.77</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.33</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.50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.50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.67</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.738</a:t>
                      </a:r>
                    </a:p>
                  </a:txBody>
                  <a:tcPr marL="12700" marR="12700" marT="12700" marB="12700" anchor="ctr"/>
                </a:tc>
                <a:extLst>
                  <a:ext uri="{0D108BD9-81ED-4DB2-BD59-A6C34878D82A}">
                    <a16:rowId xmlns:a16="http://schemas.microsoft.com/office/drawing/2014/main" val="472616755"/>
                  </a:ext>
                </a:extLst>
              </a:tr>
              <a:tr h="423590">
                <a:tc>
                  <a:txBody>
                    <a:bodyPr/>
                    <a:lstStyle/>
                    <a:p>
                      <a:pPr>
                        <a:buNone/>
                      </a:pPr>
                      <a:r>
                        <a:rPr lang="en-GB" sz="14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C3 Dynamic-only</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.71</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.83</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.50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.67</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.865</a:t>
                      </a:r>
                    </a:p>
                  </a:txBody>
                  <a:tcPr marL="12700" marR="12700" marT="12700" marB="12700" anchor="ctr"/>
                </a:tc>
                <a:extLst>
                  <a:ext uri="{0D108BD9-81ED-4DB2-BD59-A6C34878D82A}">
                    <a16:rowId xmlns:a16="http://schemas.microsoft.com/office/drawing/2014/main" val="131022076"/>
                  </a:ext>
                </a:extLst>
              </a:tr>
              <a:tr h="459122">
                <a:tc>
                  <a:txBody>
                    <a:bodyPr/>
                    <a:lstStyle/>
                    <a:p>
                      <a:pPr>
                        <a:buNone/>
                      </a:pPr>
                      <a:r>
                        <a:rPr lang="en-GB"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C4 Static+Dynamic</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.50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.67</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.33</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.50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.764</a:t>
                      </a:r>
                    </a:p>
                  </a:txBody>
                  <a:tcPr marL="12700" marR="12700" marT="12700" marB="12700" anchor="ctr"/>
                </a:tc>
                <a:extLst>
                  <a:ext uri="{0D108BD9-81ED-4DB2-BD59-A6C34878D82A}">
                    <a16:rowId xmlns:a16="http://schemas.microsoft.com/office/drawing/2014/main" val="3982158563"/>
                  </a:ext>
                </a:extLst>
              </a:tr>
              <a:tr h="423590">
                <a:tc>
                  <a:txBody>
                    <a:bodyPr/>
                    <a:lstStyle/>
                    <a:p>
                      <a:pPr>
                        <a:buNone/>
                      </a:pPr>
                      <a:r>
                        <a:rPr lang="en-GB"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C5 Intersection</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.33</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.50</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.900</a:t>
                      </a:r>
                    </a:p>
                  </a:txBody>
                  <a:tcPr marL="12700" marR="12700" marT="12700" marB="12700" anchor="ctr"/>
                </a:tc>
                <a:extLst>
                  <a:ext uri="{0D108BD9-81ED-4DB2-BD59-A6C34878D82A}">
                    <a16:rowId xmlns:a16="http://schemas.microsoft.com/office/drawing/2014/main" val="2435822673"/>
                  </a:ext>
                </a:extLst>
              </a:tr>
              <a:tr h="423590">
                <a:tc>
                  <a:txBody>
                    <a:bodyPr/>
                    <a:lstStyle/>
                    <a:p>
                      <a:pPr>
                        <a:buNone/>
                      </a:pPr>
                      <a:r>
                        <a:rPr lang="en-GB" sz="1400">
                          <a:effectLst/>
                          <a:latin typeface="Sans Serif Collection" panose="020B0502040504020204" pitchFamily="34" charset="0"/>
                          <a:ea typeface="Sans Serif Collection" panose="020B0502040504020204" pitchFamily="34" charset="0"/>
                          <a:cs typeface="Sans Serif Collection" panose="020B0502040504020204" pitchFamily="34" charset="0"/>
                        </a:rPr>
                        <a:t>C6 Full pipeline</a:t>
                      </a:r>
                    </a:p>
                  </a:txBody>
                  <a:tcPr marL="12700" marR="12700" marT="12700" marB="12700" anchor="ctr"/>
                </a:tc>
                <a:tc>
                  <a:txBody>
                    <a:bodyPr/>
                    <a:lstStyle/>
                    <a:p>
                      <a:pPr>
                        <a:buNone/>
                      </a:pPr>
                      <a:r>
                        <a:rPr lang="en-GB" sz="12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.75</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.86</a:t>
                      </a:r>
                    </a:p>
                  </a:txBody>
                  <a:tcPr marL="12700" marR="12700" marT="12700" marB="12700" anchor="ctr"/>
                </a:tc>
                <a:tc>
                  <a:txBody>
                    <a:bodyPr/>
                    <a:lstStyle/>
                    <a:p>
                      <a:pPr>
                        <a:buNone/>
                      </a:pPr>
                      <a:r>
                        <a:rPr lang="en-GB" sz="1200">
                          <a:effectLst/>
                          <a:latin typeface="Sans Serif Collection" panose="020B0502040504020204" pitchFamily="34" charset="0"/>
                          <a:ea typeface="Sans Serif Collection" panose="020B0502040504020204" pitchFamily="34" charset="0"/>
                          <a:cs typeface="Sans Serif Collection" panose="020B0502040504020204" pitchFamily="34" charset="0"/>
                        </a:rPr>
                        <a:t>.33</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1.00</a:t>
                      </a:r>
                    </a:p>
                  </a:txBody>
                  <a:tcPr marL="12700" marR="12700" marT="12700" marB="12700" anchor="ctr"/>
                </a:tc>
                <a:tc>
                  <a:txBody>
                    <a:bodyPr/>
                    <a:lstStyle/>
                    <a:p>
                      <a:pPr>
                        <a:buNone/>
                      </a:pPr>
                      <a:r>
                        <a:rPr lang="en-GB"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.50</a:t>
                      </a:r>
                    </a:p>
                  </a:txBody>
                  <a:tcPr marL="12700" marR="12700" marT="12700" marB="12700" anchor="ctr"/>
                </a:tc>
                <a:tc>
                  <a:txBody>
                    <a:bodyPr/>
                    <a:lstStyle/>
                    <a:p>
                      <a:pPr>
                        <a:buNone/>
                      </a:pPr>
                      <a:r>
                        <a:rPr lang="en-GB" sz="1200" b="1"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.871</a:t>
                      </a:r>
                    </a:p>
                  </a:txBody>
                  <a:tcPr marL="12700" marR="12700" marT="12700" marB="12700" anchor="ctr"/>
                </a:tc>
                <a:extLst>
                  <a:ext uri="{0D108BD9-81ED-4DB2-BD59-A6C34878D82A}">
                    <a16:rowId xmlns:a16="http://schemas.microsoft.com/office/drawing/2014/main" val="430337229"/>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Interpretation — Why the Numbers Look This Way</a:t>
            </a:r>
          </a:p>
        </p:txBody>
      </p:sp>
      <p:sp>
        <p:nvSpPr>
          <p:cNvPr id="3" name="Content Placeholder 2"/>
          <p:cNvSpPr>
            <a:spLocks noGrp="1"/>
          </p:cNvSpPr>
          <p:nvPr>
            <p:ph sz="quarter" idx="11"/>
          </p:nvPr>
        </p:nvSpPr>
        <p:spPr>
          <a:xfrm>
            <a:off x="5736566" y="1020445"/>
            <a:ext cx="5763487" cy="5029200"/>
          </a:xfrm>
        </p:spPr>
        <p:txBody>
          <a:bodyPr>
            <a:normAutofit lnSpcReduction="10000"/>
          </a:bodyPr>
          <a:lstStyle/>
          <a:p>
            <a:pPr algn="just"/>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Naive union (C4) is not protective on S4</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dirty="0"/>
              <a: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It can inherits each source's false positives. It doesn’t hold good on S4 (F1 0.500). But it holds good for all other 3 scenarios.</a:t>
            </a:r>
          </a:p>
          <a:p>
            <a:pPr algn="just"/>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Intersection (C5)</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 Pure set algebra, no LLM is the actual best condition overall on interaction accuracy (F1 0.875, tied with dynamic-only), </a:t>
            </a:r>
            <a:r>
              <a:rPr lang="en-GB" sz="1400" i="1" dirty="0">
                <a:latin typeface="Sans Serif Collection" panose="020B0502040504020204" pitchFamily="34" charset="0"/>
                <a:ea typeface="Sans Serif Collection" panose="020B0502040504020204" pitchFamily="34" charset="0"/>
                <a:cs typeface="Sans Serif Collection" panose="020B0502040504020204" pitchFamily="34" charset="0"/>
              </a:rPr>
              <a:t>by cancelling each source's independent false positives</a:t>
            </a:r>
            <a:r>
              <a:rPr lang="en-GB" sz="1400" i="1" dirty="0"/>
              <a:t>.</a:t>
            </a:r>
          </a:p>
          <a:p>
            <a:pPr algn="just"/>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Intersection is recall-bounded, not free</a:t>
            </a:r>
            <a:r>
              <a:rPr lang="en-GB" sz="1400" dirty="0"/>
              <a: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On S3 it's capped at C2's own weak recall (0.333), since C2 can't resolve a </a:t>
            </a:r>
            <a:r>
              <a:rPr lang="en-GB" sz="1400" i="1" dirty="0">
                <a:latin typeface="Sans Serif Collection" panose="020B0502040504020204" pitchFamily="34" charset="0"/>
                <a:ea typeface="Sans Serif Collection" panose="020B0502040504020204" pitchFamily="34" charset="0"/>
                <a:cs typeface="Sans Serif Collection" panose="020B0502040504020204" pitchFamily="34" charset="0"/>
              </a:rPr>
              <a:t>std::function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dispatched call C3 sees directly.</a:t>
            </a:r>
          </a:p>
          <a:p>
            <a:pPr algn="just"/>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The full pipeline (C6) doesn't win on edge accuracy</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(F1 0.84, behind C5/C3)</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 It over-generates on S4 and fabricates an edge on S3. Its real value is sequence ordering, not precision/recall.</a:t>
            </a:r>
          </a:p>
          <a:p>
            <a:pPr algn="just"/>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indent="0" algn="just">
              <a:buNone/>
            </a:pP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Bottom line</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combining helps only via agreement, never via pooling and the LLM's contribution is presentation not correctness.</a:t>
            </a:r>
          </a:p>
        </p:txBody>
      </p:sp>
      <p:sp>
        <p:nvSpPr>
          <p:cNvPr id="4" name="TextBox 3">
            <a:extLst>
              <a:ext uri="{FF2B5EF4-FFF2-40B4-BE49-F238E27FC236}">
                <a16:creationId xmlns:a16="http://schemas.microsoft.com/office/drawing/2014/main" id="{52673E92-C949-BEFA-B88A-ECD4084C919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27</a:t>
            </a:r>
          </a:p>
        </p:txBody>
      </p:sp>
      <p:sp>
        <p:nvSpPr>
          <p:cNvPr id="5" name="TextBox 4">
            <a:extLst>
              <a:ext uri="{FF2B5EF4-FFF2-40B4-BE49-F238E27FC236}">
                <a16:creationId xmlns:a16="http://schemas.microsoft.com/office/drawing/2014/main" id="{7DFABDD7-1580-8FDA-08FA-FD8598CBE1E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8103F-EE4D-510D-C473-DDC368156B0D}"/>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1 - Outputs</a:t>
            </a:r>
          </a:p>
        </p:txBody>
      </p:sp>
      <p:sp>
        <p:nvSpPr>
          <p:cNvPr id="14" name="Content Placeholder 3">
            <a:extLst>
              <a:ext uri="{FF2B5EF4-FFF2-40B4-BE49-F238E27FC236}">
                <a16:creationId xmlns:a16="http://schemas.microsoft.com/office/drawing/2014/main" id="{8B156FB7-57E9-208A-E480-0BBCAFB87E9E}"/>
              </a:ext>
            </a:extLst>
          </p:cNvPr>
          <p:cNvSpPr>
            <a:spLocks noGrp="1"/>
          </p:cNvSpPr>
          <p:nvPr>
            <p:ph sz="quarter" idx="11"/>
          </p:nvPr>
        </p:nvSpPr>
        <p:spPr>
          <a:xfrm>
            <a:off x="8788401" y="2153285"/>
            <a:ext cx="2656840" cy="3500438"/>
          </a:xfrm>
        </p:spPr>
        <p:txBody>
          <a:bodyPr>
            <a:normAutofit/>
          </a:bodyPr>
          <a:lstStyle/>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S1 - Shows the widest fan-in: 4 Synchronization drivers all reach into both Aggregation and Logging. </a:t>
            </a:r>
          </a:p>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4 reference interactions  (</a:t>
            </a:r>
            <a:r>
              <a:rPr lang="en-GB" sz="16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stream, flush, instance)</a:t>
            </a:r>
            <a:endParaRPr lang="en-US" sz="16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48B9F016-1298-3E60-CB3A-D6A94FC33D05}"/>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28</a:t>
            </a:r>
          </a:p>
        </p:txBody>
      </p:sp>
      <p:sp>
        <p:nvSpPr>
          <p:cNvPr id="4" name="TextBox 3">
            <a:extLst>
              <a:ext uri="{FF2B5EF4-FFF2-40B4-BE49-F238E27FC236}">
                <a16:creationId xmlns:a16="http://schemas.microsoft.com/office/drawing/2014/main" id="{BCB0B5C9-7EEF-37C1-699A-FAE77C0AFD62}"/>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8" name="Picture 7">
            <a:extLst>
              <a:ext uri="{FF2B5EF4-FFF2-40B4-BE49-F238E27FC236}">
                <a16:creationId xmlns:a16="http://schemas.microsoft.com/office/drawing/2014/main" id="{BB88C0FE-0CB0-16FF-DC63-014EFF9E94D9}"/>
              </a:ext>
            </a:extLst>
          </p:cNvPr>
          <p:cNvPicPr>
            <a:picLocks noChangeAspect="1"/>
          </p:cNvPicPr>
          <p:nvPr/>
        </p:nvPicPr>
        <p:blipFill>
          <a:blip r:embed="rId2"/>
          <a:srcRect l="-1" r="151" b="27598"/>
          <a:stretch>
            <a:fillRect/>
          </a:stretch>
        </p:blipFill>
        <p:spPr>
          <a:xfrm>
            <a:off x="1137641" y="1904624"/>
            <a:ext cx="6625233" cy="3997760"/>
          </a:xfrm>
          <a:prstGeom prst="rect">
            <a:avLst/>
          </a:prstGeom>
        </p:spPr>
      </p:pic>
      <p:pic>
        <p:nvPicPr>
          <p:cNvPr id="17" name="Picture 16">
            <a:extLst>
              <a:ext uri="{FF2B5EF4-FFF2-40B4-BE49-F238E27FC236}">
                <a16:creationId xmlns:a16="http://schemas.microsoft.com/office/drawing/2014/main" id="{4F642515-1E5E-BFF4-F49C-22DEAA740FD6}"/>
              </a:ext>
            </a:extLst>
          </p:cNvPr>
          <p:cNvPicPr>
            <a:picLocks noChangeAspect="1"/>
          </p:cNvPicPr>
          <p:nvPr/>
        </p:nvPicPr>
        <p:blipFill>
          <a:blip r:embed="rId3"/>
          <a:stretch>
            <a:fillRect/>
          </a:stretch>
        </p:blipFill>
        <p:spPr>
          <a:xfrm>
            <a:off x="2692647" y="1466850"/>
            <a:ext cx="3618273" cy="4906037"/>
          </a:xfrm>
          <a:prstGeom prst="rect">
            <a:avLst/>
          </a:prstGeom>
        </p:spPr>
      </p:pic>
    </p:spTree>
    <p:extLst>
      <p:ext uri="{BB962C8B-B14F-4D97-AF65-F5344CB8AC3E}">
        <p14:creationId xmlns:p14="http://schemas.microsoft.com/office/powerpoint/2010/main" val="3062990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FFE7F-039D-C2FE-795F-D083DD4E7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13012-09D3-1A9B-AF4C-9E8DC15FDCBF}"/>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2 - Outputs</a:t>
            </a:r>
          </a:p>
        </p:txBody>
      </p:sp>
      <p:sp>
        <p:nvSpPr>
          <p:cNvPr id="14" name="Content Placeholder 3">
            <a:extLst>
              <a:ext uri="{FF2B5EF4-FFF2-40B4-BE49-F238E27FC236}">
                <a16:creationId xmlns:a16="http://schemas.microsoft.com/office/drawing/2014/main" id="{BB946E48-A58A-E341-8E2A-B86689F2CD99}"/>
              </a:ext>
            </a:extLst>
          </p:cNvPr>
          <p:cNvSpPr>
            <a:spLocks noGrp="1"/>
          </p:cNvSpPr>
          <p:nvPr>
            <p:ph sz="quarter" idx="11"/>
          </p:nvPr>
        </p:nvSpPr>
        <p:spPr>
          <a:xfrm>
            <a:off x="8829675" y="2153285"/>
            <a:ext cx="2800350" cy="3500438"/>
          </a:xfrm>
        </p:spPr>
        <p:txBody>
          <a:bodyPr>
            <a:normAutofit fontScale="92500" lnSpcReduction="10000"/>
          </a:bodyPr>
          <a:lstStyle/>
          <a:p>
            <a:r>
              <a:rPr lang="en-GB" sz="1600" b="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S2 - </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one linear dependency, Configuration into Logging.</a:t>
            </a:r>
          </a:p>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A mostly-static, linear chain (</a:t>
            </a:r>
            <a:r>
              <a:rPr lang="en-GB" sz="16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PropertyMapper.add</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variants → </a:t>
            </a:r>
            <a:r>
              <a:rPr lang="en-GB" sz="16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RAIILogStream.stream</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The easy-case baseline — expected to be reconstructed well even by static-only analysis. </a:t>
            </a:r>
          </a:p>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1 reference interaction (stream)</a:t>
            </a:r>
            <a:endParaRPr lang="en-US" sz="16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B128BC2B-94F5-40A0-104F-D7C5D5C4093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29</a:t>
            </a:r>
          </a:p>
        </p:txBody>
      </p:sp>
      <p:sp>
        <p:nvSpPr>
          <p:cNvPr id="4" name="TextBox 3">
            <a:extLst>
              <a:ext uri="{FF2B5EF4-FFF2-40B4-BE49-F238E27FC236}">
                <a16:creationId xmlns:a16="http://schemas.microsoft.com/office/drawing/2014/main" id="{E3EFD9A6-1174-C260-72E8-68D6B95E7064}"/>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1" name="Content Placeholder 10">
            <a:extLst>
              <a:ext uri="{FF2B5EF4-FFF2-40B4-BE49-F238E27FC236}">
                <a16:creationId xmlns:a16="http://schemas.microsoft.com/office/drawing/2014/main" id="{BCAE6351-408C-E6CE-2450-FC9BD3895183}"/>
              </a:ext>
            </a:extLst>
          </p:cNvPr>
          <p:cNvPicPr>
            <a:picLocks noGrp="1" noChangeAspect="1"/>
          </p:cNvPicPr>
          <p:nvPr>
            <p:ph sz="quarter" idx="10"/>
          </p:nvPr>
        </p:nvPicPr>
        <p:blipFill>
          <a:blip r:embed="rId2"/>
          <a:srcRect b="44490"/>
          <a:stretch>
            <a:fillRect/>
          </a:stretch>
        </p:blipFill>
        <p:spPr>
          <a:xfrm>
            <a:off x="561975" y="2153285"/>
            <a:ext cx="7264552" cy="2988291"/>
          </a:xfrm>
          <a:prstGeom prst="rect">
            <a:avLst/>
          </a:prstGeom>
        </p:spPr>
      </p:pic>
      <p:pic>
        <p:nvPicPr>
          <p:cNvPr id="16" name="Picture 15">
            <a:extLst>
              <a:ext uri="{FF2B5EF4-FFF2-40B4-BE49-F238E27FC236}">
                <a16:creationId xmlns:a16="http://schemas.microsoft.com/office/drawing/2014/main" id="{24C3D150-F0D0-9CB0-D171-C532DC4ACE1C}"/>
              </a:ext>
            </a:extLst>
          </p:cNvPr>
          <p:cNvPicPr>
            <a:picLocks noChangeAspect="1"/>
          </p:cNvPicPr>
          <p:nvPr/>
        </p:nvPicPr>
        <p:blipFill>
          <a:blip r:embed="rId3"/>
          <a:stretch>
            <a:fillRect/>
          </a:stretch>
        </p:blipFill>
        <p:spPr>
          <a:xfrm>
            <a:off x="2421738" y="1665772"/>
            <a:ext cx="3534052" cy="4454820"/>
          </a:xfrm>
          <a:prstGeom prst="rect">
            <a:avLst/>
          </a:prstGeom>
        </p:spPr>
      </p:pic>
    </p:spTree>
    <p:extLst>
      <p:ext uri="{BB962C8B-B14F-4D97-AF65-F5344CB8AC3E}">
        <p14:creationId xmlns:p14="http://schemas.microsoft.com/office/powerpoint/2010/main" val="369316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988A3-739E-A37C-CCFC-80A2DBFAD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B3EBF-0089-0D25-E22E-2591D97635DE}"/>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3 - Outputs</a:t>
            </a:r>
          </a:p>
        </p:txBody>
      </p:sp>
      <p:sp>
        <p:nvSpPr>
          <p:cNvPr id="14" name="Content Placeholder 3">
            <a:extLst>
              <a:ext uri="{FF2B5EF4-FFF2-40B4-BE49-F238E27FC236}">
                <a16:creationId xmlns:a16="http://schemas.microsoft.com/office/drawing/2014/main" id="{472A5C7C-CF41-EB33-D803-4DA391B6E073}"/>
              </a:ext>
            </a:extLst>
          </p:cNvPr>
          <p:cNvSpPr>
            <a:spLocks noGrp="1"/>
          </p:cNvSpPr>
          <p:nvPr>
            <p:ph sz="quarter" idx="11"/>
          </p:nvPr>
        </p:nvSpPr>
        <p:spPr>
          <a:xfrm>
            <a:off x="8215744" y="2153284"/>
            <a:ext cx="3480955" cy="3866515"/>
          </a:xfrm>
        </p:spPr>
        <p:txBody>
          <a:bodyPr>
            <a:normAutofit lnSpcReduction="10000"/>
          </a:bodyPr>
          <a:lstStyle/>
          <a:p>
            <a:pPr>
              <a:lnSpc>
                <a:spcPct val="100000"/>
              </a:lnSpc>
            </a:pP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S3 -  </a:t>
            </a: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SimpleRunner.runStage</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in Synchronization” fans out to all three of the other modules at once. The case where static analysis alone produces false-positive edges.</a:t>
            </a:r>
          </a:p>
          <a:p>
            <a:pPr>
              <a:lnSpc>
                <a:spcPct val="100000"/>
              </a:lnSpc>
            </a:pP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SimpleRunner.runStage</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to Aggregator, </a:t>
            </a: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EnumMap</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and Logging simultaneously. </a:t>
            </a:r>
          </a:p>
          <a:p>
            <a:pPr>
              <a:lnSpc>
                <a:spcPct val="100000"/>
              </a:lnSpc>
            </a:pP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The hardest static case — templated static dispatch produces false-positive static edge (instance) that only the full agentic pipeline (C5) eliminates.</a:t>
            </a:r>
          </a:p>
          <a:p>
            <a:pPr>
              <a:lnSpc>
                <a:spcPct val="100000"/>
              </a:lnSpc>
            </a:pP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4 reference interactions (</a:t>
            </a: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stream, convert, flush)</a:t>
            </a:r>
            <a:endParaRPr lang="en-US" sz="14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96AB0BF1-6AD8-449B-1D8E-6C32AF38399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30</a:t>
            </a:r>
          </a:p>
        </p:txBody>
      </p:sp>
      <p:sp>
        <p:nvSpPr>
          <p:cNvPr id="4" name="TextBox 3">
            <a:extLst>
              <a:ext uri="{FF2B5EF4-FFF2-40B4-BE49-F238E27FC236}">
                <a16:creationId xmlns:a16="http://schemas.microsoft.com/office/drawing/2014/main" id="{F128088E-42DF-9D32-0C98-7CDC9B6BF48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1" name="Content Placeholder 10">
            <a:extLst>
              <a:ext uri="{FF2B5EF4-FFF2-40B4-BE49-F238E27FC236}">
                <a16:creationId xmlns:a16="http://schemas.microsoft.com/office/drawing/2014/main" id="{EE68DBF6-7A08-92EE-6F15-24CE0A8EAFF5}"/>
              </a:ext>
            </a:extLst>
          </p:cNvPr>
          <p:cNvPicPr>
            <a:picLocks noGrp="1" noChangeAspect="1"/>
          </p:cNvPicPr>
          <p:nvPr>
            <p:ph sz="quarter" idx="10"/>
          </p:nvPr>
        </p:nvPicPr>
        <p:blipFill>
          <a:blip r:embed="rId2"/>
          <a:srcRect b="31429"/>
          <a:stretch>
            <a:fillRect/>
          </a:stretch>
        </p:blipFill>
        <p:spPr>
          <a:xfrm>
            <a:off x="746760" y="2016638"/>
            <a:ext cx="5116191" cy="3866514"/>
          </a:xfrm>
          <a:prstGeom prst="rect">
            <a:avLst/>
          </a:prstGeom>
        </p:spPr>
      </p:pic>
      <p:pic>
        <p:nvPicPr>
          <p:cNvPr id="18" name="Picture 17">
            <a:extLst>
              <a:ext uri="{FF2B5EF4-FFF2-40B4-BE49-F238E27FC236}">
                <a16:creationId xmlns:a16="http://schemas.microsoft.com/office/drawing/2014/main" id="{A52FE456-DDB6-CD81-B55B-05931718A559}"/>
              </a:ext>
            </a:extLst>
          </p:cNvPr>
          <p:cNvPicPr>
            <a:picLocks noChangeAspect="1"/>
          </p:cNvPicPr>
          <p:nvPr/>
        </p:nvPicPr>
        <p:blipFill>
          <a:blip r:embed="rId3"/>
          <a:stretch>
            <a:fillRect/>
          </a:stretch>
        </p:blipFill>
        <p:spPr>
          <a:xfrm>
            <a:off x="746760" y="1869660"/>
            <a:ext cx="6430808" cy="4433762"/>
          </a:xfrm>
          <a:prstGeom prst="rect">
            <a:avLst/>
          </a:prstGeom>
        </p:spPr>
      </p:pic>
    </p:spTree>
    <p:extLst>
      <p:ext uri="{BB962C8B-B14F-4D97-AF65-F5344CB8AC3E}">
        <p14:creationId xmlns:p14="http://schemas.microsoft.com/office/powerpoint/2010/main" val="339531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44CD-CE73-7859-BC26-271A6D4FF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2E4AC-6480-D0E8-A817-3ECB7A309C5C}"/>
              </a:ext>
            </a:extLst>
          </p:cNvPr>
          <p:cNvSpPr>
            <a:spLocks noGrp="1"/>
          </p:cNvSpPr>
          <p:nvPr>
            <p:ph type="title"/>
          </p:nvPr>
        </p:nvSpPr>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4 - Outputs</a:t>
            </a:r>
          </a:p>
        </p:txBody>
      </p:sp>
      <p:sp>
        <p:nvSpPr>
          <p:cNvPr id="14" name="Content Placeholder 3">
            <a:extLst>
              <a:ext uri="{FF2B5EF4-FFF2-40B4-BE49-F238E27FC236}">
                <a16:creationId xmlns:a16="http://schemas.microsoft.com/office/drawing/2014/main" id="{7991A684-3ACB-260E-155A-19EF57C0FE6F}"/>
              </a:ext>
            </a:extLst>
          </p:cNvPr>
          <p:cNvSpPr>
            <a:spLocks noGrp="1"/>
          </p:cNvSpPr>
          <p:nvPr>
            <p:ph sz="quarter" idx="10"/>
          </p:nvPr>
        </p:nvSpPr>
        <p:spPr>
          <a:xfrm>
            <a:off x="929640" y="1847088"/>
            <a:ext cx="4672789" cy="4241559"/>
          </a:xfrm>
        </p:spPr>
        <p:txBody>
          <a:bodyPr>
            <a:normAutofit/>
          </a:bodyPr>
          <a:lstStyle/>
          <a:p>
            <a:pPr>
              <a:lnSpc>
                <a:spcPct val="100000"/>
              </a:lnSpc>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S4 is the constructed dual-gap case: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StageEventBridge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has two outgoing edges and each evidence source only sees one of them.</a:t>
            </a:r>
          </a:p>
          <a:p>
            <a:pPr>
              <a:lnSpc>
                <a:spcPct val="100000"/>
              </a:lnSpc>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The amber edge is static-only (runtime-suppressed) and the blue dashed edge is dynamic-only (no static call site at all).</a:t>
            </a:r>
          </a:p>
          <a:p>
            <a:pPr>
              <a:lnSpc>
                <a:spcPct val="100000"/>
              </a:lnSpc>
            </a:pPr>
            <a:r>
              <a:rPr lang="en-GB" b="0" dirty="0">
                <a:latin typeface="Sans Serif Collection" panose="020B0502040504020204" pitchFamily="34" charset="0"/>
                <a:ea typeface="Sans Serif Collection" panose="020B0502040504020204" pitchFamily="34" charset="0"/>
                <a:cs typeface="Sans Serif Collection" panose="020B0502040504020204" pitchFamily="34" charset="0"/>
              </a:rPr>
              <a:t>The only scenario where static and dynamic each catch a different edge, so combination is strictly additive.</a:t>
            </a:r>
          </a:p>
          <a:p>
            <a:pPr>
              <a:lnSpc>
                <a:spcPct val="100000"/>
              </a:lnSpc>
            </a:pPr>
            <a:r>
              <a:rPr lang="en-GB" b="0" dirty="0">
                <a:latin typeface="Sans Serif Collection" panose="020B0502040504020204" pitchFamily="34" charset="0"/>
                <a:ea typeface="Sans Serif Collection" panose="020B0502040504020204" pitchFamily="34" charset="0"/>
                <a:cs typeface="Sans Serif Collection" panose="020B0502040504020204" pitchFamily="34" charset="0"/>
              </a:rPr>
              <a:t>2 reference interactions (stream, </a:t>
            </a:r>
            <a:r>
              <a:rPr lang="en-GB" b="0" dirty="0" err="1">
                <a:latin typeface="Sans Serif Collection" panose="020B0502040504020204" pitchFamily="34" charset="0"/>
                <a:ea typeface="Sans Serif Collection" panose="020B0502040504020204" pitchFamily="34" charset="0"/>
                <a:cs typeface="Sans Serif Collection" panose="020B0502040504020204" pitchFamily="34" charset="0"/>
              </a:rPr>
              <a:t>onStageEvent</a:t>
            </a:r>
            <a:r>
              <a:rPr lang="en-GB" b="0"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lang="en-US"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0" name="Picture 9">
            <a:extLst>
              <a:ext uri="{FF2B5EF4-FFF2-40B4-BE49-F238E27FC236}">
                <a16:creationId xmlns:a16="http://schemas.microsoft.com/office/drawing/2014/main" id="{C5EFB625-46B3-AE47-020B-42A774C99EAF}"/>
              </a:ext>
            </a:extLst>
          </p:cNvPr>
          <p:cNvPicPr>
            <a:picLocks noChangeAspect="1"/>
          </p:cNvPicPr>
          <p:nvPr/>
        </p:nvPicPr>
        <p:blipFill>
          <a:blip r:embed="rId2"/>
          <a:stretch>
            <a:fillRect/>
          </a:stretch>
        </p:blipFill>
        <p:spPr>
          <a:xfrm>
            <a:off x="6177988" y="4103996"/>
            <a:ext cx="5495956" cy="1984651"/>
          </a:xfrm>
          <a:prstGeom prst="rect">
            <a:avLst/>
          </a:prstGeom>
        </p:spPr>
      </p:pic>
      <p:sp>
        <p:nvSpPr>
          <p:cNvPr id="3" name="TextBox 2">
            <a:extLst>
              <a:ext uri="{FF2B5EF4-FFF2-40B4-BE49-F238E27FC236}">
                <a16:creationId xmlns:a16="http://schemas.microsoft.com/office/drawing/2014/main" id="{1356C986-3857-3D8D-DC6E-8FE1FA535F5D}"/>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31</a:t>
            </a:r>
          </a:p>
        </p:txBody>
      </p:sp>
      <p:sp>
        <p:nvSpPr>
          <p:cNvPr id="4" name="TextBox 3">
            <a:extLst>
              <a:ext uri="{FF2B5EF4-FFF2-40B4-BE49-F238E27FC236}">
                <a16:creationId xmlns:a16="http://schemas.microsoft.com/office/drawing/2014/main" id="{8B04B0F6-7FC6-006C-D2E8-9B9E14841B6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2" name="Picture 11">
            <a:extLst>
              <a:ext uri="{FF2B5EF4-FFF2-40B4-BE49-F238E27FC236}">
                <a16:creationId xmlns:a16="http://schemas.microsoft.com/office/drawing/2014/main" id="{6579923C-5ECF-A216-28C0-1CCFB776929D}"/>
              </a:ext>
            </a:extLst>
          </p:cNvPr>
          <p:cNvPicPr>
            <a:picLocks noChangeAspect="1"/>
          </p:cNvPicPr>
          <p:nvPr/>
        </p:nvPicPr>
        <p:blipFill>
          <a:blip r:embed="rId3"/>
          <a:srcRect r="-277" b="33036"/>
          <a:stretch>
            <a:fillRect/>
          </a:stretch>
        </p:blipFill>
        <p:spPr>
          <a:xfrm>
            <a:off x="6589572" y="769353"/>
            <a:ext cx="4672788" cy="2990417"/>
          </a:xfrm>
          <a:prstGeom prst="rect">
            <a:avLst/>
          </a:prstGeom>
        </p:spPr>
      </p:pic>
      <p:pic>
        <p:nvPicPr>
          <p:cNvPr id="15" name="Picture 14">
            <a:extLst>
              <a:ext uri="{FF2B5EF4-FFF2-40B4-BE49-F238E27FC236}">
                <a16:creationId xmlns:a16="http://schemas.microsoft.com/office/drawing/2014/main" id="{8BB7A609-3321-72E2-EA44-866E70EFCA57}"/>
              </a:ext>
            </a:extLst>
          </p:cNvPr>
          <p:cNvPicPr>
            <a:picLocks noChangeAspect="1"/>
          </p:cNvPicPr>
          <p:nvPr/>
        </p:nvPicPr>
        <p:blipFill>
          <a:blip r:embed="rId4"/>
          <a:stretch>
            <a:fillRect/>
          </a:stretch>
        </p:blipFill>
        <p:spPr>
          <a:xfrm>
            <a:off x="6177988" y="772588"/>
            <a:ext cx="5314950" cy="2987182"/>
          </a:xfrm>
          <a:prstGeom prst="rect">
            <a:avLst/>
          </a:prstGeom>
        </p:spPr>
      </p:pic>
    </p:spTree>
    <p:extLst>
      <p:ext uri="{BB962C8B-B14F-4D97-AF65-F5344CB8AC3E}">
        <p14:creationId xmlns:p14="http://schemas.microsoft.com/office/powerpoint/2010/main" val="209728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7BC75-1F99-BA11-567A-2237ED6A49DB}"/>
              </a:ext>
            </a:extLst>
          </p:cNvPr>
          <p:cNvSpPr>
            <a:spLocks noGrp="1"/>
          </p:cNvSpPr>
          <p:nvPr>
            <p:ph type="title"/>
          </p:nvPr>
        </p:nvSpPr>
        <p:spPr>
          <a:xfrm>
            <a:off x="623494" y="485113"/>
            <a:ext cx="10515600" cy="904801"/>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H2 Experiment</a:t>
            </a:r>
          </a:p>
        </p:txBody>
      </p:sp>
      <p:pic>
        <p:nvPicPr>
          <p:cNvPr id="8" name="Picture 7">
            <a:extLst>
              <a:ext uri="{FF2B5EF4-FFF2-40B4-BE49-F238E27FC236}">
                <a16:creationId xmlns:a16="http://schemas.microsoft.com/office/drawing/2014/main" id="{3C066D3B-0AB3-3A1D-3EAF-7A3B492205FD}"/>
              </a:ext>
            </a:extLst>
          </p:cNvPr>
          <p:cNvPicPr>
            <a:picLocks noChangeAspect="1"/>
          </p:cNvPicPr>
          <p:nvPr/>
        </p:nvPicPr>
        <p:blipFill>
          <a:blip r:embed="rId2"/>
          <a:stretch>
            <a:fillRect/>
          </a:stretch>
        </p:blipFill>
        <p:spPr>
          <a:xfrm>
            <a:off x="582398" y="1615943"/>
            <a:ext cx="3508211" cy="3801906"/>
          </a:xfrm>
          <a:prstGeom prst="rect">
            <a:avLst/>
          </a:prstGeom>
        </p:spPr>
      </p:pic>
      <p:pic>
        <p:nvPicPr>
          <p:cNvPr id="10" name="Picture 9">
            <a:extLst>
              <a:ext uri="{FF2B5EF4-FFF2-40B4-BE49-F238E27FC236}">
                <a16:creationId xmlns:a16="http://schemas.microsoft.com/office/drawing/2014/main" id="{84D5C13B-4C5F-DBE1-96DB-2871F0367965}"/>
              </a:ext>
            </a:extLst>
          </p:cNvPr>
          <p:cNvPicPr>
            <a:picLocks noChangeAspect="1"/>
          </p:cNvPicPr>
          <p:nvPr/>
        </p:nvPicPr>
        <p:blipFill>
          <a:blip r:embed="rId3"/>
          <a:stretch>
            <a:fillRect/>
          </a:stretch>
        </p:blipFill>
        <p:spPr>
          <a:xfrm>
            <a:off x="4382038" y="1615942"/>
            <a:ext cx="4155787" cy="3801906"/>
          </a:xfrm>
          <a:prstGeom prst="rect">
            <a:avLst/>
          </a:prstGeom>
        </p:spPr>
      </p:pic>
      <p:sp>
        <p:nvSpPr>
          <p:cNvPr id="12" name="TextBox 11">
            <a:extLst>
              <a:ext uri="{FF2B5EF4-FFF2-40B4-BE49-F238E27FC236}">
                <a16:creationId xmlns:a16="http://schemas.microsoft.com/office/drawing/2014/main" id="{2981B1F7-91DB-97A4-81B8-278877152924}"/>
              </a:ext>
            </a:extLst>
          </p:cNvPr>
          <p:cNvSpPr txBox="1"/>
          <p:nvPr/>
        </p:nvSpPr>
        <p:spPr>
          <a:xfrm>
            <a:off x="8931773" y="1554301"/>
            <a:ext cx="2677829" cy="4185761"/>
          </a:xfrm>
          <a:prstGeom prst="rect">
            <a:avLst/>
          </a:prstGeom>
          <a:noFill/>
        </p:spPr>
        <p:txBody>
          <a:bodyPr wrap="square">
            <a:spAutoFit/>
          </a:bodyPr>
          <a:lstStyle/>
          <a:p>
            <a:r>
              <a:rPr lang="en-GB" sz="14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Setup:</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A blind A/B comparison rating form was used: </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For each scenario (S1–S3), a rater scores two anonymized diagram variants (A vs. B, </a:t>
            </a:r>
            <a:r>
              <a:rPr lang="en-GB" sz="1400" b="0" i="0" dirty="0" err="1">
                <a:effectLst/>
                <a:latin typeface="Sans Serif Collection" panose="020B0502040504020204" pitchFamily="34" charset="0"/>
                <a:ea typeface="Sans Serif Collection" panose="020B0502040504020204" pitchFamily="34" charset="0"/>
                <a:cs typeface="Sans Serif Collection" panose="020B0502040504020204" pitchFamily="34" charset="0"/>
              </a:rPr>
              <a:t>unlabeled</a:t>
            </a:r>
            <a:r>
              <a:rPr lang="en-GB"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generation method) on 3 questions relevance to the scenario, readability, and practical usefulness on a 1–5 scale plus free-text comments. </a:t>
            </a:r>
          </a:p>
          <a:p>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It closes with two overall questions on which style was preferred and what features they'd want added.</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26687482-C8E9-02DD-9CD1-73B38AC8F524}"/>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TextBox 3">
            <a:extLst>
              <a:ext uri="{FF2B5EF4-FFF2-40B4-BE49-F238E27FC236}">
                <a16:creationId xmlns:a16="http://schemas.microsoft.com/office/drawing/2014/main" id="{000C8AD3-3859-E196-0967-DABA1BAFCA9C}"/>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32</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4648889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060" y="468319"/>
            <a:ext cx="11763376" cy="804488"/>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H2 Results in Detail: Noise, Coverage &amp; Expert Ratings</a:t>
            </a:r>
          </a:p>
        </p:txBody>
      </p:sp>
      <p:sp>
        <p:nvSpPr>
          <p:cNvPr id="3" name="Content Placeholder 2"/>
          <p:cNvSpPr>
            <a:spLocks noGrp="1"/>
          </p:cNvSpPr>
          <p:nvPr>
            <p:ph sz="quarter" idx="11"/>
          </p:nvPr>
        </p:nvSpPr>
        <p:spPr>
          <a:xfrm>
            <a:off x="585138" y="1620722"/>
            <a:ext cx="3273429" cy="4428386"/>
          </a:xfrm>
        </p:spPr>
        <p:txBody>
          <a:bodyPr>
            <a:noAutofit/>
          </a:bodyPr>
          <a:lstStyle/>
          <a:p>
            <a:pPr>
              <a:lnSpc>
                <a:spcPct val="110000"/>
              </a:lnSpc>
            </a:pP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Setup: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Full instrumentation (probe everything, filter after) vs. Guided (slice first, probe only scenario-relevant call sites), on S1–S3.</a:t>
            </a: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nl-NL" sz="1400" b="1" dirty="0" err="1">
                <a:latin typeface="Sans Serif Collection" panose="020B0502040504020204" pitchFamily="34" charset="0"/>
                <a:ea typeface="Sans Serif Collection" panose="020B0502040504020204" pitchFamily="34" charset="0"/>
                <a:cs typeface="Sans Serif Collection" panose="020B0502040504020204" pitchFamily="34" charset="0"/>
              </a:rPr>
              <a:t>Standout</a:t>
            </a: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Across 6 raters × 9 scenario-dimension pairs = 54 comparisons: </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Guided rated strictly higher in 47</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tied in 6, lower in exactly 1: The single dissent traced to collapsing 7 repeated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Configuration→Logging</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into 1. A trade-off, not a defect.</a:t>
            </a: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3304813576"/>
              </p:ext>
            </p:extLst>
          </p:nvPr>
        </p:nvGraphicFramePr>
        <p:xfrm>
          <a:off x="4075846" y="1638300"/>
          <a:ext cx="7630707" cy="3581400"/>
        </p:xfrm>
        <a:graphic>
          <a:graphicData uri="http://schemas.openxmlformats.org/drawingml/2006/table">
            <a:tbl>
              <a:tblPr firstRow="1" bandRow="1">
                <a:tableStyleId>{00A15C55-8517-42AA-B614-E9B94910E393}</a:tableStyleId>
              </a:tblPr>
              <a:tblGrid>
                <a:gridCol w="1741432">
                  <a:extLst>
                    <a:ext uri="{9D8B030D-6E8A-4147-A177-3AD203B41FA5}">
                      <a16:colId xmlns:a16="http://schemas.microsoft.com/office/drawing/2014/main" val="20000"/>
                    </a:ext>
                  </a:extLst>
                </a:gridCol>
                <a:gridCol w="1181755">
                  <a:extLst>
                    <a:ext uri="{9D8B030D-6E8A-4147-A177-3AD203B41FA5}">
                      <a16:colId xmlns:a16="http://schemas.microsoft.com/office/drawing/2014/main" val="20001"/>
                    </a:ext>
                  </a:extLst>
                </a:gridCol>
                <a:gridCol w="1111552">
                  <a:extLst>
                    <a:ext uri="{9D8B030D-6E8A-4147-A177-3AD203B41FA5}">
                      <a16:colId xmlns:a16="http://schemas.microsoft.com/office/drawing/2014/main" val="20002"/>
                    </a:ext>
                  </a:extLst>
                </a:gridCol>
                <a:gridCol w="3595968">
                  <a:extLst>
                    <a:ext uri="{9D8B030D-6E8A-4147-A177-3AD203B41FA5}">
                      <a16:colId xmlns:a16="http://schemas.microsoft.com/office/drawing/2014/main" val="2057511108"/>
                    </a:ext>
                  </a:extLst>
                </a:gridCol>
              </a:tblGrid>
              <a:tr h="370840">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Metric</a:t>
                      </a:r>
                    </a:p>
                  </a:txBody>
                  <a:tcPr/>
                </a:tc>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Full</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Guided</a:t>
                      </a:r>
                    </a:p>
                  </a:txBody>
                  <a:tcPr/>
                </a:tc>
                <a:tc>
                  <a:txBody>
                    <a:bodyPr/>
                    <a:lstStyle/>
                    <a:p>
                      <a:pPr marL="0" algn="l" defTabSz="914400" rtl="0" eaLnBrk="1" latinLnBrk="0" hangingPunct="1"/>
                      <a:r>
                        <a:rPr lang="nl-NL" sz="1400" b="1" kern="1200" dirty="0" err="1">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What</a:t>
                      </a:r>
                      <a:r>
                        <a:rPr lang="nl-NL"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1" kern="1200" dirty="0" err="1">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it</a:t>
                      </a:r>
                      <a:r>
                        <a:rPr lang="nl-NL"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 means</a:t>
                      </a:r>
                      <a:endPar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0"/>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Nodes (mean)</a:t>
                      </a:r>
                      <a:endPar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6.0</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3.0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Full pulls in 2× as many components per scenario as guided on average.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Edges (mean)</a:t>
                      </a: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9.0</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2.7</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Full shows 3.3× as many component-pairs on average.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2"/>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Coverage</a:t>
                      </a:r>
                      <a:r>
                        <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(0-1.0)</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a:buNone/>
                      </a:pPr>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Identical</a:t>
                      </a:r>
                    </a:p>
                  </a:txBody>
                  <a:tcPr marL="12700" marR="12700" marT="12700" marB="12700" anchor="ctr"/>
                </a:tc>
                <a:extLst>
                  <a:ext uri="{0D108BD9-81ED-4DB2-BD59-A6C34878D82A}">
                    <a16:rowId xmlns:a16="http://schemas.microsoft.com/office/drawing/2014/main" val="10003"/>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Noise</a:t>
                      </a:r>
                      <a:r>
                        <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(0-1.0)</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0.704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0.000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70% of Full doesn't belong to scenario.</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4"/>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Accuracy </a:t>
                      </a:r>
                      <a:endPar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2.39</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4.61</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Raters penalize diagrams where they can't tell which edges actually matter.</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5"/>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Readability (6-rater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2.44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4.89</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Fewer nodes/edges directly means less to visually parse.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6"/>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Usefulness (6-rater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2.94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4.00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One rater found a few "extra" Full-edges is marginally useful as context even while rating them as noise elsewhere.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7"/>
                  </a:ext>
                </a:extLst>
              </a:tr>
            </a:tbl>
          </a:graphicData>
        </a:graphic>
      </p:graphicFrame>
      <p:sp>
        <p:nvSpPr>
          <p:cNvPr id="5" name="TextBox 4">
            <a:extLst>
              <a:ext uri="{FF2B5EF4-FFF2-40B4-BE49-F238E27FC236}">
                <a16:creationId xmlns:a16="http://schemas.microsoft.com/office/drawing/2014/main" id="{65D3248E-4749-F919-7368-DE2283AFDD2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33</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6" name="TextBox 5">
            <a:extLst>
              <a:ext uri="{FF2B5EF4-FFF2-40B4-BE49-F238E27FC236}">
                <a16:creationId xmlns:a16="http://schemas.microsoft.com/office/drawing/2014/main" id="{F199369D-37B1-06F6-CBB4-90B713D545F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H3 </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Setup &amp; </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Results : Diagram Utility</a:t>
            </a:r>
          </a:p>
        </p:txBody>
      </p:sp>
      <p:sp>
        <p:nvSpPr>
          <p:cNvPr id="3" name="Content Placeholder 2"/>
          <p:cNvSpPr>
            <a:spLocks noGrp="1"/>
          </p:cNvSpPr>
          <p:nvPr>
            <p:ph sz="quarter" idx="11"/>
          </p:nvPr>
        </p:nvSpPr>
        <p:spPr>
          <a:xfrm>
            <a:off x="612949" y="2153285"/>
            <a:ext cx="3918858" cy="3790310"/>
          </a:xfrm>
        </p:spPr>
        <p:txBody>
          <a:bodyPr>
            <a:noAutofit/>
          </a:bodyPr>
          <a:lstStyle/>
          <a:p>
            <a:pPr>
              <a:lnSpc>
                <a:spcPct val="100000"/>
              </a:lnSpc>
            </a:pP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Setup: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Does the pipeline's output (the C5 interaction list) help an LLM agent comprehend a scenario — alone, and in combination with source and traces? A single holistic experiment, five conditions, across all four scenarios.</a:t>
            </a:r>
          </a:p>
          <a:p>
            <a:pPr>
              <a:lnSpc>
                <a:spcPct val="100000"/>
              </a:lnSpc>
            </a:pP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00000"/>
              </a:lnSpc>
            </a:pPr>
            <a:r>
              <a:rPr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Standout:</a:t>
            </a: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Diagram only equals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Source+Trace+Diagram</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on every measure.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Even with no source and no trace, the reconstructed diagram alone is already a sufficient basis for scenario comprehension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3282541831"/>
              </p:ext>
            </p:extLst>
          </p:nvPr>
        </p:nvGraphicFramePr>
        <p:xfrm>
          <a:off x="4724401" y="2342071"/>
          <a:ext cx="6703828" cy="2372360"/>
        </p:xfrm>
        <a:graphic>
          <a:graphicData uri="http://schemas.openxmlformats.org/drawingml/2006/table">
            <a:tbl>
              <a:tblPr firstRow="1" bandRow="1">
                <a:tableStyleId>{00A15C55-8517-42AA-B614-E9B94910E393}</a:tableStyleId>
              </a:tblPr>
              <a:tblGrid>
                <a:gridCol w="1533526">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47825">
                  <a:extLst>
                    <a:ext uri="{9D8B030D-6E8A-4147-A177-3AD203B41FA5}">
                      <a16:colId xmlns:a16="http://schemas.microsoft.com/office/drawing/2014/main" val="20002"/>
                    </a:ext>
                  </a:extLst>
                </a:gridCol>
                <a:gridCol w="1846077">
                  <a:extLst>
                    <a:ext uri="{9D8B030D-6E8A-4147-A177-3AD203B41FA5}">
                      <a16:colId xmlns:a16="http://schemas.microsoft.com/office/drawing/2014/main" val="20003"/>
                    </a:ext>
                  </a:extLst>
                </a:gridCol>
              </a:tblGrid>
              <a:tr h="370840">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Condition</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Component recall</a:t>
                      </a:r>
                    </a:p>
                  </a:txBody>
                  <a:tcPr/>
                </a:tc>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Interaction recall</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Completeness (1–5)</a:t>
                      </a:r>
                    </a:p>
                  </a:txBody>
                  <a:tcPr/>
                </a:tc>
                <a:extLst>
                  <a:ext uri="{0D108BD9-81ED-4DB2-BD59-A6C34878D82A}">
                    <a16:rowId xmlns:a16="http://schemas.microsoft.com/office/drawing/2014/main" val="10000"/>
                  </a:ext>
                </a:extLst>
              </a:tr>
              <a:tr h="370840">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only</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0.800</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Trace only</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2"/>
                  </a:ext>
                </a:extLst>
              </a:tr>
              <a:tr h="370840">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Diagram only</a:t>
                      </a:r>
                    </a:p>
                  </a:txBody>
                  <a:tcPr/>
                </a:tc>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1"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5.00</a:t>
                      </a:r>
                    </a:p>
                  </a:txBody>
                  <a:tcPr/>
                </a:tc>
                <a:extLst>
                  <a:ext uri="{0D108BD9-81ED-4DB2-BD59-A6C34878D82A}">
                    <a16:rowId xmlns:a16="http://schemas.microsoft.com/office/drawing/2014/main" val="10003"/>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 Trace</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4"/>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 Trace + Diagram</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5.00</a:t>
                      </a:r>
                    </a:p>
                  </a:txBody>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F6FB2B8F-7B26-221B-6D1C-4A39FA93279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34</a:t>
            </a:r>
          </a:p>
        </p:txBody>
      </p:sp>
      <p:sp>
        <p:nvSpPr>
          <p:cNvPr id="6" name="TextBox 5">
            <a:extLst>
              <a:ext uri="{FF2B5EF4-FFF2-40B4-BE49-F238E27FC236}">
                <a16:creationId xmlns:a16="http://schemas.microsoft.com/office/drawing/2014/main" id="{FCC15BE4-D9A7-7EBD-9B6B-BFD59ADE359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B4021-096E-6F80-7599-EE88C25F783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A984B69-C0F3-CE84-010E-DD09109CA5C4}"/>
              </a:ext>
            </a:extLst>
          </p:cNvPr>
          <p:cNvSpPr>
            <a:spLocks noGrp="1"/>
          </p:cNvSpPr>
          <p:nvPr>
            <p:ph type="title"/>
          </p:nvPr>
        </p:nvSpPr>
        <p:spPr>
          <a:xfrm>
            <a:off x="899160" y="47244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Was Produced: </a:t>
            </a:r>
            <a:r>
              <a:rPr lang="en-GB" sz="44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 Artifacts</a:t>
            </a:r>
          </a:p>
        </p:txBody>
      </p:sp>
      <p:sp>
        <p:nvSpPr>
          <p:cNvPr id="16" name="Content Placeholder 2">
            <a:extLst>
              <a:ext uri="{FF2B5EF4-FFF2-40B4-BE49-F238E27FC236}">
                <a16:creationId xmlns:a16="http://schemas.microsoft.com/office/drawing/2014/main" id="{66A3D7D6-5CE4-A062-A0FC-C7A4A1941D64}"/>
              </a:ext>
            </a:extLst>
          </p:cNvPr>
          <p:cNvSpPr>
            <a:spLocks noGrp="1"/>
          </p:cNvSpPr>
          <p:nvPr>
            <p:ph sz="quarter" idx="10"/>
          </p:nvPr>
        </p:nvSpPr>
        <p:spPr>
          <a:xfrm>
            <a:off x="480165" y="1509404"/>
            <a:ext cx="7357870" cy="4968518"/>
          </a:xfrm>
        </p:spPr>
        <p:txBody>
          <a:bodyPr>
            <a:noAutofit/>
          </a:bodyPr>
          <a:lstStyle/>
          <a:p>
            <a:pPr>
              <a:lnSpc>
                <a:spcPct val="120000"/>
              </a:lnSpc>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Structural and Interconnection Model:</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part def for each C++ component</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port def for dependencies</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connect statements for provider-consumer relationships</a:t>
            </a:r>
          </a:p>
          <a:p>
            <a:pPr>
              <a:lnSpc>
                <a:spcPct val="120000"/>
              </a:lnSpc>
            </a:pP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20000"/>
              </a:lnSpc>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Sequence Model:</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Interaction flows built from elements.json/sequence.json, the agentic-synthesis skill's output combining static call chains with collected runtime trace events.</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Static-only, dynamic-only, raw-combined and synthesis-pruned interaction diagrams (S1/S2/S2/S4)</a:t>
            </a:r>
          </a:p>
          <a:p>
            <a:pPr marL="285750" indent="-285750">
              <a:lnSpc>
                <a:spcPct val="120000"/>
              </a:lnSpc>
              <a:buFont typeface="Arial" panose="020B0604020202020204" pitchFamily="34" charset="0"/>
              <a:buChar char="•"/>
            </a:pP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20000"/>
              </a:lnSpc>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These form the five evaluation conditions (C1–C6) compared in H1, across all four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scenarios.</a:t>
            </a:r>
          </a:p>
        </p:txBody>
      </p:sp>
      <p:sp>
        <p:nvSpPr>
          <p:cNvPr id="4" name="Slide Number Placeholder 3" hidden="1">
            <a:extLst>
              <a:ext uri="{FF2B5EF4-FFF2-40B4-BE49-F238E27FC236}">
                <a16:creationId xmlns:a16="http://schemas.microsoft.com/office/drawing/2014/main" id="{8485C158-DAC7-3D4B-0313-093CCAA1E899}"/>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35</a:t>
            </a:fld>
            <a:endParaRPr lang="en-GB" sz="300" noProof="0" dirty="0"/>
          </a:p>
        </p:txBody>
      </p:sp>
      <p:sp>
        <p:nvSpPr>
          <p:cNvPr id="2" name="TextBox 1">
            <a:extLst>
              <a:ext uri="{FF2B5EF4-FFF2-40B4-BE49-F238E27FC236}">
                <a16:creationId xmlns:a16="http://schemas.microsoft.com/office/drawing/2014/main" id="{E7243E2B-DEE4-4302-DFEA-53EECA139E4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35</a:t>
            </a:r>
          </a:p>
        </p:txBody>
      </p:sp>
      <p:sp>
        <p:nvSpPr>
          <p:cNvPr id="5" name="TextBox 4">
            <a:extLst>
              <a:ext uri="{FF2B5EF4-FFF2-40B4-BE49-F238E27FC236}">
                <a16:creationId xmlns:a16="http://schemas.microsoft.com/office/drawing/2014/main" id="{B95A4105-ABA3-D2CF-EB28-9C459235B435}"/>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6" name="Picture 5">
            <a:extLst>
              <a:ext uri="{FF2B5EF4-FFF2-40B4-BE49-F238E27FC236}">
                <a16:creationId xmlns:a16="http://schemas.microsoft.com/office/drawing/2014/main" id="{3FC54977-31F3-EDB1-FD59-98F28C96F07C}"/>
              </a:ext>
            </a:extLst>
          </p:cNvPr>
          <p:cNvPicPr>
            <a:picLocks noChangeAspect="1"/>
          </p:cNvPicPr>
          <p:nvPr/>
        </p:nvPicPr>
        <p:blipFill>
          <a:blip r:embed="rId3"/>
          <a:srcRect l="8996" r="11519" b="27598"/>
          <a:stretch>
            <a:fillRect/>
          </a:stretch>
        </p:blipFill>
        <p:spPr>
          <a:xfrm>
            <a:off x="7838035" y="1552575"/>
            <a:ext cx="3797600" cy="2878682"/>
          </a:xfrm>
          <a:prstGeom prst="rect">
            <a:avLst/>
          </a:prstGeom>
        </p:spPr>
      </p:pic>
      <p:pic>
        <p:nvPicPr>
          <p:cNvPr id="8" name="Picture 7">
            <a:extLst>
              <a:ext uri="{FF2B5EF4-FFF2-40B4-BE49-F238E27FC236}">
                <a16:creationId xmlns:a16="http://schemas.microsoft.com/office/drawing/2014/main" id="{114D219D-BDE4-1E10-9DC0-A7ED9C000293}"/>
              </a:ext>
            </a:extLst>
          </p:cNvPr>
          <p:cNvPicPr>
            <a:picLocks noChangeAspect="1"/>
          </p:cNvPicPr>
          <p:nvPr/>
        </p:nvPicPr>
        <p:blipFill>
          <a:blip r:embed="rId4"/>
          <a:stretch>
            <a:fillRect/>
          </a:stretch>
        </p:blipFill>
        <p:spPr>
          <a:xfrm>
            <a:off x="7915274" y="4667251"/>
            <a:ext cx="3720359" cy="1726284"/>
          </a:xfrm>
          <a:prstGeom prst="rect">
            <a:avLst/>
          </a:prstGeom>
        </p:spPr>
      </p:pic>
    </p:spTree>
    <p:extLst>
      <p:ext uri="{BB962C8B-B14F-4D97-AF65-F5344CB8AC3E}">
        <p14:creationId xmlns:p14="http://schemas.microsoft.com/office/powerpoint/2010/main" val="3631531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AD44B-5581-FB66-1D0A-36FF3AE55D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C7AD4E3-5FA5-1E2F-B9AE-F34C3844A0BB}"/>
              </a:ext>
            </a:extLst>
          </p:cNvPr>
          <p:cNvSpPr>
            <a:spLocks noGrp="1"/>
          </p:cNvSpPr>
          <p:nvPr>
            <p:ph type="title"/>
          </p:nvPr>
        </p:nvSpPr>
        <p:spPr>
          <a:xfrm>
            <a:off x="899160" y="655320"/>
            <a:ext cx="10812676" cy="1010642"/>
          </a:xfrm>
        </p:spPr>
        <p:txBody>
          <a:bodyPr anchor="ctr">
            <a:noAutofit/>
          </a:bodyPr>
          <a:lstStyle/>
          <a:p>
            <a:r>
              <a:rPr lang="en-GB" sz="3200"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&amp; Practitioner Validation</a:t>
            </a:r>
            <a:endParaRPr lang="en-GB" sz="32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6" name="Content Placeholder 2">
            <a:extLst>
              <a:ext uri="{FF2B5EF4-FFF2-40B4-BE49-F238E27FC236}">
                <a16:creationId xmlns:a16="http://schemas.microsoft.com/office/drawing/2014/main" id="{93FCB616-61BD-05E7-8A4A-17019134E94B}"/>
              </a:ext>
            </a:extLst>
          </p:cNvPr>
          <p:cNvSpPr>
            <a:spLocks noGrp="1"/>
          </p:cNvSpPr>
          <p:nvPr>
            <p:ph sz="quarter" idx="10"/>
          </p:nvPr>
        </p:nvSpPr>
        <p:spPr>
          <a:xfrm>
            <a:off x="899160" y="1665962"/>
            <a:ext cx="10662363" cy="4475758"/>
          </a:xfrm>
        </p:spPr>
        <p:txBody>
          <a:bodyPr>
            <a:normAutofit/>
          </a:bodyPr>
          <a:lstStyle/>
          <a:p>
            <a:pPr>
              <a:lnSpc>
                <a:spcPct val="110000"/>
              </a:lnSpc>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Goal:</a:t>
            </a:r>
          </a:p>
          <a:p>
            <a:pPr>
              <a:lnSpc>
                <a:spcPct val="110000"/>
              </a:lnSpc>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Capture timestamped runtime Trace events from the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system</a:t>
            </a:r>
          </a:p>
          <a:p>
            <a:pPr>
              <a:lnSpc>
                <a:spcPct val="110000"/>
              </a:lnSpc>
            </a:pPr>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delivered:</a:t>
            </a:r>
          </a:p>
          <a:p>
            <a:pPr marL="342900" indent="-342900">
              <a:lnSpc>
                <a:spcPct val="110000"/>
              </a:lnSpc>
              <a:buFont typeface="+mj-lt"/>
              <a:buAutoNum type="arabicPeriod"/>
            </a:pP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 Clang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LibTooling</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-based instrumentation tool (developed with Dr. Rosilde Corvino) — AST-level pattern matching inserts and removes trace probes</a:t>
            </a:r>
          </a:p>
          <a:p>
            <a:pPr marL="342900" indent="-342900">
              <a:lnSpc>
                <a:spcPct val="110000"/>
              </a:lnSpc>
              <a:buFont typeface="+mj-lt"/>
              <a:buAutoNum type="arabicPeriod"/>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Practitioner validation session: 4 engineers, second industrial codebase (orders of magnitude larger than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via a GitHub Copilot MCP integration</a:t>
            </a:r>
          </a:p>
          <a:p>
            <a:pPr marL="1257300" lvl="2" indent="-342900">
              <a:lnSpc>
                <a:spcPct val="110000"/>
              </a:lnSpc>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Task: locate a real, previously-resolved proxy-leak defect using only the static graph</a:t>
            </a:r>
          </a:p>
          <a:p>
            <a:pPr marL="1257300" lvl="2" indent="-342900">
              <a:lnSpc>
                <a:spcPct val="110000"/>
              </a:lnSpc>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Participants correctly identified the modified file, the relevant test, and the proxy's construction/release sites</a:t>
            </a:r>
          </a:p>
          <a:p>
            <a:pPr marL="1257300" lvl="2" indent="-342900">
              <a:lnSpc>
                <a:spcPct val="110000"/>
              </a:lnSpc>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Independent cross-check: a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ClangSharp</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libclang</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GraphML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extractor validated against the Renaissance/Neo4j extraction</a:t>
            </a:r>
          </a:p>
          <a:p>
            <a:pPr>
              <a:lnSpc>
                <a:spcPct val="110000"/>
              </a:lnSpc>
            </a:pPr>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50F477AE-4813-41AF-CB0D-04D712761363}"/>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36</a:t>
            </a:fld>
            <a:endParaRPr lang="en-GB" sz="300" noProof="0" dirty="0"/>
          </a:p>
        </p:txBody>
      </p:sp>
      <p:sp>
        <p:nvSpPr>
          <p:cNvPr id="3" name="TextBox 2">
            <a:extLst>
              <a:ext uri="{FF2B5EF4-FFF2-40B4-BE49-F238E27FC236}">
                <a16:creationId xmlns:a16="http://schemas.microsoft.com/office/drawing/2014/main" id="{17163299-8776-5CA6-6D1E-C13CF8C91DA2}"/>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36</a:t>
            </a:r>
          </a:p>
        </p:txBody>
      </p:sp>
      <p:sp>
        <p:nvSpPr>
          <p:cNvPr id="5" name="TextBox 4">
            <a:extLst>
              <a:ext uri="{FF2B5EF4-FFF2-40B4-BE49-F238E27FC236}">
                <a16:creationId xmlns:a16="http://schemas.microsoft.com/office/drawing/2014/main" id="{338FC515-45F7-4C71-ECF0-456C813F769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5227158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9A702-2AE6-C606-78FB-EE9D6D4C0B8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77F3B33-3CCD-86AC-E206-DA068275DF23}"/>
              </a:ext>
            </a:extLst>
          </p:cNvPr>
          <p:cNvSpPr>
            <a:spLocks noGrp="1"/>
          </p:cNvSpPr>
          <p:nvPr>
            <p:ph type="title"/>
          </p:nvPr>
        </p:nvSpPr>
        <p:spPr>
          <a:xfrm>
            <a:off x="929639" y="246988"/>
            <a:ext cx="10331450" cy="1531525"/>
          </a:xfrm>
        </p:spPr>
        <p:txBody>
          <a:bodyPr anchor="ctr">
            <a:normAutofit/>
          </a:bodyPr>
          <a:lstStyle/>
          <a:p>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 Where Each Stands</a:t>
            </a:r>
          </a:p>
        </p:txBody>
      </p:sp>
      <p:sp>
        <p:nvSpPr>
          <p:cNvPr id="4" name="Slide Number Placeholder 3" hidden="1">
            <a:extLst>
              <a:ext uri="{FF2B5EF4-FFF2-40B4-BE49-F238E27FC236}">
                <a16:creationId xmlns:a16="http://schemas.microsoft.com/office/drawing/2014/main" id="{9C985A5D-FC30-C9EC-C58B-6ADF4DE81EEC}"/>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37</a:t>
            </a:fld>
            <a:endParaRPr lang="en-GB" sz="300" noProof="0" dirty="0"/>
          </a:p>
        </p:txBody>
      </p:sp>
      <p:graphicFrame>
        <p:nvGraphicFramePr>
          <p:cNvPr id="2" name="Content Placeholder 1">
            <a:extLst>
              <a:ext uri="{FF2B5EF4-FFF2-40B4-BE49-F238E27FC236}">
                <a16:creationId xmlns:a16="http://schemas.microsoft.com/office/drawing/2014/main" id="{9CF81CCA-5D24-AA27-AD51-F5B694D9EE29}"/>
              </a:ext>
            </a:extLst>
          </p:cNvPr>
          <p:cNvGraphicFramePr>
            <a:graphicFrameLocks noGrp="1"/>
          </p:cNvGraphicFramePr>
          <p:nvPr>
            <p:ph type="tbl" sz="quarter" idx="10"/>
            <p:extLst>
              <p:ext uri="{D42A27DB-BD31-4B8C-83A1-F6EECF244321}">
                <p14:modId xmlns:p14="http://schemas.microsoft.com/office/powerpoint/2010/main" val="2822175839"/>
              </p:ext>
            </p:extLst>
          </p:nvPr>
        </p:nvGraphicFramePr>
        <p:xfrm>
          <a:off x="513715" y="1556372"/>
          <a:ext cx="11163299" cy="4573746"/>
        </p:xfrm>
        <a:graphic>
          <a:graphicData uri="http://schemas.openxmlformats.org/drawingml/2006/table">
            <a:tbl>
              <a:tblPr/>
              <a:tblGrid>
                <a:gridCol w="647700">
                  <a:extLst>
                    <a:ext uri="{9D8B030D-6E8A-4147-A177-3AD203B41FA5}">
                      <a16:colId xmlns:a16="http://schemas.microsoft.com/office/drawing/2014/main" val="2746331087"/>
                    </a:ext>
                  </a:extLst>
                </a:gridCol>
                <a:gridCol w="4429760">
                  <a:extLst>
                    <a:ext uri="{9D8B030D-6E8A-4147-A177-3AD203B41FA5}">
                      <a16:colId xmlns:a16="http://schemas.microsoft.com/office/drawing/2014/main" val="65337149"/>
                    </a:ext>
                  </a:extLst>
                </a:gridCol>
                <a:gridCol w="6085839">
                  <a:extLst>
                    <a:ext uri="{9D8B030D-6E8A-4147-A177-3AD203B41FA5}">
                      <a16:colId xmlns:a16="http://schemas.microsoft.com/office/drawing/2014/main" val="2053829212"/>
                    </a:ext>
                  </a:extLst>
                </a:gridCol>
              </a:tblGrid>
              <a:tr h="392364">
                <a:tc>
                  <a:txBody>
                    <a:bodyPr/>
                    <a:lstStyle/>
                    <a:p>
                      <a:pPr algn="ctr" fontAlgn="ctr">
                        <a:buNone/>
                      </a:pPr>
                      <a:r>
                        <a:rPr lang="en-GB" sz="1600" b="1"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RQ</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buNone/>
                      </a:pPr>
                      <a:r>
                        <a:rPr lang="en-GB" sz="1600" b="1" kern="120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Question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buNone/>
                      </a:pPr>
                      <a:r>
                        <a:rPr lang="en-GB" sz="1600" b="1"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Status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452667613"/>
                  </a:ext>
                </a:extLst>
              </a:tr>
              <a:tr h="1808559">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RQ1</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Does combining a static call graph with runtime execution traces reconstruct scenario-specific Interaction Models more accurately than either source alone?</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(H1): Intersection (C5) reaches macro-F1 = 0.875. Full pipeline (C6) reaches 0.839 with perfect recall on all four scenarios. Intersection is additive on constructed S4 (F1 1.000 vs. 0.667 for either source alone, naive union scores 0.500).</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817409112"/>
                  </a:ext>
                </a:extLst>
              </a:tr>
              <a:tr h="1310841">
                <a:tc>
                  <a:txBody>
                    <a:bodyPr/>
                    <a:lstStyle/>
                    <a:p>
                      <a:pPr algn="l" fontAlgn="ctr">
                        <a:buNone/>
                      </a:pPr>
                      <a:r>
                        <a:rPr lang="en-GB" sz="140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RQ2</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Does guiding trace collection with the static call graph remove reconstruction noise without losing scenario coverage?</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(H2): guided instrumentation cuts retained nodes by 50% and edges by 70%; a blinded panel preferred guided diagram in 47 of 54 comparisons.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722425099"/>
                  </a:ext>
                </a:extLst>
              </a:tr>
              <a:tr h="1061982">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RQ3</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How well does a reconstructed SysML Interaction Model consolidate static and dynamic evidence into a single artefact sufficient for system-behaviour comprehension?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(H3): the diagram alone reaches perfect component recall, interaction recall and completeness.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20703080"/>
                  </a:ext>
                </a:extLst>
              </a:tr>
            </a:tbl>
          </a:graphicData>
        </a:graphic>
      </p:graphicFrame>
      <p:sp>
        <p:nvSpPr>
          <p:cNvPr id="3" name="TextBox 2">
            <a:extLst>
              <a:ext uri="{FF2B5EF4-FFF2-40B4-BE49-F238E27FC236}">
                <a16:creationId xmlns:a16="http://schemas.microsoft.com/office/drawing/2014/main" id="{044FBE1E-FABD-C7FF-4D6D-95B3A212837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37</a:t>
            </a:r>
          </a:p>
        </p:txBody>
      </p:sp>
      <p:sp>
        <p:nvSpPr>
          <p:cNvPr id="5" name="TextBox 4">
            <a:extLst>
              <a:ext uri="{FF2B5EF4-FFF2-40B4-BE49-F238E27FC236}">
                <a16:creationId xmlns:a16="http://schemas.microsoft.com/office/drawing/2014/main" id="{9322AA42-E662-2713-CF33-A45733A966A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42255165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520F6-9195-BA1B-CD58-FBB8D086006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B8C416D-B137-D865-3709-E5AA77717C35}"/>
              </a:ext>
            </a:extLst>
          </p:cNvPr>
          <p:cNvSpPr>
            <a:spLocks noGrp="1"/>
          </p:cNvSpPr>
          <p:nvPr>
            <p:ph type="title"/>
          </p:nvPr>
        </p:nvSpPr>
        <p:spPr>
          <a:xfrm>
            <a:off x="767751" y="189838"/>
            <a:ext cx="10331450" cy="1531525"/>
          </a:xfrm>
        </p:spPr>
        <p:txBody>
          <a:bodyPr anchor="ctr">
            <a:normAutofit/>
          </a:bodyPr>
          <a:lstStyle/>
          <a:p>
            <a:r>
              <a:rPr lang="en-GB" sz="3250" dirty="0">
                <a:latin typeface="Sans Serif Collection" panose="020B0502040504020204" pitchFamily="34" charset="0"/>
                <a:ea typeface="Sans Serif Collection" panose="020B0502040504020204" pitchFamily="34" charset="0"/>
                <a:cs typeface="Sans Serif Collection" panose="020B0502040504020204" pitchFamily="34" charset="0"/>
              </a:rPr>
              <a:t>Challenges Encountered &amp; How They Were Resolved</a:t>
            </a:r>
            <a:endParaRPr lang="en-GB" sz="325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8DEC8A58-C1B8-EA6F-ED5F-F45F530BC510}"/>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38</a:t>
            </a:fld>
            <a:endParaRPr lang="en-GB" sz="300" noProof="0" dirty="0"/>
          </a:p>
        </p:txBody>
      </p:sp>
      <p:graphicFrame>
        <p:nvGraphicFramePr>
          <p:cNvPr id="6" name="Content Placeholder 1">
            <a:extLst>
              <a:ext uri="{FF2B5EF4-FFF2-40B4-BE49-F238E27FC236}">
                <a16:creationId xmlns:a16="http://schemas.microsoft.com/office/drawing/2014/main" id="{51009832-AB6B-C940-1EDB-9F7C5A91ADD4}"/>
              </a:ext>
            </a:extLst>
          </p:cNvPr>
          <p:cNvGraphicFramePr>
            <a:graphicFrameLocks/>
          </p:cNvGraphicFramePr>
          <p:nvPr>
            <p:extLst>
              <p:ext uri="{D42A27DB-BD31-4B8C-83A1-F6EECF244321}">
                <p14:modId xmlns:p14="http://schemas.microsoft.com/office/powerpoint/2010/main" val="1938945947"/>
              </p:ext>
            </p:extLst>
          </p:nvPr>
        </p:nvGraphicFramePr>
        <p:xfrm>
          <a:off x="767751" y="1417249"/>
          <a:ext cx="10834777" cy="4397852"/>
        </p:xfrm>
        <a:graphic>
          <a:graphicData uri="http://schemas.openxmlformats.org/drawingml/2006/table">
            <a:tbl>
              <a:tblPr firstRow="1" bandRow="1">
                <a:tableStyleId>{1E171933-4619-4E11-9A3F-F7608DF75F80}</a:tableStyleId>
              </a:tblPr>
              <a:tblGrid>
                <a:gridCol w="4680549">
                  <a:extLst>
                    <a:ext uri="{9D8B030D-6E8A-4147-A177-3AD203B41FA5}">
                      <a16:colId xmlns:a16="http://schemas.microsoft.com/office/drawing/2014/main" val="2730377011"/>
                    </a:ext>
                  </a:extLst>
                </a:gridCol>
                <a:gridCol w="6154228">
                  <a:extLst>
                    <a:ext uri="{9D8B030D-6E8A-4147-A177-3AD203B41FA5}">
                      <a16:colId xmlns:a16="http://schemas.microsoft.com/office/drawing/2014/main" val="2636965091"/>
                    </a:ext>
                  </a:extLst>
                </a:gridCol>
              </a:tblGrid>
              <a:tr h="417674">
                <a:tc>
                  <a:txBody>
                    <a:bodyPr/>
                    <a:lstStyle/>
                    <a:p>
                      <a:pPr marL="0" algn="ctr" defTabSz="914400" rtl="0" eaLnBrk="1" fontAlgn="ctr" latinLnBrk="0" hangingPunct="1">
                        <a:buNone/>
                      </a:pPr>
                      <a:r>
                        <a:rPr lang="en-GB" sz="1800" b="0"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Challenges</a:t>
                      </a:r>
                    </a:p>
                  </a:txBody>
                  <a:tcPr marL="137406" marR="73401" marT="105697" marB="105697" anchor="ctr">
                    <a:lnR w="12700" cap="flat" cmpd="sng" algn="ctr">
                      <a:solidFill>
                        <a:schemeClr val="tx1"/>
                      </a:solidFill>
                      <a:prstDash val="solid"/>
                      <a:round/>
                      <a:headEnd type="none" w="med" len="med"/>
                      <a:tailEnd type="none" w="med" len="med"/>
                    </a:lnR>
                  </a:tcPr>
                </a:tc>
                <a:tc>
                  <a:txBody>
                    <a:bodyPr/>
                    <a:lstStyle/>
                    <a:p>
                      <a:pPr marL="0" algn="ctr" defTabSz="914400" rtl="0" eaLnBrk="1" fontAlgn="ctr" latinLnBrk="0" hangingPunct="1">
                        <a:buNone/>
                      </a:pPr>
                      <a:r>
                        <a:rPr lang="en-GB" sz="1800" b="0"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Solutions</a:t>
                      </a:r>
                    </a:p>
                  </a:txBody>
                  <a:tcPr marL="137406" marR="73401" marT="105697" marB="1056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594827040"/>
                  </a:ext>
                </a:extLst>
              </a:tr>
              <a:tr h="1092542">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 is context-sensitive — regex/simple parsers fail</a:t>
                      </a:r>
                    </a:p>
                  </a:txBody>
                  <a:tcPr marL="137406" marR="73401" marT="105697" marB="105697"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Used the Renaissance semantic-extraction tool + Neo4j property graph.</a:t>
                      </a:r>
                    </a:p>
                  </a:txBody>
                  <a:tcPr marL="137406" marR="73401" marT="105697" marB="105697"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9094160"/>
                  </a:ext>
                </a:extLst>
              </a:tr>
              <a:tr h="863527">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Thousands of dependencies make </a:t>
                      </a:r>
                      <a:r>
                        <a:rPr lang="en-GB" sz="16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toolchains very slow</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scenario-scoped Cypher queries trim the graph before generation</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2923729"/>
                  </a:ext>
                </a:extLst>
              </a:tr>
              <a:tr h="863527">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Hardcoded scenario scoping is brittle</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Agent skill architecture (12 skills) expresses scenario definition as a natural-language query via text-to-cypher</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5254770"/>
                  </a:ext>
                </a:extLst>
              </a:tr>
              <a:tr h="1092542">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Traces alone are incomplete</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empirically (H1): static reachability recovers what traces miss and combining is strictly additive S4 (F1 1.000 vs. 0.667 for either source alone)</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88827111"/>
                  </a:ext>
                </a:extLst>
              </a:tr>
            </a:tbl>
          </a:graphicData>
        </a:graphic>
      </p:graphicFrame>
      <p:sp>
        <p:nvSpPr>
          <p:cNvPr id="5" name="TextBox 4">
            <a:extLst>
              <a:ext uri="{FF2B5EF4-FFF2-40B4-BE49-F238E27FC236}">
                <a16:creationId xmlns:a16="http://schemas.microsoft.com/office/drawing/2014/main" id="{746228AB-DC99-D78D-A26C-AD8E9190A2F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38</a:t>
            </a:r>
          </a:p>
        </p:txBody>
      </p:sp>
      <p:sp>
        <p:nvSpPr>
          <p:cNvPr id="8" name="TextBox 7">
            <a:extLst>
              <a:ext uri="{FF2B5EF4-FFF2-40B4-BE49-F238E27FC236}">
                <a16:creationId xmlns:a16="http://schemas.microsoft.com/office/drawing/2014/main" id="{9B337C2B-BF59-A39D-A84B-52C4061FF88F}"/>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4237792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0D47C-68D0-B6C8-F501-D7688689F22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C625D6A-394F-86BC-8E1E-6BCB1B431162}"/>
              </a:ext>
            </a:extLst>
          </p:cNvPr>
          <p:cNvSpPr>
            <a:spLocks noGrp="1"/>
          </p:cNvSpPr>
          <p:nvPr>
            <p:ph type="title"/>
          </p:nvPr>
        </p:nvSpPr>
        <p:spPr>
          <a:xfrm>
            <a:off x="600076" y="324763"/>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Summary</a:t>
            </a:r>
          </a:p>
        </p:txBody>
      </p:sp>
      <p:sp>
        <p:nvSpPr>
          <p:cNvPr id="16" name="Content Placeholder 2">
            <a:extLst>
              <a:ext uri="{FF2B5EF4-FFF2-40B4-BE49-F238E27FC236}">
                <a16:creationId xmlns:a16="http://schemas.microsoft.com/office/drawing/2014/main" id="{9EC59337-77F7-8604-B015-D9FAAA6FE354}"/>
              </a:ext>
            </a:extLst>
          </p:cNvPr>
          <p:cNvSpPr>
            <a:spLocks noGrp="1"/>
          </p:cNvSpPr>
          <p:nvPr>
            <p:ph sz="quarter" idx="10"/>
          </p:nvPr>
        </p:nvSpPr>
        <p:spPr>
          <a:xfrm>
            <a:off x="600076" y="1514475"/>
            <a:ext cx="10896599" cy="4781550"/>
          </a:xfrm>
        </p:spPr>
        <p:txBody>
          <a:bodyPr>
            <a:normAutofit fontScale="62500" lnSpcReduction="20000"/>
          </a:bodyPr>
          <a:lstStyle/>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proposed:</a:t>
            </a:r>
          </a:p>
          <a:p>
            <a:r>
              <a:rPr lang="en-GB" sz="2100" dirty="0">
                <a:latin typeface="Sans Serif Collection" panose="020B0502040504020204" pitchFamily="34" charset="0"/>
                <a:ea typeface="Sans Serif Collection" panose="020B0502040504020204" pitchFamily="34" charset="0"/>
                <a:cs typeface="Sans Serif Collection" panose="020B0502040504020204" pitchFamily="34" charset="0"/>
              </a:rPr>
              <a:t>Hybrid static + trace pipeline → scenario-specific </a:t>
            </a:r>
            <a:r>
              <a:rPr lang="en-GB" sz="21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100" dirty="0">
                <a:latin typeface="Sans Serif Collection" panose="020B0502040504020204" pitchFamily="34" charset="0"/>
                <a:ea typeface="Sans Serif Collection" panose="020B0502040504020204" pitchFamily="34" charset="0"/>
                <a:cs typeface="Sans Serif Collection" panose="020B0502040504020204" pitchFamily="34" charset="0"/>
              </a:rPr>
              <a:t> v2 interaction diagrams</a:t>
            </a:r>
          </a:p>
          <a:p>
            <a:pPr marL="285750" indent="-285750">
              <a:buFont typeface="Arial" panose="020B0604020202020204" pitchFamily="34" charset="0"/>
              <a:buChar char="•"/>
            </a:pP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delivered:</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Neo4j knowledge graph of </a:t>
            </a: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- 121 components, 2,574 ordered static interactions (complete)</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12 composable agent skills spanning extraction → scenario scoping → instrumentation → agentic synthesis → SysML v2 / Mermaid generation (complete)</a:t>
            </a:r>
          </a:p>
          <a:p>
            <a:pPr marL="742950" lvl="1" indent="-285750">
              <a:lnSpc>
                <a:spcPct val="120000"/>
              </a:lnSpc>
              <a:buFont typeface="Arial" panose="020B0604020202020204" pitchFamily="34" charset="0"/>
              <a:buChar char="•"/>
            </a:pP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runtime instrumentation tool.</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H1/H2/H3 confirmed on 6 scenarios: Intersection macro-F1 0.875 and Full pipeline macro-F1 0.840; guided instrumentation cuts noise 100% with zero coverage loss; the reconstructed diagram alone achieves perfect comprehension recall</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Beyond the plan:</a:t>
            </a:r>
          </a:p>
          <a:p>
            <a:pPr>
              <a:lnSpc>
                <a:spcPct val="120000"/>
              </a:lnSpc>
            </a:pPr>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Exploratory practitioner session - 4 engineers, second much larger industrial codebase, via GitHub Copilot MCP integration; resolved a real proxy-leak defect using only the static graph.</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Future work:</a:t>
            </a:r>
          </a:p>
          <a:p>
            <a:pPr>
              <a:lnSpc>
                <a:spcPct val="120000"/>
              </a:lnSpc>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Controlled replication on a second system, richer diagram labelling &amp; interactivity, temporal-ordering accuracy, incremental graph updates</a:t>
            </a:r>
            <a:endParaRPr lang="en-GB" sz="20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DA6BF0FA-18F7-3AAD-309D-D11FC3F4D390}"/>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39</a:t>
            </a:fld>
            <a:endParaRPr lang="en-GB" sz="300" noProof="0" dirty="0"/>
          </a:p>
        </p:txBody>
      </p:sp>
      <p:sp>
        <p:nvSpPr>
          <p:cNvPr id="3" name="TextBox 2">
            <a:extLst>
              <a:ext uri="{FF2B5EF4-FFF2-40B4-BE49-F238E27FC236}">
                <a16:creationId xmlns:a16="http://schemas.microsoft.com/office/drawing/2014/main" id="{63F85D66-BE30-A223-C8D5-2D77447C042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39</a:t>
            </a:r>
          </a:p>
        </p:txBody>
      </p:sp>
      <p:sp>
        <p:nvSpPr>
          <p:cNvPr id="5" name="TextBox 4">
            <a:extLst>
              <a:ext uri="{FF2B5EF4-FFF2-40B4-BE49-F238E27FC236}">
                <a16:creationId xmlns:a16="http://schemas.microsoft.com/office/drawing/2014/main" id="{34F557DA-A5D4-860B-803A-F017D01FAC0B}"/>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9696244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E8099C-C777-3AC7-87B4-C55ADA229774}"/>
              </a:ext>
            </a:extLst>
          </p:cNvPr>
          <p:cNvSpPr>
            <a:spLocks noGrp="1"/>
          </p:cNvSpPr>
          <p:nvPr>
            <p:ph type="title"/>
          </p:nvPr>
        </p:nvSpPr>
        <p:spPr>
          <a:xfrm>
            <a:off x="497840" y="1595120"/>
            <a:ext cx="11338560" cy="4795520"/>
          </a:xfrm>
        </p:spPr>
        <p:txBody>
          <a:bodyPr>
            <a:noAutofit/>
          </a:bodyPr>
          <a:lstStyle/>
          <a:p>
            <a:pPr>
              <a:lnSpc>
                <a:spcPct val="100000"/>
              </a:lnSpc>
            </a:pP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[1]</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Hamou-Lhadj, A., Lethbridge, T. C. "Summarizing the Content of Large Traces to Facilitate the Understanding of the Behaviour of a Software System." Proc. IEEE International Conference on Program Comprehension (ICPC), 181–190, 2006.</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[2]</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Egyed, A. "A Scenario-Driven Approach to Trace Dependency Analysis." </a:t>
            </a:r>
            <a:r>
              <a:rPr lang="en-GB" sz="1200" i="1" dirty="0">
                <a:latin typeface="Sans Serif Collection" panose="020B0502040504020204" pitchFamily="34" charset="0"/>
                <a:ea typeface="Sans Serif Collection" panose="020B0502040504020204" pitchFamily="34" charset="0"/>
                <a:cs typeface="Sans Serif Collection" panose="020B0502040504020204" pitchFamily="34" charset="0"/>
              </a:rPr>
              <a:t>IEEE Transactions on Software Engineering</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29(2), 116–132, 2003.</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[3]</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Ducasse, S., Lanza, M. "The Class Blueprint: Visually Supporting the Understanding of Classes." IEEE Transactions on Software Engineering, 31, 2005.</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[4] </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Santos, A., Cunha, A., Macedo, N. "Static-Time Extraction and Analysis of the ROS Computation Graph." 2019 Third IEEE International Conference on Robotic Computing (IRC), 62–69, 2019.</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[5]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Systä</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T. "Static and Dynamic Reverse Engineering Techniques for Java Software Systems." University of Tampere, Dept. of Computer Science, 2000.</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[5]</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Helm, D., Keidel, S.,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Kampkötter</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A.,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Düsing</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J., Roth, T., Hermann, B., Mezini, M. "Total Recall? How Good Are Static Call Graphs Really?" </a:t>
            </a:r>
            <a:r>
              <a:rPr lang="en-GB" sz="1200" i="1" dirty="0">
                <a:latin typeface="Sans Serif Collection" panose="020B0502040504020204" pitchFamily="34" charset="0"/>
                <a:ea typeface="Sans Serif Collection" panose="020B0502040504020204" pitchFamily="34" charset="0"/>
                <a:cs typeface="Sans Serif Collection" panose="020B0502040504020204" pitchFamily="34" charset="0"/>
              </a:rPr>
              <a:t>Proc. 33rd ACM SIGSOFT ISSTA</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2024.</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[6] </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Labiche, Y.,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Kolbah</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B.,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Mehrfard</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H. "Combining Static and Dynamic Analyses to Reverse-Engineer Scenario Diagrams." Proc. 29th IEEE International Conference on Software Maintenance (ICSM), 130–139, 2013.</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[7] </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Kienle, H. M., Müller, H. A. "Requirements of Architecture Reconstruction Tools." Architectures for Adaptive Software Systems (LNCS), 1–22, 2009.</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[8]</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Manning, C. D., Raghavan, P., Schütze, H. </a:t>
            </a:r>
            <a:r>
              <a:rPr lang="en-GB" sz="1200" i="1" dirty="0">
                <a:latin typeface="Sans Serif Collection" panose="020B0502040504020204" pitchFamily="34" charset="0"/>
                <a:ea typeface="Sans Serif Collection" panose="020B0502040504020204" pitchFamily="34" charset="0"/>
                <a:cs typeface="Sans Serif Collection" panose="020B0502040504020204" pitchFamily="34" charset="0"/>
              </a:rPr>
              <a:t>Introduction to Information Retrieval</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Cambridge University Press, 2008.</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[9]</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Theile, M.,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Dantsker</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O. D., Nai, R., Caccamo, M., Yu, S.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uavAP</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A Modular Autopilot Framework for UAVs." </a:t>
            </a:r>
            <a:r>
              <a:rPr lang="en-GB" sz="1200" i="1" dirty="0">
                <a:latin typeface="Sans Serif Collection" panose="020B0502040504020204" pitchFamily="34" charset="0"/>
                <a:ea typeface="Sans Serif Collection" panose="020B0502040504020204" pitchFamily="34" charset="0"/>
                <a:cs typeface="Sans Serif Collection" panose="020B0502040504020204" pitchFamily="34" charset="0"/>
              </a:rPr>
              <a:t>AIAA AVIATION 2020 Forum</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3268, 2020. </a:t>
            </a:r>
            <a:r>
              <a:rPr lang="en-GB" sz="1200" i="1"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200" i="1"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sz="1200" i="1" dirty="0">
                <a:latin typeface="Sans Serif Collection" panose="020B0502040504020204" pitchFamily="34" charset="0"/>
                <a:ea typeface="Sans Serif Collection" panose="020B0502040504020204" pitchFamily="34" charset="0"/>
                <a:cs typeface="Sans Serif Collection" panose="020B0502040504020204" pitchFamily="34" charset="0"/>
              </a:rPr>
              <a:t>, the case study framework)</a:t>
            </a:r>
            <a:b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endPar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6" name="TextBox 5">
            <a:extLst>
              <a:ext uri="{FF2B5EF4-FFF2-40B4-BE49-F238E27FC236}">
                <a16:creationId xmlns:a16="http://schemas.microsoft.com/office/drawing/2014/main" id="{9AFA26A1-C2AB-A918-E7FF-9E50EA44C03A}"/>
              </a:ext>
            </a:extLst>
          </p:cNvPr>
          <p:cNvSpPr txBox="1"/>
          <p:nvPr/>
        </p:nvSpPr>
        <p:spPr>
          <a:xfrm>
            <a:off x="822960" y="548640"/>
            <a:ext cx="4439920" cy="584775"/>
          </a:xfrm>
          <a:prstGeom prst="rect">
            <a:avLst/>
          </a:prstGeom>
          <a:noFill/>
        </p:spPr>
        <p:txBody>
          <a:bodyPr wrap="square" rtlCol="0">
            <a:spAutoFit/>
          </a:bodyPr>
          <a:lstStyle/>
          <a:p>
            <a:r>
              <a:rPr lang="en-GB" sz="3200" b="1" dirty="0">
                <a:latin typeface="Sans Serif Collection" panose="020B0502040504020204" pitchFamily="34" charset="0"/>
                <a:ea typeface="Sans Serif Collection" panose="020B0502040504020204" pitchFamily="34" charset="0"/>
                <a:cs typeface="Sans Serif Collection" panose="020B0502040504020204" pitchFamily="34" charset="0"/>
              </a:rPr>
              <a:t>References</a:t>
            </a:r>
            <a:endParaRPr lang="en-GB" sz="24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 name="TextBox 1">
            <a:extLst>
              <a:ext uri="{FF2B5EF4-FFF2-40B4-BE49-F238E27FC236}">
                <a16:creationId xmlns:a16="http://schemas.microsoft.com/office/drawing/2014/main" id="{DC28284A-CBE8-982A-C19A-9E40BD499EAD}"/>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4FE607EE-3BAB-53D9-33D6-ECE2F7F3D7A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40</a:t>
            </a:r>
          </a:p>
        </p:txBody>
      </p:sp>
    </p:spTree>
    <p:extLst>
      <p:ext uri="{BB962C8B-B14F-4D97-AF65-F5344CB8AC3E}">
        <p14:creationId xmlns:p14="http://schemas.microsoft.com/office/powerpoint/2010/main" val="18178165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Placeholder 9" descr="A group of potted plants">
            <a:extLst>
              <a:ext uri="{FF2B5EF4-FFF2-40B4-BE49-F238E27FC236}">
                <a16:creationId xmlns:a16="http://schemas.microsoft.com/office/drawing/2014/main" id="{C5E399AE-C2DC-0BE4-A179-9A726D23FFC5}"/>
              </a:ext>
            </a:extLst>
          </p:cNvPr>
          <p:cNvPicPr>
            <a:picLocks noGrp="1" noChangeAspect="1"/>
          </p:cNvPicPr>
          <p:nvPr>
            <p:ph type="pic" sz="quarter" idx="10"/>
          </p:nvPr>
        </p:nvPicPr>
        <p:blipFill>
          <a:blip r:embed="rId3"/>
          <a:srcRect l="15" r="15"/>
          <a:stretch/>
        </p:blipFill>
        <p:spPr>
          <a:xfrm>
            <a:off x="458788" y="457200"/>
            <a:ext cx="11274425" cy="5943600"/>
          </a:xfrm>
        </p:spPr>
      </p:pic>
      <p:sp>
        <p:nvSpPr>
          <p:cNvPr id="3" name="Title 2">
            <a:extLst>
              <a:ext uri="{FF2B5EF4-FFF2-40B4-BE49-F238E27FC236}">
                <a16:creationId xmlns:a16="http://schemas.microsoft.com/office/drawing/2014/main" id="{526ABF06-5491-8319-408F-AC9C03E64E1E}"/>
              </a:ext>
            </a:extLst>
          </p:cNvPr>
          <p:cNvSpPr>
            <a:spLocks noGrp="1"/>
          </p:cNvSpPr>
          <p:nvPr>
            <p:ph type="title"/>
          </p:nvPr>
        </p:nvSpPr>
        <p:spPr>
          <a:xfrm>
            <a:off x="6853447" y="1355070"/>
            <a:ext cx="4424153" cy="1352682"/>
          </a:xfrm>
        </p:spPr>
        <p:txBody>
          <a:bodyPr>
            <a:noAutofit/>
          </a:bodyPr>
          <a:lstStyle/>
          <a:p>
            <a:pPr algn="ctr"/>
            <a:r>
              <a:rPr lang="en-GB" sz="5400"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Thank you! </a:t>
            </a:r>
            <a:endParaRPr lang="en-GB" sz="3200" i="1"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TextBox 3">
            <a:extLst>
              <a:ext uri="{FF2B5EF4-FFF2-40B4-BE49-F238E27FC236}">
                <a16:creationId xmlns:a16="http://schemas.microsoft.com/office/drawing/2014/main" id="{D03E57FC-9231-D22E-D87E-BDBBE118ECD6}"/>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38650859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BCB503F-C8C7-1E25-4E1F-9A0CBEAF0E0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A558886-49C0-70C3-CFE9-C9529F2E70A5}"/>
              </a:ext>
            </a:extLst>
          </p:cNvPr>
          <p:cNvSpPr>
            <a:spLocks noGrp="1"/>
          </p:cNvSpPr>
          <p:nvPr>
            <p:ph type="title"/>
          </p:nvPr>
        </p:nvSpPr>
        <p:spPr>
          <a:xfrm>
            <a:off x="566058" y="371623"/>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Methodology </a:t>
            </a:r>
            <a:r>
              <a:rPr lang="en-GB" sz="4400" dirty="0">
                <a:latin typeface="Sans Serif Collection" panose="020B0502040504020204" pitchFamily="34" charset="0"/>
                <a:ea typeface="Sans Serif Collection" panose="020B0502040504020204" pitchFamily="34" charset="0"/>
                <a:cs typeface="Sans Serif Collection" panose="020B0502040504020204" pitchFamily="34" charset="0"/>
              </a:rPr>
              <a:t>- The Hybrid Pipeline </a:t>
            </a:r>
          </a:p>
        </p:txBody>
      </p:sp>
      <p:sp>
        <p:nvSpPr>
          <p:cNvPr id="36" name="TextBox 35">
            <a:extLst>
              <a:ext uri="{FF2B5EF4-FFF2-40B4-BE49-F238E27FC236}">
                <a16:creationId xmlns:a16="http://schemas.microsoft.com/office/drawing/2014/main" id="{27174933-27B1-ABED-4ADC-9C0AD7B6F927}"/>
              </a:ext>
            </a:extLst>
          </p:cNvPr>
          <p:cNvSpPr txBox="1"/>
          <p:nvPr/>
        </p:nvSpPr>
        <p:spPr>
          <a:xfrm>
            <a:off x="434885" y="4939009"/>
            <a:ext cx="10549140" cy="112979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400" b="1"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Final status: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All six stages complete, evaluated across four </a:t>
            </a:r>
            <a:r>
              <a:rPr kumimoji="0" lang="en-GB" sz="1400" b="0" i="0" u="none" strike="noStrike" kern="1200" cap="none" spc="0" normalizeH="0" baseline="0" noProof="0" dirty="0" err="1">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 scenarios (S1–S4) + An exploratory practitioner session on a second, much larger industrial codebase.</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Three hypotheses H1, H2, H3 were confirmed.</a:t>
            </a:r>
          </a:p>
        </p:txBody>
      </p:sp>
      <p:sp>
        <p:nvSpPr>
          <p:cNvPr id="22" name="TextBox 21">
            <a:extLst>
              <a:ext uri="{FF2B5EF4-FFF2-40B4-BE49-F238E27FC236}">
                <a16:creationId xmlns:a16="http://schemas.microsoft.com/office/drawing/2014/main" id="{5BA40749-1B04-F722-0888-E58432F7203F}"/>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6</a:t>
            </a:r>
          </a:p>
        </p:txBody>
      </p:sp>
      <p:sp>
        <p:nvSpPr>
          <p:cNvPr id="23" name="TextBox 22">
            <a:extLst>
              <a:ext uri="{FF2B5EF4-FFF2-40B4-BE49-F238E27FC236}">
                <a16:creationId xmlns:a16="http://schemas.microsoft.com/office/drawing/2014/main" id="{0D36927F-FBEE-328A-A0AA-07B02387571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2" name="Diagram 1">
            <a:extLst>
              <a:ext uri="{FF2B5EF4-FFF2-40B4-BE49-F238E27FC236}">
                <a16:creationId xmlns:a16="http://schemas.microsoft.com/office/drawing/2014/main" id="{4F29B389-FF29-8DEA-573B-B456D3A7C7FB}"/>
              </a:ext>
            </a:extLst>
          </p:cNvPr>
          <p:cNvGraphicFramePr/>
          <p:nvPr>
            <p:extLst>
              <p:ext uri="{D42A27DB-BD31-4B8C-83A1-F6EECF244321}">
                <p14:modId xmlns:p14="http://schemas.microsoft.com/office/powerpoint/2010/main" val="2092698194"/>
              </p:ext>
            </p:extLst>
          </p:nvPr>
        </p:nvGraphicFramePr>
        <p:xfrm>
          <a:off x="779520" y="1698940"/>
          <a:ext cx="10549140" cy="32400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619000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631417"/>
            <a:ext cx="10331450" cy="862151"/>
          </a:xfrm>
        </p:spPr>
        <p:txBody>
          <a:bodyPr/>
          <a:lstStyle/>
          <a:p>
            <a:r>
              <a:rPr lang="nl-NL" sz="2800" dirty="0" err="1">
                <a:latin typeface="Sans Serif Collection" panose="020B0502040504020204" pitchFamily="34" charset="0"/>
                <a:ea typeface="Sans Serif Collection" panose="020B0502040504020204" pitchFamily="34" charset="0"/>
                <a:cs typeface="Sans Serif Collection" panose="020B0502040504020204" pitchFamily="34" charset="0"/>
              </a:rPr>
              <a:t>Whole</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 Pipeline Summary</a:t>
            </a:r>
            <a:endParaRPr sz="28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l-NL" sz="1200" b="1" dirty="0">
                <a:latin typeface="Calibri" panose="020F0502020204030204" pitchFamily="34" charset="0"/>
                <a:ea typeface="Calibri" panose="020F0502020204030204" pitchFamily="34" charset="0"/>
                <a:cs typeface="Calibri" panose="020F0502020204030204" pitchFamily="34" charset="0"/>
              </a:rPr>
              <a:t>SUMMARY</a:t>
            </a:r>
            <a:endParaRPr sz="1200" b="1" dirty="0">
              <a:latin typeface="Calibri" panose="020F0502020204030204" pitchFamily="34" charset="0"/>
              <a:ea typeface="Calibri" panose="020F0502020204030204" pitchFamily="34" charset="0"/>
              <a:cs typeface="Calibri" panose="020F0502020204030204" pitchFamily="34" charset="0"/>
            </a:endParaRPr>
          </a:p>
        </p:txBody>
      </p:sp>
      <p:sp>
        <p:nvSpPr>
          <p:cNvPr id="6" name="Rounded Rectangle 5"/>
          <p:cNvSpPr/>
          <p:nvPr/>
        </p:nvSpPr>
        <p:spPr>
          <a:xfrm>
            <a:off x="427055"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7055"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1</a:t>
            </a:r>
          </a:p>
        </p:txBody>
      </p:sp>
      <p:sp>
        <p:nvSpPr>
          <p:cNvPr id="8" name="TextBox 7"/>
          <p:cNvSpPr txBox="1"/>
          <p:nvPr/>
        </p:nvSpPr>
        <p:spPr>
          <a:xfrm>
            <a:off x="500207" y="2859536"/>
            <a:ext cx="1636776" cy="548640"/>
          </a:xfrm>
          <a:prstGeom prst="rect">
            <a:avLst/>
          </a:prstGeom>
          <a:noFill/>
        </p:spPr>
        <p:txBody>
          <a:bodyPr wrap="square" lIns="45720" tIns="18288" rIns="45720" bIns="18288" anchor="t">
            <a:spAutoFit/>
          </a:bodyPr>
          <a:lstStyle/>
          <a:p>
            <a:pPr algn="ctr"/>
            <a:r>
              <a:rPr sz="1250" b="1" i="0">
                <a:solidFill>
                  <a:srgbClr val="FFFFFF"/>
                </a:solidFill>
                <a:latin typeface="Calibri"/>
              </a:rPr>
              <a:t>Static Extraction</a:t>
            </a:r>
          </a:p>
        </p:txBody>
      </p:sp>
      <p:sp>
        <p:nvSpPr>
          <p:cNvPr id="9" name="TextBox 8"/>
          <p:cNvSpPr txBox="1"/>
          <p:nvPr/>
        </p:nvSpPr>
        <p:spPr>
          <a:xfrm>
            <a:off x="500207" y="3380744"/>
            <a:ext cx="1636776" cy="274320"/>
          </a:xfrm>
          <a:prstGeom prst="rect">
            <a:avLst/>
          </a:prstGeom>
          <a:noFill/>
        </p:spPr>
        <p:txBody>
          <a:bodyPr wrap="square" lIns="45720" tIns="18288" rIns="45720" bIns="18288" anchor="t">
            <a:spAutoFit/>
          </a:bodyPr>
          <a:lstStyle/>
          <a:p>
            <a:pPr algn="ctr"/>
            <a:r>
              <a:rPr sz="1000" b="0" i="0" dirty="0">
                <a:solidFill>
                  <a:srgbClr val="DCE6F0"/>
                </a:solidFill>
                <a:latin typeface="Calibri"/>
              </a:rPr>
              <a:t>Renaissance</a:t>
            </a:r>
          </a:p>
        </p:txBody>
      </p:sp>
      <p:sp>
        <p:nvSpPr>
          <p:cNvPr id="10" name="Rounded Rectangle 9"/>
          <p:cNvSpPr/>
          <p:nvPr/>
        </p:nvSpPr>
        <p:spPr>
          <a:xfrm>
            <a:off x="2319863"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19863"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2</a:t>
            </a:r>
          </a:p>
        </p:txBody>
      </p:sp>
      <p:sp>
        <p:nvSpPr>
          <p:cNvPr id="12" name="TextBox 11"/>
          <p:cNvSpPr txBox="1"/>
          <p:nvPr/>
        </p:nvSpPr>
        <p:spPr>
          <a:xfrm>
            <a:off x="2393015" y="2859536"/>
            <a:ext cx="1636776" cy="548640"/>
          </a:xfrm>
          <a:prstGeom prst="rect">
            <a:avLst/>
          </a:prstGeom>
          <a:noFill/>
        </p:spPr>
        <p:txBody>
          <a:bodyPr wrap="square" lIns="45720" tIns="18288" rIns="45720" bIns="18288" anchor="t">
            <a:spAutoFit/>
          </a:bodyPr>
          <a:lstStyle/>
          <a:p>
            <a:pPr algn="ctr"/>
            <a:r>
              <a:rPr sz="1250" b="1" i="0" dirty="0">
                <a:solidFill>
                  <a:srgbClr val="FFFFFF"/>
                </a:solidFill>
                <a:latin typeface="Calibri"/>
              </a:rPr>
              <a:t>Scenario-Specific Query</a:t>
            </a:r>
          </a:p>
        </p:txBody>
      </p:sp>
      <p:sp>
        <p:nvSpPr>
          <p:cNvPr id="13" name="TextBox 12"/>
          <p:cNvSpPr txBox="1"/>
          <p:nvPr/>
        </p:nvSpPr>
        <p:spPr>
          <a:xfrm>
            <a:off x="2393015" y="3380744"/>
            <a:ext cx="1636776" cy="274320"/>
          </a:xfrm>
          <a:prstGeom prst="rect">
            <a:avLst/>
          </a:prstGeom>
          <a:noFill/>
        </p:spPr>
        <p:txBody>
          <a:bodyPr wrap="square" lIns="45720" tIns="18288" rIns="45720" bIns="18288" anchor="t">
            <a:spAutoFit/>
          </a:bodyPr>
          <a:lstStyle/>
          <a:p>
            <a:pPr algn="ctr"/>
            <a:r>
              <a:rPr sz="1000" b="0" i="0">
                <a:solidFill>
                  <a:srgbClr val="DCE6F0"/>
                </a:solidFill>
                <a:latin typeface="Calibri"/>
              </a:rPr>
              <a:t>Cypher</a:t>
            </a:r>
          </a:p>
        </p:txBody>
      </p:sp>
      <p:sp>
        <p:nvSpPr>
          <p:cNvPr id="14" name="Rounded Rectangle 13"/>
          <p:cNvSpPr/>
          <p:nvPr/>
        </p:nvSpPr>
        <p:spPr>
          <a:xfrm>
            <a:off x="4212671"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12671"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3</a:t>
            </a:r>
          </a:p>
        </p:txBody>
      </p:sp>
      <p:sp>
        <p:nvSpPr>
          <p:cNvPr id="16" name="TextBox 15"/>
          <p:cNvSpPr txBox="1"/>
          <p:nvPr/>
        </p:nvSpPr>
        <p:spPr>
          <a:xfrm>
            <a:off x="4285823" y="2859536"/>
            <a:ext cx="1636776" cy="548640"/>
          </a:xfrm>
          <a:prstGeom prst="rect">
            <a:avLst/>
          </a:prstGeom>
          <a:noFill/>
        </p:spPr>
        <p:txBody>
          <a:bodyPr wrap="square" lIns="45720" tIns="18288" rIns="45720" bIns="18288" anchor="t">
            <a:spAutoFit/>
          </a:bodyPr>
          <a:lstStyle/>
          <a:p>
            <a:pPr algn="ctr"/>
            <a:r>
              <a:rPr sz="1250" b="1" i="0">
                <a:solidFill>
                  <a:srgbClr val="FFFFFF"/>
                </a:solidFill>
                <a:latin typeface="Calibri"/>
              </a:rPr>
              <a:t>Global Query</a:t>
            </a:r>
          </a:p>
        </p:txBody>
      </p:sp>
      <p:sp>
        <p:nvSpPr>
          <p:cNvPr id="17" name="TextBox 16"/>
          <p:cNvSpPr txBox="1"/>
          <p:nvPr/>
        </p:nvSpPr>
        <p:spPr>
          <a:xfrm>
            <a:off x="4285823" y="3380744"/>
            <a:ext cx="1636776" cy="274320"/>
          </a:xfrm>
          <a:prstGeom prst="rect">
            <a:avLst/>
          </a:prstGeom>
          <a:noFill/>
        </p:spPr>
        <p:txBody>
          <a:bodyPr wrap="square" lIns="45720" tIns="18288" rIns="45720" bIns="18288" anchor="t">
            <a:spAutoFit/>
          </a:bodyPr>
          <a:lstStyle/>
          <a:p>
            <a:pPr algn="ctr"/>
            <a:r>
              <a:rPr sz="1000" b="0" i="0">
                <a:solidFill>
                  <a:srgbClr val="DCE6F0"/>
                </a:solidFill>
                <a:latin typeface="Calibri"/>
              </a:rPr>
              <a:t>Cypher (global)</a:t>
            </a:r>
          </a:p>
        </p:txBody>
      </p:sp>
      <p:sp>
        <p:nvSpPr>
          <p:cNvPr id="18" name="Rounded Rectangle 17"/>
          <p:cNvSpPr/>
          <p:nvPr/>
        </p:nvSpPr>
        <p:spPr>
          <a:xfrm>
            <a:off x="6105479"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05479"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4</a:t>
            </a:r>
          </a:p>
        </p:txBody>
      </p:sp>
      <p:sp>
        <p:nvSpPr>
          <p:cNvPr id="20" name="TextBox 19"/>
          <p:cNvSpPr txBox="1"/>
          <p:nvPr/>
        </p:nvSpPr>
        <p:spPr>
          <a:xfrm>
            <a:off x="6178631" y="2859536"/>
            <a:ext cx="1636776" cy="229294"/>
          </a:xfrm>
          <a:prstGeom prst="rect">
            <a:avLst/>
          </a:prstGeom>
          <a:noFill/>
        </p:spPr>
        <p:txBody>
          <a:bodyPr wrap="square" lIns="45720" tIns="18288" rIns="45720" bIns="18288" anchor="t">
            <a:spAutoFit/>
          </a:bodyPr>
          <a:lstStyle/>
          <a:p>
            <a:pPr algn="ctr"/>
            <a:r>
              <a:rPr sz="1250" b="1" i="0" dirty="0">
                <a:solidFill>
                  <a:srgbClr val="FFFFFF"/>
                </a:solidFill>
                <a:latin typeface="Calibri"/>
              </a:rPr>
              <a:t>Guided Instrumentation</a:t>
            </a:r>
          </a:p>
        </p:txBody>
      </p:sp>
      <p:sp>
        <p:nvSpPr>
          <p:cNvPr id="21" name="TextBox 20"/>
          <p:cNvSpPr txBox="1"/>
          <p:nvPr/>
        </p:nvSpPr>
        <p:spPr>
          <a:xfrm>
            <a:off x="6178631" y="3380744"/>
            <a:ext cx="1636776" cy="190821"/>
          </a:xfrm>
          <a:prstGeom prst="rect">
            <a:avLst/>
          </a:prstGeom>
          <a:noFill/>
        </p:spPr>
        <p:txBody>
          <a:bodyPr wrap="square" lIns="45720" tIns="18288" rIns="45720" bIns="18288" anchor="t">
            <a:spAutoFit/>
          </a:bodyPr>
          <a:lstStyle/>
          <a:p>
            <a:pPr algn="ctr"/>
            <a:r>
              <a:rPr sz="1000" b="0" i="0" dirty="0">
                <a:solidFill>
                  <a:srgbClr val="DCE6F0"/>
                </a:solidFill>
                <a:latin typeface="Calibri"/>
              </a:rPr>
              <a:t>run the</a:t>
            </a:r>
            <a:r>
              <a:rPr lang="nl-NL" sz="1000" b="0" i="0" dirty="0">
                <a:solidFill>
                  <a:srgbClr val="DCE6F0"/>
                </a:solidFill>
                <a:latin typeface="Calibri"/>
              </a:rPr>
              <a:t> scenario / </a:t>
            </a:r>
            <a:r>
              <a:rPr sz="1000" b="0" i="0" dirty="0">
                <a:solidFill>
                  <a:srgbClr val="DCE6F0"/>
                </a:solidFill>
                <a:latin typeface="Calibri"/>
              </a:rPr>
              <a:t>tests</a:t>
            </a:r>
          </a:p>
        </p:txBody>
      </p:sp>
      <p:sp>
        <p:nvSpPr>
          <p:cNvPr id="22" name="Rounded Rectangle 21"/>
          <p:cNvSpPr/>
          <p:nvPr/>
        </p:nvSpPr>
        <p:spPr>
          <a:xfrm>
            <a:off x="7998287"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98287" y="2493776"/>
            <a:ext cx="1783080" cy="320040"/>
          </a:xfrm>
          <a:prstGeom prst="rect">
            <a:avLst/>
          </a:prstGeom>
          <a:solidFill>
            <a:srgbClr val="55736D"/>
          </a:solidFill>
        </p:spPr>
        <p:txBody>
          <a:bodyPr wrap="square" lIns="45720" tIns="18288" rIns="45720" bIns="18288" anchor="t">
            <a:spAutoFit/>
          </a:bodyPr>
          <a:lstStyle/>
          <a:p>
            <a:pPr algn="ctr"/>
            <a:r>
              <a:rPr sz="1600" b="1" i="0">
                <a:solidFill>
                  <a:srgbClr val="FFFFFF"/>
                </a:solidFill>
                <a:latin typeface="Calibri"/>
              </a:rPr>
              <a:t>5</a:t>
            </a:r>
          </a:p>
        </p:txBody>
      </p:sp>
      <p:sp>
        <p:nvSpPr>
          <p:cNvPr id="24" name="TextBox 23"/>
          <p:cNvSpPr txBox="1"/>
          <p:nvPr/>
        </p:nvSpPr>
        <p:spPr>
          <a:xfrm>
            <a:off x="8071439" y="2859536"/>
            <a:ext cx="1636776" cy="548640"/>
          </a:xfrm>
          <a:prstGeom prst="rect">
            <a:avLst/>
          </a:prstGeom>
          <a:solidFill>
            <a:srgbClr val="55736D"/>
          </a:solidFill>
        </p:spPr>
        <p:txBody>
          <a:bodyPr wrap="square" lIns="45720" tIns="18288" rIns="45720" bIns="18288" anchor="t">
            <a:spAutoFit/>
          </a:bodyPr>
          <a:lstStyle/>
          <a:p>
            <a:pPr algn="ctr"/>
            <a:r>
              <a:rPr sz="1250" b="1" i="0">
                <a:solidFill>
                  <a:srgbClr val="FFFFFF"/>
                </a:solidFill>
                <a:latin typeface="Calibri"/>
              </a:rPr>
              <a:t>Union &amp; Tagging</a:t>
            </a:r>
          </a:p>
        </p:txBody>
      </p:sp>
      <p:sp>
        <p:nvSpPr>
          <p:cNvPr id="25" name="TextBox 24"/>
          <p:cNvSpPr txBox="1"/>
          <p:nvPr/>
        </p:nvSpPr>
        <p:spPr>
          <a:xfrm>
            <a:off x="8071439" y="3380744"/>
            <a:ext cx="1636776" cy="190821"/>
          </a:xfrm>
          <a:prstGeom prst="rect">
            <a:avLst/>
          </a:prstGeom>
          <a:solidFill>
            <a:srgbClr val="55736D"/>
          </a:solidFill>
        </p:spPr>
        <p:txBody>
          <a:bodyPr wrap="square" lIns="45720" tIns="18288" rIns="45720" bIns="18288" anchor="t">
            <a:spAutoFit/>
          </a:bodyPr>
          <a:lstStyle/>
          <a:p>
            <a:pPr algn="ctr"/>
            <a:r>
              <a:rPr sz="1000" b="0" i="0" dirty="0">
                <a:solidFill>
                  <a:srgbClr val="E8E4F7"/>
                </a:solidFill>
                <a:latin typeface="Calibri"/>
              </a:rPr>
              <a:t>LLM</a:t>
            </a:r>
          </a:p>
        </p:txBody>
      </p:sp>
      <p:sp>
        <p:nvSpPr>
          <p:cNvPr id="26" name="Rounded Rectangle 25"/>
          <p:cNvSpPr/>
          <p:nvPr/>
        </p:nvSpPr>
        <p:spPr>
          <a:xfrm>
            <a:off x="9891095"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91095"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6</a:t>
            </a:r>
          </a:p>
        </p:txBody>
      </p:sp>
      <p:sp>
        <p:nvSpPr>
          <p:cNvPr id="28" name="TextBox 27"/>
          <p:cNvSpPr txBox="1"/>
          <p:nvPr/>
        </p:nvSpPr>
        <p:spPr>
          <a:xfrm>
            <a:off x="9964247" y="2859536"/>
            <a:ext cx="1636776" cy="548640"/>
          </a:xfrm>
          <a:prstGeom prst="rect">
            <a:avLst/>
          </a:prstGeom>
          <a:noFill/>
        </p:spPr>
        <p:txBody>
          <a:bodyPr wrap="square" lIns="45720" tIns="18288" rIns="45720" bIns="18288" anchor="t">
            <a:spAutoFit/>
          </a:bodyPr>
          <a:lstStyle/>
          <a:p>
            <a:pPr algn="ctr"/>
            <a:r>
              <a:rPr sz="1250" b="1" i="0">
                <a:solidFill>
                  <a:srgbClr val="FFFFFF"/>
                </a:solidFill>
                <a:latin typeface="Calibri"/>
              </a:rPr>
              <a:t>SysML Generation</a:t>
            </a:r>
          </a:p>
        </p:txBody>
      </p:sp>
      <p:sp>
        <p:nvSpPr>
          <p:cNvPr id="29" name="TextBox 28"/>
          <p:cNvSpPr txBox="1"/>
          <p:nvPr/>
        </p:nvSpPr>
        <p:spPr>
          <a:xfrm>
            <a:off x="9964247" y="3380744"/>
            <a:ext cx="1636776" cy="274320"/>
          </a:xfrm>
          <a:prstGeom prst="rect">
            <a:avLst/>
          </a:prstGeom>
          <a:noFill/>
        </p:spPr>
        <p:txBody>
          <a:bodyPr wrap="square" lIns="45720" tIns="18288" rIns="45720" bIns="18288" anchor="t">
            <a:spAutoFit/>
          </a:bodyPr>
          <a:lstStyle/>
          <a:p>
            <a:pPr algn="ctr"/>
            <a:r>
              <a:rPr sz="1000" b="0" i="0">
                <a:solidFill>
                  <a:srgbClr val="DCE6F0"/>
                </a:solidFill>
                <a:latin typeface="Calibri"/>
              </a:rPr>
              <a:t>templating</a:t>
            </a:r>
          </a:p>
        </p:txBody>
      </p:sp>
      <p:sp>
        <p:nvSpPr>
          <p:cNvPr id="30" name="TextBox 29"/>
          <p:cNvSpPr txBox="1"/>
          <p:nvPr/>
        </p:nvSpPr>
        <p:spPr>
          <a:xfrm>
            <a:off x="512064" y="4591264"/>
            <a:ext cx="11247120" cy="1088503"/>
          </a:xfrm>
          <a:prstGeom prst="rect">
            <a:avLst/>
          </a:prstGeom>
          <a:noFill/>
        </p:spPr>
        <p:txBody>
          <a:bodyPr wrap="square" lIns="45720" tIns="18288" rIns="45720" bIns="18288" anchor="t">
            <a:spAutoFit/>
          </a:bodyPr>
          <a:lstStyle/>
          <a:p>
            <a:pPr algn="l">
              <a:spcAft>
                <a:spcPts val="1000"/>
              </a:spcAft>
            </a:pPr>
            <a:r>
              <a:rPr sz="1500" b="0" i="0" dirty="0">
                <a:solidFill>
                  <a:srgbClr val="222A33"/>
                </a:solidFill>
                <a:latin typeface="Calibri"/>
              </a:rPr>
              <a:t>•  For S1 specifically, the agent's job is trivial</a:t>
            </a:r>
            <a:r>
              <a:rPr lang="nl-NL" sz="1500" b="0" i="0" dirty="0">
                <a:solidFill>
                  <a:srgbClr val="222A33"/>
                </a:solidFill>
                <a:latin typeface="Calibri"/>
              </a:rPr>
              <a:t>: </a:t>
            </a:r>
            <a:r>
              <a:rPr sz="1500" b="0" i="0" dirty="0">
                <a:solidFill>
                  <a:srgbClr val="222A33"/>
                </a:solidFill>
                <a:latin typeface="Calibri"/>
              </a:rPr>
              <a:t>every static edge is corroborated by the trace and vice versa, so there's no disagreement to resolve.</a:t>
            </a:r>
          </a:p>
          <a:p>
            <a:pPr algn="l"/>
            <a:r>
              <a:rPr sz="1500" b="1" i="0" dirty="0">
                <a:solidFill>
                  <a:srgbClr val="44546A"/>
                </a:solidFill>
                <a:latin typeface="Calibri"/>
              </a:rPr>
              <a:t>•  The pipeline's harder cases — like S4's suppressed fault-path log and boost::signals2 indirect dispatch are where Stage 5 actually has to do something non-trivial with the freedom it's given.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858FDA-366B-E578-5154-44D49B8865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96F4F2-6B5A-7C37-1471-E3CA9D07707B}"/>
              </a:ext>
            </a:extLst>
          </p:cNvPr>
          <p:cNvSpPr>
            <a:spLocks noGrp="1"/>
          </p:cNvSpPr>
          <p:nvPr>
            <p:ph type="title"/>
          </p:nvPr>
        </p:nvSpPr>
        <p:spPr>
          <a:xfrm>
            <a:off x="497070" y="506016"/>
            <a:ext cx="10359659" cy="1325563"/>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 &amp; Goal</a:t>
            </a:r>
          </a:p>
        </p:txBody>
      </p:sp>
      <p:graphicFrame>
        <p:nvGraphicFramePr>
          <p:cNvPr id="2" name="Content Placeholder 1">
            <a:extLst>
              <a:ext uri="{FF2B5EF4-FFF2-40B4-BE49-F238E27FC236}">
                <a16:creationId xmlns:a16="http://schemas.microsoft.com/office/drawing/2014/main" id="{8318A29F-E75D-F722-EC05-BC9BA2A1E407}"/>
              </a:ext>
            </a:extLst>
          </p:cNvPr>
          <p:cNvGraphicFramePr>
            <a:graphicFrameLocks noGrp="1"/>
          </p:cNvGraphicFramePr>
          <p:nvPr>
            <p:ph sz="quarter" idx="10"/>
            <p:extLst>
              <p:ext uri="{D42A27DB-BD31-4B8C-83A1-F6EECF244321}">
                <p14:modId xmlns:p14="http://schemas.microsoft.com/office/powerpoint/2010/main" val="548800796"/>
              </p:ext>
            </p:extLst>
          </p:nvPr>
        </p:nvGraphicFramePr>
        <p:xfrm>
          <a:off x="1045685" y="1866402"/>
          <a:ext cx="9483365" cy="43634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72A0D7F7-63C4-ECF7-BA18-3CEC3ABC2D24}"/>
              </a:ext>
            </a:extLst>
          </p:cNvPr>
          <p:cNvSpPr txBox="1"/>
          <p:nvPr/>
        </p:nvSpPr>
        <p:spPr>
          <a:xfrm>
            <a:off x="598010" y="4048121"/>
            <a:ext cx="2820776" cy="1323439"/>
          </a:xfrm>
          <a:prstGeom prst="rect">
            <a:avLst/>
          </a:prstGeom>
          <a:noFill/>
        </p:spPr>
        <p:txBody>
          <a:bodyPr wrap="square" rtlCol="0">
            <a:spAutoFit/>
          </a:bodyPr>
          <a:lstStyle/>
          <a:p>
            <a:r>
              <a:rPr lang="en-IN" sz="1600" dirty="0"/>
              <a:t>RQ2: How can scenario-scoped querying of the static call graph restrict reconstruction to only scenario-relevant behaviour?</a:t>
            </a:r>
          </a:p>
          <a:p>
            <a:r>
              <a:rPr lang="en-IN" sz="1600" dirty="0"/>
              <a:t>Confirmed — H2</a:t>
            </a:r>
          </a:p>
        </p:txBody>
      </p:sp>
      <p:sp>
        <p:nvSpPr>
          <p:cNvPr id="7" name="TextBox 6">
            <a:extLst>
              <a:ext uri="{FF2B5EF4-FFF2-40B4-BE49-F238E27FC236}">
                <a16:creationId xmlns:a16="http://schemas.microsoft.com/office/drawing/2014/main" id="{59C28AF5-58FF-EA04-B351-3F510FD4990C}"/>
              </a:ext>
            </a:extLst>
          </p:cNvPr>
          <p:cNvSpPr txBox="1"/>
          <p:nvPr/>
        </p:nvSpPr>
        <p:spPr>
          <a:xfrm>
            <a:off x="7984135" y="3951327"/>
            <a:ext cx="3374179" cy="1323439"/>
          </a:xfrm>
          <a:prstGeom prst="rect">
            <a:avLst/>
          </a:prstGeom>
          <a:noFill/>
        </p:spPr>
        <p:txBody>
          <a:bodyPr wrap="square" rtlCol="0">
            <a:spAutoFit/>
          </a:bodyPr>
          <a:lstStyle/>
          <a:p>
            <a:r>
              <a:rPr lang="en-IN" sz="1600" dirty="0"/>
              <a:t>RQ1: How does combining static analysis and runtime traces improve accuracy and completeness of scenario-specific interaction model reconstruction? Confirmed — H1</a:t>
            </a:r>
          </a:p>
        </p:txBody>
      </p:sp>
      <p:sp>
        <p:nvSpPr>
          <p:cNvPr id="8" name="TextBox 7">
            <a:extLst>
              <a:ext uri="{FF2B5EF4-FFF2-40B4-BE49-F238E27FC236}">
                <a16:creationId xmlns:a16="http://schemas.microsoft.com/office/drawing/2014/main" id="{868FBA95-2DC4-ED78-82A3-74F9874EDFC3}"/>
              </a:ext>
            </a:extLst>
          </p:cNvPr>
          <p:cNvSpPr txBox="1"/>
          <p:nvPr/>
        </p:nvSpPr>
        <p:spPr>
          <a:xfrm>
            <a:off x="7984136" y="5274766"/>
            <a:ext cx="3529815" cy="1077218"/>
          </a:xfrm>
          <a:prstGeom prst="rect">
            <a:avLst/>
          </a:prstGeom>
          <a:noFill/>
        </p:spPr>
        <p:txBody>
          <a:bodyPr wrap="square" rtlCol="0">
            <a:spAutoFit/>
          </a:bodyPr>
          <a:lstStyle/>
          <a:p>
            <a:r>
              <a:rPr lang="en-IN" sz="1600" dirty="0"/>
              <a:t>RQ3:  Do reconstructed interaction models improve agent task performance on scenario comprehension, vs. source code alone? Confirmed — H3</a:t>
            </a:r>
          </a:p>
        </p:txBody>
      </p:sp>
      <p:sp>
        <p:nvSpPr>
          <p:cNvPr id="6" name="TextBox 5">
            <a:extLst>
              <a:ext uri="{FF2B5EF4-FFF2-40B4-BE49-F238E27FC236}">
                <a16:creationId xmlns:a16="http://schemas.microsoft.com/office/drawing/2014/main" id="{63CC3C84-A066-D458-6984-18AAC6FC15EF}"/>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2424580986"/>
      </p:ext>
    </p:extLst>
  </p:cSld>
  <p:clrMapOvr>
    <a:masterClrMapping/>
  </p:clrMapOvr>
  <p:extLst>
    <p:ext uri="{6950BFC3-D8DA-4A85-94F7-54DA5524770B}">
      <p188:commentRel xmlns:p188="http://schemas.microsoft.com/office/powerpoint/2018/8/main" r:id="rId3"/>
    </p:ext>
  </p:extLs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Example Output: The S4 Dual-Gap, Recovered</a:t>
            </a:r>
          </a:p>
        </p:txBody>
      </p:sp>
      <p:pic>
        <p:nvPicPr>
          <p:cNvPr id="8" name="Picture 7">
            <a:extLst>
              <a:ext uri="{FF2B5EF4-FFF2-40B4-BE49-F238E27FC236}">
                <a16:creationId xmlns:a16="http://schemas.microsoft.com/office/drawing/2014/main" id="{E6EC81F9-7BD0-990E-148D-E2A35A33FFE6}"/>
              </a:ext>
            </a:extLst>
          </p:cNvPr>
          <p:cNvPicPr>
            <a:picLocks noChangeAspect="1"/>
          </p:cNvPicPr>
          <p:nvPr/>
        </p:nvPicPr>
        <p:blipFill>
          <a:blip r:embed="rId2"/>
          <a:stretch>
            <a:fillRect/>
          </a:stretch>
        </p:blipFill>
        <p:spPr>
          <a:xfrm>
            <a:off x="746760" y="2266950"/>
            <a:ext cx="5476889" cy="2847982"/>
          </a:xfrm>
          <a:prstGeom prst="rect">
            <a:avLst/>
          </a:prstGeom>
          <a:noFill/>
        </p:spPr>
      </p:pic>
      <p:sp>
        <p:nvSpPr>
          <p:cNvPr id="4" name="Content Placeholder 3"/>
          <p:cNvSpPr>
            <a:spLocks noGrp="1"/>
          </p:cNvSpPr>
          <p:nvPr>
            <p:ph sz="quarter" idx="11"/>
          </p:nvPr>
        </p:nvSpPr>
        <p:spPr>
          <a:xfrm>
            <a:off x="6309360" y="2153285"/>
            <a:ext cx="5135880" cy="3500438"/>
          </a:xfrm>
        </p:spPr>
        <p:txBody>
          <a:bodyP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stream — recovered from static evidence (runtime-suppressed by a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LogLevel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::NONE no-op)</a:t>
            </a:r>
          </a:p>
          <a:p>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onStageEvent</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 recovered from the trace (a runtime connect(); no static call site exists)</a:t>
            </a:r>
          </a:p>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Only the fused graph (C4/C5) surfaces both edges in one scenario-specific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v2 diagram — the concrete illustration of H1's headline finding.</a:t>
            </a:r>
          </a:p>
        </p:txBody>
      </p:sp>
      <p:sp>
        <p:nvSpPr>
          <p:cNvPr id="3" name="TextBox 2">
            <a:extLst>
              <a:ext uri="{FF2B5EF4-FFF2-40B4-BE49-F238E27FC236}">
                <a16:creationId xmlns:a16="http://schemas.microsoft.com/office/drawing/2014/main" id="{6D89BF6A-57E5-4980-0396-81737AAA91E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17</a:t>
            </a:r>
          </a:p>
        </p:txBody>
      </p:sp>
      <p:sp>
        <p:nvSpPr>
          <p:cNvPr id="5" name="TextBox 4">
            <a:extLst>
              <a:ext uri="{FF2B5EF4-FFF2-40B4-BE49-F238E27FC236}">
                <a16:creationId xmlns:a16="http://schemas.microsoft.com/office/drawing/2014/main" id="{25EDBF7A-49CD-3728-3616-9AE7DC3E734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419100" y="1051559"/>
            <a:ext cx="11315701" cy="102728"/>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0075" y="501830"/>
            <a:ext cx="10241280" cy="467820"/>
          </a:xfrm>
          <a:prstGeom prst="rect">
            <a:avLst/>
          </a:prstGeom>
          <a:noFill/>
        </p:spPr>
        <p:txBody>
          <a:bodyPr wrap="square" lIns="45720" tIns="18288" rIns="45720" bIns="18288" anchor="t">
            <a:spAutoFit/>
          </a:bodyPr>
          <a:lstStyle/>
          <a:p>
            <a:pPr algn="l"/>
            <a:r>
              <a:rPr lang="nl-NL" sz="2800" b="1"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Motivation</a:t>
            </a:r>
            <a:r>
              <a:rPr lang="nl-NL"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Understanding </a:t>
            </a:r>
            <a:r>
              <a:rPr lang="nl-NL"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The </a:t>
            </a:r>
            <a:r>
              <a:rPr sz="2800" b="1"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endParaRPr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7" name="Rounded Rectangle 6"/>
          <p:cNvSpPr/>
          <p:nvPr/>
        </p:nvSpPr>
        <p:spPr>
          <a:xfrm>
            <a:off x="502920" y="1371600"/>
            <a:ext cx="5532120" cy="4480560"/>
          </a:xfrm>
          <a:prstGeom prst="roundRect">
            <a:avLst>
              <a:gd name="adj" fmla="val 4000"/>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0075" y="1554480"/>
            <a:ext cx="5305425" cy="2971070"/>
          </a:xfrm>
          <a:prstGeom prst="rect">
            <a:avLst/>
          </a:prstGeom>
          <a:noFill/>
        </p:spPr>
        <p:txBody>
          <a:bodyPr wrap="square" lIns="45720" tIns="18288" rIns="45720" bIns="18288" anchor="t">
            <a:spAutoFit/>
          </a:bodyPr>
          <a:lstStyle/>
          <a:p>
            <a:pPr algn="l">
              <a:spcAft>
                <a:spcPts val="600"/>
              </a:spcAft>
            </a:pPr>
            <a:r>
              <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The setting</a:t>
            </a:r>
            <a:endParaRPr lang="nl-NL"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spcAft>
                <a:spcPts val="600"/>
              </a:spcAft>
            </a:pPr>
            <a:endPar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Long-lived, safety-critical systems evolve continuously.</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is captured by Interaction Models</a:t>
            </a:r>
            <a:r>
              <a:rPr lang="nl-NL"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ex: S</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cenario</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-specific sequence diagrams.</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In practice these diagrams drift with the code and become unreliable.</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Engineers must reconstruct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by hand</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slow, error-prone</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and</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expertise-dependent.</a:t>
            </a:r>
          </a:p>
          <a:p>
            <a:pPr algn="l"/>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Event-driven systems make this worse: async callbacks and pub/sub.</a:t>
            </a:r>
          </a:p>
        </p:txBody>
      </p:sp>
      <p:sp>
        <p:nvSpPr>
          <p:cNvPr id="9" name="Rounded Rectangle 8"/>
          <p:cNvSpPr/>
          <p:nvPr/>
        </p:nvSpPr>
        <p:spPr>
          <a:xfrm>
            <a:off x="6217920" y="1371600"/>
            <a:ext cx="5440680" cy="4480560"/>
          </a:xfrm>
          <a:prstGeom prst="roundRect">
            <a:avLst>
              <a:gd name="adj" fmla="val 4000"/>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572768"/>
            <a:ext cx="4937760" cy="252377"/>
          </a:xfrm>
          <a:prstGeom prst="rect">
            <a:avLst/>
          </a:prstGeom>
          <a:noFill/>
        </p:spPr>
        <p:txBody>
          <a:bodyPr wrap="square" lIns="45720" tIns="18288" rIns="45720" bIns="18288" anchor="t">
            <a:spAutoFit/>
          </a:bodyPr>
          <a:lstStyle/>
          <a:p>
            <a:pPr algn="l"/>
            <a:r>
              <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A REAL DEFECT THIS WOULD HAVE CAUGHT</a:t>
            </a:r>
          </a:p>
        </p:txBody>
      </p:sp>
      <p:sp>
        <p:nvSpPr>
          <p:cNvPr id="11" name="TextBox 10"/>
          <p:cNvSpPr txBox="1"/>
          <p:nvPr/>
        </p:nvSpPr>
        <p:spPr>
          <a:xfrm>
            <a:off x="6492240" y="2211705"/>
            <a:ext cx="5099684" cy="2145203"/>
          </a:xfrm>
          <a:prstGeom prst="rect">
            <a:avLst/>
          </a:prstGeom>
          <a:noFill/>
        </p:spPr>
        <p:txBody>
          <a:bodyPr wrap="square" lIns="45720" tIns="18288" rIns="45720" bIns="18288" anchor="t">
            <a:spAutoFit/>
          </a:bodyPr>
          <a:lstStyle/>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 stale proxy object was never </a:t>
            </a:r>
            <a:r>
              <a:rPr lang="nl-NL"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released</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reset call was missing from the connection-handling code.</a:t>
            </a:r>
          </a:p>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After a service restart, the system silently stopped delivering change-notification events.</a:t>
            </a:r>
          </a:p>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The fault was visible only by following an implicit chain of events that no interaction model showed.</a:t>
            </a:r>
          </a:p>
          <a:p>
            <a:pPr algn="l"/>
            <a:r>
              <a:rPr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  Diagnosing it meant manually re</a:t>
            </a:r>
            <a:r>
              <a:rPr lang="nl-NL"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constructing exactly the kind of model this thesis automates.</a:t>
            </a:r>
          </a:p>
        </p:txBody>
      </p:sp>
      <p:sp>
        <p:nvSpPr>
          <p:cNvPr id="12" name="TextBox 11"/>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3" name="TextBox 12"/>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3</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06F3F5D-1682-D458-C803-106301BA8B67}"/>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Recap: Original 5-Stage Methodology</a:t>
            </a:r>
          </a:p>
        </p:txBody>
      </p:sp>
      <p:sp>
        <p:nvSpPr>
          <p:cNvPr id="16" name="Content Placeholder 2">
            <a:extLst>
              <a:ext uri="{FF2B5EF4-FFF2-40B4-BE49-F238E27FC236}">
                <a16:creationId xmlns:a16="http://schemas.microsoft.com/office/drawing/2014/main" id="{1445DE22-E1B4-6806-2536-86B3ECD5D16B}"/>
              </a:ext>
            </a:extLst>
          </p:cNvPr>
          <p:cNvSpPr>
            <a:spLocks noGrp="1"/>
          </p:cNvSpPr>
          <p:nvPr>
            <p:ph sz="quarter" idx="10"/>
          </p:nvPr>
        </p:nvSpPr>
        <p:spPr>
          <a:xfrm>
            <a:off x="899160" y="1665962"/>
            <a:ext cx="10662363" cy="4475758"/>
          </a:xfrm>
        </p:spPr>
        <p:txBody>
          <a:bodyPr>
            <a:normAutofit/>
          </a:bodyPr>
          <a:lstStyle/>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 Definition → Static Analysis → Runtime Trace Collection → Hybrid Reconstruction → </a:t>
            </a:r>
            <a:r>
              <a:rPr lang="en-GB" b="1" noProof="0" dirty="0" err="1">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b="1" noProof="0" dirty="0">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 v2 Interaction Diagram</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Planned milestone by mid-semester:</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Complete static analysis (Weeks 4–7) and begin trace collection &amp; mapping (Weeks 7–10)</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Actual position today:</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 analysis complete + </a:t>
            </a:r>
            <a:r>
              <a:rPr lang="en-GB"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 output partially achieved ahead of schedule. </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in active progress.</a:t>
            </a:r>
          </a:p>
        </p:txBody>
      </p:sp>
      <p:sp>
        <p:nvSpPr>
          <p:cNvPr id="4" name="Slide Number Placeholder 3" hidden="1">
            <a:extLst>
              <a:ext uri="{FF2B5EF4-FFF2-40B4-BE49-F238E27FC236}">
                <a16:creationId xmlns:a16="http://schemas.microsoft.com/office/drawing/2014/main" id="{E4C4EB1B-2B25-68CB-53B8-5CAED68F0766}"/>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47</a:t>
            </a:fld>
            <a:endParaRPr lang="en-GB" sz="300" noProof="0" dirty="0"/>
          </a:p>
        </p:txBody>
      </p:sp>
      <p:sp>
        <p:nvSpPr>
          <p:cNvPr id="2" name="TextBox 1">
            <a:extLst>
              <a:ext uri="{FF2B5EF4-FFF2-40B4-BE49-F238E27FC236}">
                <a16:creationId xmlns:a16="http://schemas.microsoft.com/office/drawing/2014/main" id="{19ADC264-2B7A-AFEF-EBD9-B8E7CEB82BB6}"/>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3861186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882381-4F4F-82F0-2048-D44B3318155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71DCD3B-FE7B-B0EA-CB56-E6D8811BA538}"/>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Progress Against Original Timeline</a:t>
            </a:r>
          </a:p>
        </p:txBody>
      </p:sp>
      <p:sp>
        <p:nvSpPr>
          <p:cNvPr id="16" name="Content Placeholder 2">
            <a:extLst>
              <a:ext uri="{FF2B5EF4-FFF2-40B4-BE49-F238E27FC236}">
                <a16:creationId xmlns:a16="http://schemas.microsoft.com/office/drawing/2014/main" id="{3DD58E81-FD46-DD92-6E9D-40DFE8AB1657}"/>
              </a:ext>
            </a:extLst>
          </p:cNvPr>
          <p:cNvSpPr>
            <a:spLocks noGrp="1"/>
          </p:cNvSpPr>
          <p:nvPr>
            <p:ph sz="quarter" idx="10"/>
          </p:nvPr>
        </p:nvSpPr>
        <p:spPr>
          <a:xfrm>
            <a:off x="899160" y="1665962"/>
            <a:ext cx="10662363" cy="4475758"/>
          </a:xfrm>
        </p:spPr>
        <p:txBody>
          <a:bodyPr>
            <a:normAutofit/>
          </a:bodyPr>
          <a:lstStyle/>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Literature &amp; Scoping -- Done</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Static Analysis -- Done (evolved)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Trace Collection &amp; Mapping -- In progress</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Hybrid Reconstruction -- Not started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Modelling &amp; Evaluation -- Partially ahead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Writing -- Planned</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On track. One significant architectural evolution in the static analysis approach.</a:t>
            </a:r>
          </a:p>
        </p:txBody>
      </p:sp>
      <p:sp>
        <p:nvSpPr>
          <p:cNvPr id="4" name="Slide Number Placeholder 3" hidden="1">
            <a:extLst>
              <a:ext uri="{FF2B5EF4-FFF2-40B4-BE49-F238E27FC236}">
                <a16:creationId xmlns:a16="http://schemas.microsoft.com/office/drawing/2014/main" id="{579F5A82-2194-5E79-91B3-F04EB71A6E0E}"/>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48</a:t>
            </a:fld>
            <a:endParaRPr lang="en-GB" sz="300" noProof="0" dirty="0"/>
          </a:p>
        </p:txBody>
      </p:sp>
      <p:sp>
        <p:nvSpPr>
          <p:cNvPr id="2" name="TextBox 1">
            <a:extLst>
              <a:ext uri="{FF2B5EF4-FFF2-40B4-BE49-F238E27FC236}">
                <a16:creationId xmlns:a16="http://schemas.microsoft.com/office/drawing/2014/main" id="{D68AB90D-371D-680F-7352-86EC9DF88C3E}"/>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40214884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C3F0ED-B3C8-B9C0-2F50-AC77498E81B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860ADC2-31A7-0A21-6925-8755E0D00DAA}"/>
              </a:ext>
            </a:extLst>
          </p:cNvPr>
          <p:cNvSpPr>
            <a:spLocks noGrp="1"/>
          </p:cNvSpPr>
          <p:nvPr>
            <p:ph type="title"/>
          </p:nvPr>
        </p:nvSpPr>
        <p:spPr>
          <a:xfrm>
            <a:off x="899160" y="655320"/>
            <a:ext cx="10812676" cy="1010642"/>
          </a:xfrm>
        </p:spPr>
        <p:txBody>
          <a:bodyPr anchor="ctr">
            <a:normAutofit/>
          </a:bodyPr>
          <a:lstStyle/>
          <a:p>
            <a:r>
              <a:rPr lang="en-GB" sz="36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Changed: The Static Analysis Layer Evolved</a:t>
            </a:r>
          </a:p>
        </p:txBody>
      </p:sp>
      <p:sp>
        <p:nvSpPr>
          <p:cNvPr id="16" name="Content Placeholder 2">
            <a:extLst>
              <a:ext uri="{FF2B5EF4-FFF2-40B4-BE49-F238E27FC236}">
                <a16:creationId xmlns:a16="http://schemas.microsoft.com/office/drawing/2014/main" id="{C66F6BB6-1956-11F1-2A63-463DAEC4C019}"/>
              </a:ext>
            </a:extLst>
          </p:cNvPr>
          <p:cNvSpPr>
            <a:spLocks noGrp="1"/>
          </p:cNvSpPr>
          <p:nvPr>
            <p:ph sz="quarter" idx="10"/>
          </p:nvPr>
        </p:nvSpPr>
        <p:spPr>
          <a:xfrm>
            <a:off x="780789" y="1373060"/>
            <a:ext cx="10662363" cy="5010487"/>
          </a:xfrm>
        </p:spPr>
        <p:txBody>
          <a:bodyPr>
            <a:normAutofit fontScale="92500" lnSpcReduction="20000"/>
          </a:bodyPr>
          <a:lstStyle/>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Originally proposed: </a:t>
            </a: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dependency-based code slicing directly on C++ source</a:t>
            </a:r>
          </a:p>
          <a:p>
            <a:endParaRPr lang="en-GB" sz="9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was built instead:</a:t>
            </a: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The graph representation directly addresses RQ2 ("What intermediate property graph can integrate static call graphs and runtime events?") - it is the unified IR (Neo4j Property Graph) that both static slices and runtime trace events will be merged into. The agent skill layer also makes the pipeline query-able without hardcoding scenario-specific logic.</a:t>
            </a:r>
          </a:p>
        </p:txBody>
      </p:sp>
      <p:sp>
        <p:nvSpPr>
          <p:cNvPr id="4" name="Slide Number Placeholder 3" hidden="1">
            <a:extLst>
              <a:ext uri="{FF2B5EF4-FFF2-40B4-BE49-F238E27FC236}">
                <a16:creationId xmlns:a16="http://schemas.microsoft.com/office/drawing/2014/main" id="{CE8942C9-5D98-B897-A28B-57A78EEDAA99}"/>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49</a:t>
            </a:fld>
            <a:endParaRPr lang="en-GB" sz="300" noProof="0" dirty="0"/>
          </a:p>
        </p:txBody>
      </p:sp>
      <p:graphicFrame>
        <p:nvGraphicFramePr>
          <p:cNvPr id="5" name="Diagram 4">
            <a:extLst>
              <a:ext uri="{FF2B5EF4-FFF2-40B4-BE49-F238E27FC236}">
                <a16:creationId xmlns:a16="http://schemas.microsoft.com/office/drawing/2014/main" id="{422F13A0-055C-C0D6-D800-750F37B01D59}"/>
              </a:ext>
            </a:extLst>
          </p:cNvPr>
          <p:cNvGraphicFramePr/>
          <p:nvPr>
            <p:extLst>
              <p:ext uri="{D42A27DB-BD31-4B8C-83A1-F6EECF244321}">
                <p14:modId xmlns:p14="http://schemas.microsoft.com/office/powerpoint/2010/main" val="3968101522"/>
              </p:ext>
            </p:extLst>
          </p:nvPr>
        </p:nvGraphicFramePr>
        <p:xfrm>
          <a:off x="748848" y="2537145"/>
          <a:ext cx="10812676" cy="25233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C590F411-9C7E-E474-7238-B3BFF049A141}"/>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19473113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AD6A172-E7FC-806E-4794-D7BDEFA5093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CF249AF-0972-1AE7-0D91-7C1165EC4D2F}"/>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Progress Against Original Timeline</a:t>
            </a:r>
          </a:p>
        </p:txBody>
      </p:sp>
      <p:sp>
        <p:nvSpPr>
          <p:cNvPr id="16" name="Content Placeholder 2">
            <a:extLst>
              <a:ext uri="{FF2B5EF4-FFF2-40B4-BE49-F238E27FC236}">
                <a16:creationId xmlns:a16="http://schemas.microsoft.com/office/drawing/2014/main" id="{C349D8F0-71DE-E5A3-81DF-1538F35A28F0}"/>
              </a:ext>
            </a:extLst>
          </p:cNvPr>
          <p:cNvSpPr>
            <a:spLocks noGrp="1"/>
          </p:cNvSpPr>
          <p:nvPr>
            <p:ph sz="quarter" idx="10"/>
          </p:nvPr>
        </p:nvSpPr>
        <p:spPr>
          <a:xfrm>
            <a:off x="899160" y="1665962"/>
            <a:ext cx="10662363" cy="4475758"/>
          </a:xfrm>
        </p:spPr>
        <p:txBody>
          <a:bodyPr>
            <a:normAutofit/>
          </a:bodyPr>
          <a:lstStyle/>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Literature &amp; Scoping -- Done</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Static Analysis -- Done (evolved)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Trace Collection &amp; Mapping -- In progress</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Hybrid Reconstruction -- Not started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Modelling &amp; Evaluation -- Partially ahead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Writing -- Planned</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On track. One significant architectural evolution in the static analysis approach.</a:t>
            </a:r>
          </a:p>
        </p:txBody>
      </p:sp>
      <p:sp>
        <p:nvSpPr>
          <p:cNvPr id="4" name="Slide Number Placeholder 3" hidden="1">
            <a:extLst>
              <a:ext uri="{FF2B5EF4-FFF2-40B4-BE49-F238E27FC236}">
                <a16:creationId xmlns:a16="http://schemas.microsoft.com/office/drawing/2014/main" id="{D88D29D8-7286-4204-05F7-9CF7B9B47EAE}"/>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50</a:t>
            </a:fld>
            <a:endParaRPr lang="en-GB" sz="300" noProof="0" dirty="0"/>
          </a:p>
        </p:txBody>
      </p:sp>
      <p:sp>
        <p:nvSpPr>
          <p:cNvPr id="2" name="TextBox 1">
            <a:extLst>
              <a:ext uri="{FF2B5EF4-FFF2-40B4-BE49-F238E27FC236}">
                <a16:creationId xmlns:a16="http://schemas.microsoft.com/office/drawing/2014/main" id="{64D7FD2E-AF73-69A6-413E-C975DA074554}"/>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8332243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432263-9105-2C3C-E1DE-C8DE23A416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4EF7C2-0A83-AEB6-A684-B69E839F2A96}"/>
              </a:ext>
            </a:extLst>
          </p:cNvPr>
          <p:cNvSpPr>
            <a:spLocks noGrp="1"/>
          </p:cNvSpPr>
          <p:nvPr>
            <p:ph type="title"/>
          </p:nvPr>
        </p:nvSpPr>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Evaluation &amp; Expected Outcomes</a:t>
            </a:r>
          </a:p>
        </p:txBody>
      </p:sp>
      <p:sp>
        <p:nvSpPr>
          <p:cNvPr id="4" name="Slide Number Placeholder 3">
            <a:extLst>
              <a:ext uri="{FF2B5EF4-FFF2-40B4-BE49-F238E27FC236}">
                <a16:creationId xmlns:a16="http://schemas.microsoft.com/office/drawing/2014/main" id="{CF516A9F-E954-9B54-5B63-FC9AC8251B42}"/>
              </a:ext>
            </a:extLst>
          </p:cNvPr>
          <p:cNvSpPr>
            <a:spLocks noGrp="1"/>
          </p:cNvSpPr>
          <p:nvPr>
            <p:ph type="sldNum" sz="quarter" idx="4"/>
          </p:nvPr>
        </p:nvSpPr>
        <p:spPr/>
        <p:txBody>
          <a:bodyPr/>
          <a:lstStyle/>
          <a:p>
            <a:fld id="{B5CEABB6-07DC-46E8-9B57-56EC44A396E5}" type="slidenum">
              <a:rPr lang="en-GB" noProof="0" smtClean="0"/>
              <a:pPr/>
              <a:t>51</a:t>
            </a:fld>
            <a:endParaRPr lang="en-GB" noProof="0" dirty="0"/>
          </a:p>
        </p:txBody>
      </p:sp>
      <p:graphicFrame>
        <p:nvGraphicFramePr>
          <p:cNvPr id="3" name="Table 11">
            <a:extLst>
              <a:ext uri="{FF2B5EF4-FFF2-40B4-BE49-F238E27FC236}">
                <a16:creationId xmlns:a16="http://schemas.microsoft.com/office/drawing/2014/main" id="{618F5EC6-9237-BD09-C34B-6AF719222C85}"/>
              </a:ext>
            </a:extLst>
          </p:cNvPr>
          <p:cNvGraphicFramePr>
            <a:graphicFrameLocks/>
          </p:cNvGraphicFramePr>
          <p:nvPr>
            <p:extLst>
              <p:ext uri="{D42A27DB-BD31-4B8C-83A1-F6EECF244321}">
                <p14:modId xmlns:p14="http://schemas.microsoft.com/office/powerpoint/2010/main" val="2725888204"/>
              </p:ext>
            </p:extLst>
          </p:nvPr>
        </p:nvGraphicFramePr>
        <p:xfrm>
          <a:off x="849497" y="2186073"/>
          <a:ext cx="10493001" cy="1957954"/>
        </p:xfrm>
        <a:graphic>
          <a:graphicData uri="http://schemas.openxmlformats.org/drawingml/2006/table">
            <a:tbl>
              <a:tblPr firstRow="1" bandRow="1">
                <a:tableStyleId>{5FD0F851-EC5A-4D38-B0AD-8093EC10F338}</a:tableStyleId>
              </a:tblPr>
              <a:tblGrid>
                <a:gridCol w="3417349">
                  <a:extLst>
                    <a:ext uri="{9D8B030D-6E8A-4147-A177-3AD203B41FA5}">
                      <a16:colId xmlns:a16="http://schemas.microsoft.com/office/drawing/2014/main" val="3233966979"/>
                    </a:ext>
                  </a:extLst>
                </a:gridCol>
                <a:gridCol w="3316134">
                  <a:extLst>
                    <a:ext uri="{9D8B030D-6E8A-4147-A177-3AD203B41FA5}">
                      <a16:colId xmlns:a16="http://schemas.microsoft.com/office/drawing/2014/main" val="1427916659"/>
                    </a:ext>
                  </a:extLst>
                </a:gridCol>
                <a:gridCol w="3759518">
                  <a:extLst>
                    <a:ext uri="{9D8B030D-6E8A-4147-A177-3AD203B41FA5}">
                      <a16:colId xmlns:a16="http://schemas.microsoft.com/office/drawing/2014/main" val="1158840958"/>
                    </a:ext>
                  </a:extLst>
                </a:gridCol>
              </a:tblGrid>
              <a:tr h="4365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Trace-Only Approach </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Static-Only Approach </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Hybrid Approach</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590700"/>
                  </a:ext>
                </a:extLst>
              </a:tr>
              <a:tr h="760689">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(from traces alone)</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(from static code alone)</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(Trace enriched with static code)</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0826746"/>
                  </a:ext>
                </a:extLst>
              </a:tr>
              <a:tr h="7606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Incomplete flow</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Over-approximation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More complete flow</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21589815"/>
                  </a:ext>
                </a:extLst>
              </a:tr>
            </a:tbl>
          </a:graphicData>
        </a:graphic>
      </p:graphicFrame>
      <p:sp>
        <p:nvSpPr>
          <p:cNvPr id="8" name="TextBox 7">
            <a:extLst>
              <a:ext uri="{FF2B5EF4-FFF2-40B4-BE49-F238E27FC236}">
                <a16:creationId xmlns:a16="http://schemas.microsoft.com/office/drawing/2014/main" id="{72135843-6E30-2E41-5C48-4108864AD894}"/>
              </a:ext>
            </a:extLst>
          </p:cNvPr>
          <p:cNvSpPr txBox="1"/>
          <p:nvPr/>
        </p:nvSpPr>
        <p:spPr>
          <a:xfrm>
            <a:off x="916169" y="4917626"/>
            <a:ext cx="6096000" cy="1015663"/>
          </a:xfrm>
          <a:prstGeom prst="rect">
            <a:avLst/>
          </a:prstGeom>
          <a:noFill/>
        </p:spPr>
        <p:txBody>
          <a:bodyPr wrap="square">
            <a:spAutoFit/>
          </a:bodyPr>
          <a:lstStyle/>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Prototype implementation</a:t>
            </a:r>
          </a:p>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a:t>
            </a:r>
            <a:r>
              <a:rPr lang="en-GB" sz="2000" noProof="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v2 diagrams</a:t>
            </a:r>
          </a:p>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Comparative evaluation results</a:t>
            </a:r>
          </a:p>
        </p:txBody>
      </p:sp>
      <p:sp>
        <p:nvSpPr>
          <p:cNvPr id="2" name="Footer Placeholder 1">
            <a:extLst>
              <a:ext uri="{FF2B5EF4-FFF2-40B4-BE49-F238E27FC236}">
                <a16:creationId xmlns:a16="http://schemas.microsoft.com/office/drawing/2014/main" id="{CBB05CDD-072B-1444-F76E-12039D108A81}"/>
              </a:ext>
            </a:extLst>
          </p:cNvPr>
          <p:cNvSpPr>
            <a:spLocks noGrp="1"/>
          </p:cNvSpPr>
          <p:nvPr>
            <p:ph type="ftr" sz="quarter" idx="3"/>
          </p:nvPr>
        </p:nvSpPr>
        <p:spPr/>
        <p:txBody>
          <a:bodyPr/>
          <a:lstStyle/>
          <a:p>
            <a:r>
              <a:rPr lang="en-US"/>
              <a:t>Hybrid Static–Trace Interaction Model Synthesis  ·  Prathik Anand Krishnan  ·  UvA  ·  TNO-ESI /</a:t>
            </a:r>
            <a:endParaRPr lang="en-US" dirty="0"/>
          </a:p>
        </p:txBody>
      </p:sp>
    </p:spTree>
    <p:extLst>
      <p:ext uri="{BB962C8B-B14F-4D97-AF65-F5344CB8AC3E}">
        <p14:creationId xmlns:p14="http://schemas.microsoft.com/office/powerpoint/2010/main" val="22121531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1039863-1334-69B2-98D8-71AE5E19997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5C87862-358F-1349-F402-1FBDC5323204}"/>
              </a:ext>
            </a:extLst>
          </p:cNvPr>
          <p:cNvSpPr>
            <a:spLocks noGrp="1"/>
          </p:cNvSpPr>
          <p:nvPr>
            <p:ph type="title"/>
          </p:nvPr>
        </p:nvSpPr>
        <p:spPr>
          <a:xfrm>
            <a:off x="835980" y="630776"/>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Planning &amp; Feasibility</a:t>
            </a:r>
          </a:p>
        </p:txBody>
      </p:sp>
      <p:sp>
        <p:nvSpPr>
          <p:cNvPr id="10" name="Content Placeholder 9">
            <a:extLst>
              <a:ext uri="{FF2B5EF4-FFF2-40B4-BE49-F238E27FC236}">
                <a16:creationId xmlns:a16="http://schemas.microsoft.com/office/drawing/2014/main" id="{4477682C-AE9B-05BC-9FD4-A1E6EE10F3DF}"/>
              </a:ext>
            </a:extLst>
          </p:cNvPr>
          <p:cNvSpPr>
            <a:spLocks noGrp="1"/>
          </p:cNvSpPr>
          <p:nvPr>
            <p:ph sz="quarter" idx="11"/>
          </p:nvPr>
        </p:nvSpPr>
        <p:spPr>
          <a:xfrm>
            <a:off x="914399" y="2392678"/>
            <a:ext cx="7277494" cy="3046587"/>
          </a:xfrm>
        </p:spPr>
        <p:txBody>
          <a:bodyPr>
            <a:normAutofit/>
          </a:bodyPr>
          <a:lstStyle/>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	Literature &amp; Scoping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	Static Analysis</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	Trace Collection &amp; Mapping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	Hybrid </a:t>
            </a:r>
            <a:r>
              <a:rPr lang="en-GB" sz="20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Modeling</a:t>
            </a: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&amp; Evaluation</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 	Writing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	Buffer</a:t>
            </a:r>
          </a:p>
        </p:txBody>
      </p:sp>
      <p:sp>
        <p:nvSpPr>
          <p:cNvPr id="3" name="Slide Number Placeholder 2">
            <a:extLst>
              <a:ext uri="{FF2B5EF4-FFF2-40B4-BE49-F238E27FC236}">
                <a16:creationId xmlns:a16="http://schemas.microsoft.com/office/drawing/2014/main" id="{BD83182D-8F63-E16F-3C49-55E086CB912C}"/>
              </a:ext>
            </a:extLst>
          </p:cNvPr>
          <p:cNvSpPr>
            <a:spLocks noGrp="1"/>
          </p:cNvSpPr>
          <p:nvPr>
            <p:ph type="sldNum" sz="quarter" idx="4"/>
          </p:nvPr>
        </p:nvSpPr>
        <p:spPr>
          <a:xfrm>
            <a:off x="8534400" y="6121252"/>
            <a:ext cx="2743200" cy="365125"/>
          </a:xfrm>
        </p:spPr>
        <p:txBody>
          <a:bodyPr/>
          <a:lstStyle/>
          <a:p>
            <a:fld id="{B5CEABB6-07DC-46E8-9B57-56EC44A396E5}" type="slidenum">
              <a:rPr lang="en-GB" noProof="0" smtClean="0"/>
              <a:pPr/>
              <a:t>52</a:t>
            </a:fld>
            <a:endParaRPr lang="en-GB" noProof="0" dirty="0"/>
          </a:p>
        </p:txBody>
      </p:sp>
      <p:sp>
        <p:nvSpPr>
          <p:cNvPr id="2" name="Footer Placeholder 1">
            <a:extLst>
              <a:ext uri="{FF2B5EF4-FFF2-40B4-BE49-F238E27FC236}">
                <a16:creationId xmlns:a16="http://schemas.microsoft.com/office/drawing/2014/main" id="{74072CD4-3AB6-3D14-94C9-3543CC54F30B}"/>
              </a:ext>
            </a:extLst>
          </p:cNvPr>
          <p:cNvSpPr>
            <a:spLocks noGrp="1"/>
          </p:cNvSpPr>
          <p:nvPr>
            <p:ph type="ftr" sz="quarter" idx="3"/>
          </p:nvPr>
        </p:nvSpPr>
        <p:spPr/>
        <p:txBody>
          <a:bodyPr/>
          <a:lstStyle/>
          <a:p>
            <a:r>
              <a:rPr lang="en-US"/>
              <a:t>Hybrid Static–Trace Interaction Model Synthesis  ·  Prathik Anand Krishnan  ·  UvA  ·  TNO-ESI /</a:t>
            </a:r>
            <a:endParaRPr lang="en-US" dirty="0"/>
          </a:p>
        </p:txBody>
      </p:sp>
    </p:spTree>
    <p:extLst>
      <p:ext uri="{BB962C8B-B14F-4D97-AF65-F5344CB8AC3E}">
        <p14:creationId xmlns:p14="http://schemas.microsoft.com/office/powerpoint/2010/main" val="24738096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C7AD4E3-5FA5-1E2F-B9AE-F34C3844A0BB}"/>
              </a:ext>
            </a:extLst>
          </p:cNvPr>
          <p:cNvSpPr>
            <a:spLocks noGrp="1"/>
          </p:cNvSpPr>
          <p:nvPr>
            <p:ph type="title"/>
          </p:nvPr>
        </p:nvSpPr>
        <p:spPr>
          <a:xfrm>
            <a:off x="899160" y="655320"/>
            <a:ext cx="10812676" cy="1010642"/>
          </a:xfrm>
        </p:spPr>
        <p:txBody>
          <a:bodyPr anchor="ctr">
            <a:noAutofit/>
          </a:bodyPr>
          <a:lstStyle/>
          <a:p>
            <a:r>
              <a:rPr lang="en-GB" sz="3200" dirty="0">
                <a:latin typeface="Sans Serif Collection" panose="020B0502040504020204" pitchFamily="34" charset="0"/>
                <a:ea typeface="Sans Serif Collection" panose="020B0502040504020204" pitchFamily="34" charset="0"/>
                <a:cs typeface="Sans Serif Collection" panose="020B0502040504020204" pitchFamily="34" charset="0"/>
              </a:rPr>
              <a:t>References</a:t>
            </a:r>
            <a:endParaRPr lang="en-GB" sz="32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6" name="Content Placeholder 2">
            <a:extLst>
              <a:ext uri="{FF2B5EF4-FFF2-40B4-BE49-F238E27FC236}">
                <a16:creationId xmlns:a16="http://schemas.microsoft.com/office/drawing/2014/main" id="{93FCB616-61BD-05E7-8A4A-17019134E94B}"/>
              </a:ext>
            </a:extLst>
          </p:cNvPr>
          <p:cNvSpPr>
            <a:spLocks noGrp="1"/>
          </p:cNvSpPr>
          <p:nvPr>
            <p:ph sz="quarter" idx="10"/>
          </p:nvPr>
        </p:nvSpPr>
        <p:spPr>
          <a:xfrm>
            <a:off x="899160" y="1665962"/>
            <a:ext cx="10662363" cy="4475758"/>
          </a:xfrm>
        </p:spPr>
        <p:txBody>
          <a:bodyPr>
            <a:normAutofit/>
          </a:bodyPr>
          <a:lstStyle/>
          <a:p>
            <a:pPr>
              <a:lnSpc>
                <a:spcPct val="110000"/>
              </a:lnSpc>
            </a:pPr>
            <a:r>
              <a:rPr b="1"/>
              <a:t>References used on Slide 4 (State of the Art &amp; Research Gap):</a:t>
            </a:r>
          </a:p>
          <a:p>
            <a:r>
              <a:t>[1] Cornelissen, B., Zaidman, A., van Deursen, A., Moonen, L., Koschke, R. "A Systematic Survey of Program Comprehension through Dynamic Analysis." IEEE Transactions on Software Engineering, 35(5), 684–702, 2009.</a:t>
            </a:r>
          </a:p>
          <a:p>
            <a:r>
              <a:t>[2] Systä, T. "Static and Dynamic Reverse Engineering Techniques for Java Software Systems." University of Tampere, Dept. of Computer Science, 2000.</a:t>
            </a:r>
          </a:p>
          <a:p>
            <a:r>
              <a:t>[3] Labiche, Y., Kolbah, B., Mehrfard, H. "Combining Static and Dynamic Analyses to Reverse-Engineer Scenario Diagrams." Proc. 29th IEEE International Conference on Software Maintenance (ICSM), 130–139, 2013.</a:t>
            </a:r>
          </a:p>
        </p:txBody>
      </p:sp>
      <p:sp>
        <p:nvSpPr>
          <p:cNvPr id="4" name="Slide Number Placeholder 3" hidden="1">
            <a:extLst>
              <a:ext uri="{FF2B5EF4-FFF2-40B4-BE49-F238E27FC236}">
                <a16:creationId xmlns:a16="http://schemas.microsoft.com/office/drawing/2014/main" id="{50F477AE-4813-41AF-CB0D-04D712761363}"/>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53</a:t>
            </a:fld>
            <a:endParaRPr lang="en-GB" sz="300" noProof="0" dirty="0"/>
          </a:p>
        </p:txBody>
      </p:sp>
      <p:sp>
        <p:nvSpPr>
          <p:cNvPr id="3" name="TextBox 2">
            <a:extLst>
              <a:ext uri="{FF2B5EF4-FFF2-40B4-BE49-F238E27FC236}">
                <a16:creationId xmlns:a16="http://schemas.microsoft.com/office/drawing/2014/main" id="{17163299-8776-5CA6-6D1E-C13CF8C91DA2}"/>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endParaRPr/>
          </a:p>
        </p:txBody>
      </p:sp>
      <p:sp>
        <p:nvSpPr>
          <p:cNvPr id="5" name="TextBox 4">
            <a:extLst>
              <a:ext uri="{FF2B5EF4-FFF2-40B4-BE49-F238E27FC236}">
                <a16:creationId xmlns:a16="http://schemas.microsoft.com/office/drawing/2014/main" id="{338FC515-45F7-4C71-ECF0-456C813F769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theme/theme1.xml><?xml version="1.0" encoding="utf-8"?>
<a:theme xmlns:a="http://schemas.openxmlformats.org/drawingml/2006/main" name="Custom">
  <a:themeElements>
    <a:clrScheme name="Custom 77">
      <a:dk1>
        <a:sysClr val="windowText" lastClr="000000"/>
      </a:dk1>
      <a:lt1>
        <a:sysClr val="window" lastClr="FFFFFF"/>
      </a:lt1>
      <a:dk2>
        <a:srgbClr val="44546A"/>
      </a:dk2>
      <a:lt2>
        <a:srgbClr val="E7E6E6"/>
      </a:lt2>
      <a:accent1>
        <a:srgbClr val="FFB09D"/>
      </a:accent1>
      <a:accent2>
        <a:srgbClr val="FFD7C7"/>
      </a:accent2>
      <a:accent3>
        <a:srgbClr val="FFE9E0"/>
      </a:accent3>
      <a:accent4>
        <a:srgbClr val="55736D"/>
      </a:accent4>
      <a:accent5>
        <a:srgbClr val="88A88E"/>
      </a:accent5>
      <a:accent6>
        <a:srgbClr val="E6FFFB"/>
      </a:accent6>
      <a:hlink>
        <a:srgbClr val="0563C1"/>
      </a:hlink>
      <a:folHlink>
        <a:srgbClr val="954F72"/>
      </a:folHlink>
    </a:clrScheme>
    <a:fontScheme name="Custom 116">
      <a:majorFont>
        <a:latin typeface="Bodoni MT"/>
        <a:ea typeface=""/>
        <a:cs typeface=""/>
      </a:majorFont>
      <a:minorFont>
        <a:latin typeface="Sourc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6722518_win32_SD_v11" id="{6E195932-91F4-4861-8538-848409B20D97}" vid="{F5C82CE7-F5AC-4E30-975C-FD228ED220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2E4FA29-61E2-42A6-9537-732ED628B6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F796806-D3A7-49C6-9335-B8A0B9307F8E}">
  <ds:schemaRefs>
    <ds:schemaRef ds:uri="http://schemas.microsoft.com/sharepoint/v3/contenttype/forms"/>
  </ds:schemaRefs>
</ds:datastoreItem>
</file>

<file path=customXml/itemProps3.xml><?xml version="1.0" encoding="utf-8"?>
<ds:datastoreItem xmlns:ds="http://schemas.openxmlformats.org/officeDocument/2006/customXml" ds:itemID="{337CDA33-9251-49D0-A51A-7888AA3E0635}">
  <ds:schemaRefs>
    <ds:schemaRef ds:uri="http://schemas.microsoft.com/office/2006/metadata/properties"/>
    <ds:schemaRef ds:uri="http://purl.org/dc/dcmitype/"/>
    <ds:schemaRef ds:uri="http://schemas.microsoft.com/office/2006/documentManagement/types"/>
    <ds:schemaRef ds:uri="71af3243-3dd4-4a8d-8c0d-dd76da1f02a5"/>
    <ds:schemaRef ds:uri="230e9df3-be65-4c73-a93b-d1236ebd677e"/>
    <ds:schemaRef ds:uri="http://schemas.openxmlformats.org/package/2006/metadata/core-properties"/>
    <ds:schemaRef ds:uri="http://purl.org/dc/elements/1.1/"/>
    <ds:schemaRef ds:uri="16c05727-aa75-4e4a-9b5f-8a80a1165891"/>
    <ds:schemaRef ds:uri="http://www.w3.org/XML/1998/namespace"/>
    <ds:schemaRef ds:uri="http://schemas.microsoft.com/office/infopath/2007/PartnerControls"/>
    <ds:schemaRef ds:uri="http://schemas.microsoft.com/sharepoint/v3"/>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Light sales pitch presentation</Template>
  <TotalTime>5641</TotalTime>
  <Words>10319</Words>
  <Application>Microsoft Office PowerPoint</Application>
  <PresentationFormat>Widescreen</PresentationFormat>
  <Paragraphs>1062</Paragraphs>
  <Slides>53</Slides>
  <Notes>19</Notes>
  <HiddenSlides>12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Arial</vt:lpstr>
      <vt:lpstr>Bodoni MT</vt:lpstr>
      <vt:lpstr>Calibri</vt:lpstr>
      <vt:lpstr>Consolas</vt:lpstr>
      <vt:lpstr>Sans Serif Collection</vt:lpstr>
      <vt:lpstr>SFMono-Regular</vt:lpstr>
      <vt:lpstr>Source Sans Pro Light</vt:lpstr>
      <vt:lpstr>Custom</vt:lpstr>
      <vt:lpstr>Hybrid Static–Trace Analysis for Synthesizing Interaction Diagrams in Event-Driven Systems</vt:lpstr>
      <vt:lpstr>PowerPoint Presentation</vt:lpstr>
      <vt:lpstr>Problem Statement &amp; Motivation</vt:lpstr>
      <vt:lpstr>Sate of the art</vt:lpstr>
      <vt:lpstr>Research Gap</vt:lpstr>
      <vt:lpstr>Research Questions</vt:lpstr>
      <vt:lpstr>Codebase Selected: CpsCore [9]</vt:lpstr>
      <vt:lpstr>Approach: Agent Skill Pipeline</vt:lpstr>
      <vt:lpstr>Four Evaluation Scenarios were Selected</vt:lpstr>
      <vt:lpstr>Reference Diagrams - Ground Truths</vt:lpstr>
      <vt:lpstr>Ground Truth Explanation</vt:lpstr>
      <vt:lpstr>Methodology - The Hybrid Pipeline </vt:lpstr>
      <vt:lpstr>Stage 1 : Static Extraction: C++ → Property Graph</vt:lpstr>
      <vt:lpstr>Stage 2 : Scenario Specific Code Graph Query: Property Graph → S1 Subgraph</vt:lpstr>
      <vt:lpstr>Stage 3 : Global Code Graph Query: Property Graph → Global Trace Subgraph</vt:lpstr>
      <vt:lpstr>Stage 4 : Guided Trace Instrumentation &amp; Runtime Tracing</vt:lpstr>
      <vt:lpstr>Stage 5 : Union and Tagging: Static + Dynamic → Elements</vt:lpstr>
      <vt:lpstr>Stage 6 : SysML v2 Generation: Elements → Scenario Diagram</vt:lpstr>
      <vt:lpstr>H1 Experiment Design</vt:lpstr>
      <vt:lpstr>H1 – Metrics Calculations for Scenario 1</vt:lpstr>
      <vt:lpstr>H1 – Metrics Calculations for Scenario 1</vt:lpstr>
      <vt:lpstr>H1 – Metrics Calculations for Scenario 1</vt:lpstr>
      <vt:lpstr>H1 – Metrics Calculations for Scenario 1</vt:lpstr>
      <vt:lpstr>H1 – Metrics Calculations for Scenario 1</vt:lpstr>
      <vt:lpstr>H1 – Metrics Calculations for Scenario 1</vt:lpstr>
      <vt:lpstr>H1 Results: Precision / Recall / F1</vt:lpstr>
      <vt:lpstr>H1 Interpretation — Why the Numbers Look This Way</vt:lpstr>
      <vt:lpstr>Scenario 1 - Outputs</vt:lpstr>
      <vt:lpstr>Scenario 2 - Outputs</vt:lpstr>
      <vt:lpstr>Scenario 3 - Outputs</vt:lpstr>
      <vt:lpstr>Scenario 4 - Outputs</vt:lpstr>
      <vt:lpstr>H2 Experiment</vt:lpstr>
      <vt:lpstr>H2 Results in Detail: Noise, Coverage &amp; Expert Ratings</vt:lpstr>
      <vt:lpstr>H3 Setup &amp; Results : Diagram Utility</vt:lpstr>
      <vt:lpstr>What Was Produced: SysML v2 Artifacts</vt:lpstr>
      <vt:lpstr>Trace Collection &amp; Practitioner Validation</vt:lpstr>
      <vt:lpstr>Research Questions: Where Each Stands</vt:lpstr>
      <vt:lpstr>Challenges Encountered &amp; How They Were Resolved</vt:lpstr>
      <vt:lpstr>Overall Summary</vt:lpstr>
      <vt:lpstr>[1] Hamou-Lhadj, A., Lethbridge, T. C. "Summarizing the Content of Large Traces to Facilitate the Understanding of the Behaviour of a Software System." Proc. IEEE International Conference on Program Comprehension (ICPC), 181–190, 2006.  [2] Egyed, A. "A Scenario-Driven Approach to Trace Dependency Analysis." IEEE Transactions on Software Engineering, 29(2), 116–132, 2003.  [3] Ducasse, S., Lanza, M. "The Class Blueprint: Visually Supporting the Understanding of Classes." IEEE Transactions on Software Engineering, 31, 2005.  [4] Santos, A., Cunha, A., Macedo, N. "Static-Time Extraction and Analysis of the ROS Computation Graph." 2019 Third IEEE International Conference on Robotic Computing (IRC), 62–69, 2019.  [5] Systä, T. "Static and Dynamic Reverse Engineering Techniques for Java Software Systems." University of Tampere, Dept. of Computer Science, 2000.  [5] Helm, D., Keidel, S., Kampkötter, A., Düsing, J., Roth, T., Hermann, B., Mezini, M. "Total Recall? How Good Are Static Call Graphs Really?" Proc. 33rd ACM SIGSOFT ISSTA, 2024.  [6] Labiche, Y., Kolbah, B., Mehrfard, H. "Combining Static and Dynamic Analyses to Reverse-Engineer Scenario Diagrams." Proc. 29th IEEE International Conference on Software Maintenance (ICSM), 130–139, 2013.  [7] Kienle, H. M., Müller, H. A. "Requirements of Architecture Reconstruction Tools." Architectures for Adaptive Software Systems (LNCS), 1–22, 2009.  [8] Manning, C. D., Raghavan, P., Schütze, H. Introduction to Information Retrieval. Cambridge University Press, 2008.  [9] Theile, M., Dantsker, O. D., Nai, R., Caccamo, M., Yu, S. "uavAP: A Modular Autopilot Framework for UAVs." AIAA AVIATION 2020 Forum, 3268, 2020. (CPSCore, the case study framework) </vt:lpstr>
      <vt:lpstr>Thank you! </vt:lpstr>
      <vt:lpstr>Methodology - The Hybrid Pipeline </vt:lpstr>
      <vt:lpstr>Whole Pipeline Summary</vt:lpstr>
      <vt:lpstr>Research Questions &amp; Goal</vt:lpstr>
      <vt:lpstr>Example Output: The S4 Dual-Gap, Recovered</vt:lpstr>
      <vt:lpstr>PowerPoint Presentation</vt:lpstr>
      <vt:lpstr>Recap: Original 5-Stage Methodology</vt:lpstr>
      <vt:lpstr>Progress Against Original Timeline</vt:lpstr>
      <vt:lpstr>What Changed: The Static Analysis Layer Evolved</vt:lpstr>
      <vt:lpstr>Progress Against Original Timeline</vt:lpstr>
      <vt:lpstr>Evaluation &amp; Expected Outcomes</vt:lpstr>
      <vt:lpstr>Planning &amp; Feasibility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Prathik Anand Krishnan</dc:creator>
  <cp:lastModifiedBy>Prathik Anand Krishnan</cp:lastModifiedBy>
  <cp:revision>61</cp:revision>
  <dcterms:created xsi:type="dcterms:W3CDTF">2026-01-24T15:38:06Z</dcterms:created>
  <dcterms:modified xsi:type="dcterms:W3CDTF">2026-07-20T23:44:34Z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