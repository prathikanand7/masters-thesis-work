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65_67511C01.xml" ContentType="application/vnd.ms-powerpoint.comments+xml"/>
  <Override PartName="/ppt/notesSlides/notesSlide4.xml" ContentType="application/vnd.openxmlformats-officedocument.presentationml.notesSlide+xml"/>
  <Override PartName="/ppt/comments/modernComment_15D_52A0B324.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7B_0.xml" ContentType="application/vnd.ms-powerpoint.comments+xml"/>
  <Override PartName="/ppt/notesSlides/notesSlide7.xml" ContentType="application/vnd.openxmlformats-officedocument.presentationml.notesSlide+xml"/>
  <Override PartName="/ppt/comments/modernComment_17C_0.xml" ContentType="application/vnd.ms-powerpoint.comments+xml"/>
  <Override PartName="/ppt/comments/modernComment_187_F649CF62.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67_90842B7A.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4"/>
  </p:notesMasterIdLst>
  <p:handoutMasterIdLst>
    <p:handoutMasterId r:id="rId45"/>
  </p:handoutMasterIdLst>
  <p:sldIdLst>
    <p:sldId id="346" r:id="rId5"/>
    <p:sldId id="257" r:id="rId6"/>
    <p:sldId id="357" r:id="rId7"/>
    <p:sldId id="349" r:id="rId8"/>
    <p:sldId id="390" r:id="rId9"/>
    <p:sldId id="361" r:id="rId10"/>
    <p:sldId id="370" r:id="rId11"/>
    <p:sldId id="379" r:id="rId12"/>
    <p:sldId id="392" r:id="rId13"/>
    <p:sldId id="393" r:id="rId14"/>
    <p:sldId id="380" r:id="rId15"/>
    <p:sldId id="398" r:id="rId16"/>
    <p:sldId id="394" r:id="rId17"/>
    <p:sldId id="400" r:id="rId18"/>
    <p:sldId id="401" r:id="rId19"/>
    <p:sldId id="391" r:id="rId20"/>
    <p:sldId id="381" r:id="rId21"/>
    <p:sldId id="386" r:id="rId22"/>
    <p:sldId id="387" r:id="rId23"/>
    <p:sldId id="388" r:id="rId24"/>
    <p:sldId id="389" r:id="rId25"/>
    <p:sldId id="382" r:id="rId26"/>
    <p:sldId id="383" r:id="rId27"/>
    <p:sldId id="384" r:id="rId28"/>
    <p:sldId id="385" r:id="rId29"/>
    <p:sldId id="372" r:id="rId30"/>
    <p:sldId id="373" r:id="rId31"/>
    <p:sldId id="374" r:id="rId32"/>
    <p:sldId id="375" r:id="rId33"/>
    <p:sldId id="376" r:id="rId34"/>
    <p:sldId id="344" r:id="rId35"/>
    <p:sldId id="359" r:id="rId36"/>
    <p:sldId id="258" r:id="rId37"/>
    <p:sldId id="365" r:id="rId38"/>
    <p:sldId id="367" r:id="rId39"/>
    <p:sldId id="368" r:id="rId40"/>
    <p:sldId id="369" r:id="rId41"/>
    <p:sldId id="362" r:id="rId42"/>
    <p:sldId id="364"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 id="{129DFD28-E731-E8D5-7D1E-BFEBD96854E7}" name="Prathik Anand Krishnan" initials="PA" userId="Prathik Anand Krishn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F14"/>
    <a:srgbClr val="55736D"/>
    <a:srgbClr val="7A786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DE6FF-18FA-4D1E-B9A8-B62EB38053EA}" v="188" dt="2026-07-18T13:13:45.385"/>
  </p1510:revLst>
</p1510:revInfo>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068" autoAdjust="0"/>
  </p:normalViewPr>
  <p:slideViewPr>
    <p:cSldViewPr snapToGrid="0">
      <p:cViewPr varScale="1">
        <p:scale>
          <a:sx n="104" d="100"/>
          <a:sy n="104" d="100"/>
        </p:scale>
        <p:origin x="816" y="102"/>
      </p:cViewPr>
      <p:guideLst>
        <p:guide orient="horz" pos="1752"/>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ik, A.K. (Anand Krishnan)" userId="530651e5-3022-4133-8f7a-bf605e28fdd6" providerId="ADAL" clId="{ADA7A2FA-4D5E-4F37-8241-71D0B554FD81}"/>
    <pc:docChg chg="undo redo custSel addSld delSld modSld sldOrd">
      <pc:chgData name="Prathik, A.K. (Anand Krishnan)" userId="530651e5-3022-4133-8f7a-bf605e28fdd6" providerId="ADAL" clId="{ADA7A2FA-4D5E-4F37-8241-71D0B554FD81}" dt="2026-07-18T13:16:23.902" v="3112" actId="1036"/>
      <pc:docMkLst>
        <pc:docMk/>
      </pc:docMkLst>
      <pc:sldChg chg="delSp modSp mod">
        <pc:chgData name="Prathik, A.K. (Anand Krishnan)" userId="530651e5-3022-4133-8f7a-bf605e28fdd6" providerId="ADAL" clId="{ADA7A2FA-4D5E-4F37-8241-71D0B554FD81}" dt="2026-07-17T13:18:07.919" v="1267" actId="20577"/>
        <pc:sldMkLst>
          <pc:docMk/>
          <pc:sldMk cId="0" sldId="257"/>
        </pc:sldMkLst>
        <pc:spChg chg="mod">
          <ac:chgData name="Prathik, A.K. (Anand Krishnan)" userId="530651e5-3022-4133-8f7a-bf605e28fdd6" providerId="ADAL" clId="{ADA7A2FA-4D5E-4F37-8241-71D0B554FD81}" dt="2026-07-17T13:18:00.427" v="1265" actId="1076"/>
          <ac:spMkLst>
            <pc:docMk/>
            <pc:sldMk cId="0" sldId="257"/>
            <ac:spMk id="8" creationId="{00000000-0000-0000-0000-000000000000}"/>
          </ac:spMkLst>
        </pc:spChg>
        <pc:spChg chg="mod">
          <ac:chgData name="Prathik, A.K. (Anand Krishnan)" userId="530651e5-3022-4133-8f7a-bf605e28fdd6" providerId="ADAL" clId="{ADA7A2FA-4D5E-4F37-8241-71D0B554FD81}" dt="2026-07-17T13:17:52.230" v="1263" actId="1076"/>
          <ac:spMkLst>
            <pc:docMk/>
            <pc:sldMk cId="0" sldId="257"/>
            <ac:spMk id="11" creationId="{00000000-0000-0000-0000-000000000000}"/>
          </ac:spMkLst>
        </pc:spChg>
        <pc:spChg chg="mod">
          <ac:chgData name="Prathik, A.K. (Anand Krishnan)" userId="530651e5-3022-4133-8f7a-bf605e28fdd6" providerId="ADAL" clId="{ADA7A2FA-4D5E-4F37-8241-71D0B554FD81}" dt="2026-07-17T13:17:55.299" v="1264" actId="1076"/>
          <ac:spMkLst>
            <pc:docMk/>
            <pc:sldMk cId="0" sldId="257"/>
            <ac:spMk id="14" creationId="{00000000-0000-0000-0000-000000000000}"/>
          </ac:spMkLst>
        </pc:spChg>
        <pc:spChg chg="mod">
          <ac:chgData name="Prathik, A.K. (Anand Krishnan)" userId="530651e5-3022-4133-8f7a-bf605e28fdd6" providerId="ADAL" clId="{ADA7A2FA-4D5E-4F37-8241-71D0B554FD81}" dt="2026-07-17T13:18:07.919" v="1267" actId="20577"/>
          <ac:spMkLst>
            <pc:docMk/>
            <pc:sldMk cId="0" sldId="257"/>
            <ac:spMk id="17" creationId="{00000000-0000-0000-0000-000000000000}"/>
          </ac:spMkLst>
        </pc:spChg>
        <pc:spChg chg="mod">
          <ac:chgData name="Prathik, A.K. (Anand Krishnan)" userId="530651e5-3022-4133-8f7a-bf605e28fdd6" providerId="ADAL" clId="{ADA7A2FA-4D5E-4F37-8241-71D0B554FD81}" dt="2026-07-17T13:17:40.340" v="1261" actId="1076"/>
          <ac:spMkLst>
            <pc:docMk/>
            <pc:sldMk cId="0" sldId="257"/>
            <ac:spMk id="23" creationId="{00000000-0000-0000-0000-000000000000}"/>
          </ac:spMkLst>
        </pc:spChg>
        <pc:spChg chg="mod">
          <ac:chgData name="Prathik, A.K. (Anand Krishnan)" userId="530651e5-3022-4133-8f7a-bf605e28fdd6" providerId="ADAL" clId="{ADA7A2FA-4D5E-4F37-8241-71D0B554FD81}" dt="2026-07-17T13:17:37.694" v="1260" actId="1076"/>
          <ac:spMkLst>
            <pc:docMk/>
            <pc:sldMk cId="0" sldId="257"/>
            <ac:spMk id="26" creationId="{00000000-0000-0000-0000-000000000000}"/>
          </ac:spMkLst>
        </pc:spChg>
      </pc:sldChg>
      <pc:sldChg chg="addSp modSp mod">
        <pc:chgData name="Prathik, A.K. (Anand Krishnan)" userId="530651e5-3022-4133-8f7a-bf605e28fdd6" providerId="ADAL" clId="{ADA7A2FA-4D5E-4F37-8241-71D0B554FD81}" dt="2026-07-17T09:42:22.917" v="835" actId="20577"/>
        <pc:sldMkLst>
          <pc:docMk/>
          <pc:sldMk cId="3671577520" sldId="346"/>
        </pc:sldMkLst>
        <pc:spChg chg="add mod">
          <ac:chgData name="Prathik, A.K. (Anand Krishnan)" userId="530651e5-3022-4133-8f7a-bf605e28fdd6" providerId="ADAL" clId="{ADA7A2FA-4D5E-4F37-8241-71D0B554FD81}" dt="2026-07-17T09:42:22.917" v="835" actId="20577"/>
          <ac:spMkLst>
            <pc:docMk/>
            <pc:sldMk cId="3671577520" sldId="346"/>
            <ac:spMk id="3" creationId="{B28E6B06-7E98-8D8B-A031-6061E9E13EC8}"/>
          </ac:spMkLst>
        </pc:spChg>
        <pc:spChg chg="add mod">
          <ac:chgData name="Prathik, A.K. (Anand Krishnan)" userId="530651e5-3022-4133-8f7a-bf605e28fdd6" providerId="ADAL" clId="{ADA7A2FA-4D5E-4F37-8241-71D0B554FD81}" dt="2026-07-17T09:42:17.775" v="833"/>
          <ac:spMkLst>
            <pc:docMk/>
            <pc:sldMk cId="3671577520" sldId="346"/>
            <ac:spMk id="4" creationId="{DB1F3E77-C022-72EE-91DF-E49F3FC6F873}"/>
          </ac:spMkLst>
        </pc:spChg>
      </pc:sldChg>
      <pc:sldChg chg="modSp mod ord modShow">
        <pc:chgData name="Prathik, A.K. (Anand Krishnan)" userId="530651e5-3022-4133-8f7a-bf605e28fdd6" providerId="ADAL" clId="{ADA7A2FA-4D5E-4F37-8241-71D0B554FD81}" dt="2026-07-17T13:17:14.867" v="1257"/>
        <pc:sldMkLst>
          <pc:docMk/>
          <pc:sldMk cId="2424580986" sldId="359"/>
        </pc:sldMkLst>
        <pc:spChg chg="mod">
          <ac:chgData name="Prathik, A.K. (Anand Krishnan)" userId="530651e5-3022-4133-8f7a-bf605e28fdd6" providerId="ADAL" clId="{ADA7A2FA-4D5E-4F37-8241-71D0B554FD81}" dt="2026-07-15T13:34:32.310" v="353" actId="1076"/>
          <ac:spMkLst>
            <pc:docMk/>
            <pc:sldMk cId="2424580986" sldId="359"/>
            <ac:spMk id="3" creationId="{72A0D7F7-63C4-ECF7-BA18-3CEC3ABC2D24}"/>
          </ac:spMkLst>
        </pc:spChg>
      </pc:sldChg>
      <pc:sldChg chg="addSp delSp modSp mod">
        <pc:chgData name="Prathik, A.K. (Anand Krishnan)" userId="530651e5-3022-4133-8f7a-bf605e28fdd6" providerId="ADAL" clId="{ADA7A2FA-4D5E-4F37-8241-71D0B554FD81}" dt="2026-07-17T23:58:34.626" v="1420" actId="14100"/>
        <pc:sldMkLst>
          <pc:docMk/>
          <pc:sldMk cId="3025839465" sldId="361"/>
        </pc:sldMkLst>
        <pc:spChg chg="add del mod">
          <ac:chgData name="Prathik, A.K. (Anand Krishnan)" userId="530651e5-3022-4133-8f7a-bf605e28fdd6" providerId="ADAL" clId="{ADA7A2FA-4D5E-4F37-8241-71D0B554FD81}" dt="2026-07-17T09:43:45.215" v="852" actId="478"/>
          <ac:spMkLst>
            <pc:docMk/>
            <pc:sldMk cId="3025839465" sldId="361"/>
            <ac:spMk id="2" creationId="{B5690F3C-14C3-9D69-8E16-DDBC4516BF86}"/>
          </ac:spMkLst>
        </pc:spChg>
        <pc:spChg chg="del">
          <ac:chgData name="Prathik, A.K. (Anand Krishnan)" userId="530651e5-3022-4133-8f7a-bf605e28fdd6" providerId="ADAL" clId="{ADA7A2FA-4D5E-4F37-8241-71D0B554FD81}" dt="2026-07-17T09:43:02.682" v="843" actId="478"/>
          <ac:spMkLst>
            <pc:docMk/>
            <pc:sldMk cId="3025839465" sldId="361"/>
            <ac:spMk id="3" creationId="{C9BE2216-FBE3-D9D5-4D63-4B5CC8901596}"/>
          </ac:spMkLst>
        </pc:spChg>
        <pc:spChg chg="add del mod">
          <ac:chgData name="Prathik, A.K. (Anand Krishnan)" userId="530651e5-3022-4133-8f7a-bf605e28fdd6" providerId="ADAL" clId="{ADA7A2FA-4D5E-4F37-8241-71D0B554FD81}" dt="2026-07-17T09:43:43.686" v="851" actId="478"/>
          <ac:spMkLst>
            <pc:docMk/>
            <pc:sldMk cId="3025839465" sldId="361"/>
            <ac:spMk id="4" creationId="{394C2353-6844-4FAC-79F6-BD574E8F4ED3}"/>
          </ac:spMkLst>
        </pc:spChg>
        <pc:spChg chg="mod">
          <ac:chgData name="Prathik, A.K. (Anand Krishnan)" userId="530651e5-3022-4133-8f7a-bf605e28fdd6" providerId="ADAL" clId="{ADA7A2FA-4D5E-4F37-8241-71D0B554FD81}" dt="2026-07-15T13:40:03.668" v="373" actId="20577"/>
          <ac:spMkLst>
            <pc:docMk/>
            <pc:sldMk cId="3025839465" sldId="361"/>
            <ac:spMk id="11" creationId="{2D90D3EF-3BBD-AF02-F4E5-2F99D418EB33}"/>
          </ac:spMkLst>
        </pc:spChg>
        <pc:spChg chg="mod">
          <ac:chgData name="Prathik, A.K. (Anand Krishnan)" userId="530651e5-3022-4133-8f7a-bf605e28fdd6" providerId="ADAL" clId="{ADA7A2FA-4D5E-4F37-8241-71D0B554FD81}" dt="2026-07-15T13:40:53.214" v="411" actId="20577"/>
          <ac:spMkLst>
            <pc:docMk/>
            <pc:sldMk cId="3025839465" sldId="361"/>
            <ac:spMk id="12" creationId="{EF9504EB-D1C6-641D-B3B0-91D47867A12C}"/>
          </ac:spMkLst>
        </pc:spChg>
        <pc:spChg chg="mod">
          <ac:chgData name="Prathik, A.K. (Anand Krishnan)" userId="530651e5-3022-4133-8f7a-bf605e28fdd6" providerId="ADAL" clId="{ADA7A2FA-4D5E-4F37-8241-71D0B554FD81}" dt="2026-07-15T13:39:48.633" v="365" actId="20577"/>
          <ac:spMkLst>
            <pc:docMk/>
            <pc:sldMk cId="3025839465" sldId="361"/>
            <ac:spMk id="15" creationId="{C39A5130-6FEC-EB85-14E3-209CA6DE4DD5}"/>
          </ac:spMkLst>
        </pc:spChg>
        <pc:spChg chg="mod">
          <ac:chgData name="Prathik, A.K. (Anand Krishnan)" userId="530651e5-3022-4133-8f7a-bf605e28fdd6" providerId="ADAL" clId="{ADA7A2FA-4D5E-4F37-8241-71D0B554FD81}" dt="2026-07-17T23:58:34.626" v="1420" actId="14100"/>
          <ac:spMkLst>
            <pc:docMk/>
            <pc:sldMk cId="3025839465" sldId="361"/>
            <ac:spMk id="16" creationId="{E2E1E8EF-2770-248C-5F21-B2D8B1D759D8}"/>
          </ac:spMkLst>
        </pc:spChg>
        <pc:spChg chg="mod">
          <ac:chgData name="Prathik, A.K. (Anand Krishnan)" userId="530651e5-3022-4133-8f7a-bf605e28fdd6" providerId="ADAL" clId="{ADA7A2FA-4D5E-4F37-8241-71D0B554FD81}" dt="2026-07-15T13:43:43.313" v="530" actId="404"/>
          <ac:spMkLst>
            <pc:docMk/>
            <pc:sldMk cId="3025839465" sldId="361"/>
            <ac:spMk id="19" creationId="{636FAB9D-9516-4286-CF12-35AF8E33CC22}"/>
          </ac:spMkLst>
        </pc:spChg>
        <pc:spChg chg="mod">
          <ac:chgData name="Prathik, A.K. (Anand Krishnan)" userId="530651e5-3022-4133-8f7a-bf605e28fdd6" providerId="ADAL" clId="{ADA7A2FA-4D5E-4F37-8241-71D0B554FD81}" dt="2026-07-15T13:42:26.973" v="487" actId="6549"/>
          <ac:spMkLst>
            <pc:docMk/>
            <pc:sldMk cId="3025839465" sldId="361"/>
            <ac:spMk id="20" creationId="{AE6DB17D-42DF-3605-1985-68763047F074}"/>
          </ac:spMkLst>
        </pc:spChg>
        <pc:spChg chg="mod">
          <ac:chgData name="Prathik, A.K. (Anand Krishnan)" userId="530651e5-3022-4133-8f7a-bf605e28fdd6" providerId="ADAL" clId="{ADA7A2FA-4D5E-4F37-8241-71D0B554FD81}" dt="2026-07-15T14:25:16.851" v="541" actId="14100"/>
          <ac:spMkLst>
            <pc:docMk/>
            <pc:sldMk cId="3025839465" sldId="361"/>
            <ac:spMk id="21" creationId="{868276E1-DF3D-9DE0-A168-A4EA4876E833}"/>
          </ac:spMkLst>
        </pc:spChg>
        <pc:spChg chg="add mod">
          <ac:chgData name="Prathik, A.K. (Anand Krishnan)" userId="530651e5-3022-4133-8f7a-bf605e28fdd6" providerId="ADAL" clId="{ADA7A2FA-4D5E-4F37-8241-71D0B554FD81}" dt="2026-07-17T09:44:29.138" v="855" actId="20577"/>
          <ac:spMkLst>
            <pc:docMk/>
            <pc:sldMk cId="3025839465" sldId="361"/>
            <ac:spMk id="22" creationId="{F24472B4-95D4-7F6A-EB9D-9ABC6F6C5772}"/>
          </ac:spMkLst>
        </pc:spChg>
        <pc:spChg chg="add mod">
          <ac:chgData name="Prathik, A.K. (Anand Krishnan)" userId="530651e5-3022-4133-8f7a-bf605e28fdd6" providerId="ADAL" clId="{ADA7A2FA-4D5E-4F37-8241-71D0B554FD81}" dt="2026-07-17T09:43:46.661" v="853"/>
          <ac:spMkLst>
            <pc:docMk/>
            <pc:sldMk cId="3025839465" sldId="361"/>
            <ac:spMk id="23" creationId="{189CE82F-905B-C676-432E-A6A96D0DC669}"/>
          </ac:spMkLst>
        </pc:spChg>
        <pc:spChg chg="mod">
          <ac:chgData name="Prathik, A.K. (Anand Krishnan)" userId="530651e5-3022-4133-8f7a-bf605e28fdd6" providerId="ADAL" clId="{ADA7A2FA-4D5E-4F37-8241-71D0B554FD81}" dt="2026-07-15T14:26:08.558" v="547" actId="14100"/>
          <ac:spMkLst>
            <pc:docMk/>
            <pc:sldMk cId="3025839465" sldId="361"/>
            <ac:spMk id="26" creationId="{BE427DB3-718E-3522-52FB-C5BBEE3DE7C2}"/>
          </ac:spMkLst>
        </pc:spChg>
        <pc:spChg chg="mod">
          <ac:chgData name="Prathik, A.K. (Anand Krishnan)" userId="530651e5-3022-4133-8f7a-bf605e28fdd6" providerId="ADAL" clId="{ADA7A2FA-4D5E-4F37-8241-71D0B554FD81}" dt="2026-07-15T14:25:41.414" v="545" actId="20577"/>
          <ac:spMkLst>
            <pc:docMk/>
            <pc:sldMk cId="3025839465" sldId="361"/>
            <ac:spMk id="27" creationId="{BE8D4490-8BE3-15F6-2B6F-F3CA74E3A8A1}"/>
          </ac:spMkLst>
        </pc:spChg>
        <pc:spChg chg="mod">
          <ac:chgData name="Prathik, A.K. (Anand Krishnan)" userId="530651e5-3022-4133-8f7a-bf605e28fdd6" providerId="ADAL" clId="{ADA7A2FA-4D5E-4F37-8241-71D0B554FD81}" dt="2026-07-15T14:28:08.269" v="621" actId="20577"/>
          <ac:spMkLst>
            <pc:docMk/>
            <pc:sldMk cId="3025839465" sldId="361"/>
            <ac:spMk id="28" creationId="{52B907BE-BDE3-260D-A812-06F2B7D668F2}"/>
          </ac:spMkLst>
        </pc:spChg>
        <pc:spChg chg="mod">
          <ac:chgData name="Prathik, A.K. (Anand Krishnan)" userId="530651e5-3022-4133-8f7a-bf605e28fdd6" providerId="ADAL" clId="{ADA7A2FA-4D5E-4F37-8241-71D0B554FD81}" dt="2026-07-15T14:24:53.337" v="535" actId="1076"/>
          <ac:spMkLst>
            <pc:docMk/>
            <pc:sldMk cId="3025839465" sldId="361"/>
            <ac:spMk id="29" creationId="{20B9189D-83E9-F037-6A0F-FF52B69156AD}"/>
          </ac:spMkLst>
        </pc:spChg>
        <pc:spChg chg="mod">
          <ac:chgData name="Prathik, A.K. (Anand Krishnan)" userId="530651e5-3022-4133-8f7a-bf605e28fdd6" providerId="ADAL" clId="{ADA7A2FA-4D5E-4F37-8241-71D0B554FD81}" dt="2026-07-15T14:24:53.337" v="535" actId="1076"/>
          <ac:spMkLst>
            <pc:docMk/>
            <pc:sldMk cId="3025839465" sldId="361"/>
            <ac:spMk id="30" creationId="{DEF41DD0-CCC9-2533-84ED-47EC9FE818A6}"/>
          </ac:spMkLst>
        </pc:spChg>
        <pc:spChg chg="mod">
          <ac:chgData name="Prathik, A.K. (Anand Krishnan)" userId="530651e5-3022-4133-8f7a-bf605e28fdd6" providerId="ADAL" clId="{ADA7A2FA-4D5E-4F37-8241-71D0B554FD81}" dt="2026-07-15T14:28:30.767" v="637" actId="20577"/>
          <ac:spMkLst>
            <pc:docMk/>
            <pc:sldMk cId="3025839465" sldId="361"/>
            <ac:spMk id="31" creationId="{14AA4FF2-D30C-9105-DC3A-7737DDCEA6D8}"/>
          </ac:spMkLst>
        </pc:spChg>
        <pc:spChg chg="mod">
          <ac:chgData name="Prathik, A.K. (Anand Krishnan)" userId="530651e5-3022-4133-8f7a-bf605e28fdd6" providerId="ADAL" clId="{ADA7A2FA-4D5E-4F37-8241-71D0B554FD81}" dt="2026-07-15T14:24:53.337" v="535" actId="1076"/>
          <ac:spMkLst>
            <pc:docMk/>
            <pc:sldMk cId="3025839465" sldId="361"/>
            <ac:spMk id="32" creationId="{6313F9D1-4444-F30C-D793-12DAF7C0FE26}"/>
          </ac:spMkLst>
        </pc:spChg>
        <pc:spChg chg="del mod">
          <ac:chgData name="Prathik, A.K. (Anand Krishnan)" userId="530651e5-3022-4133-8f7a-bf605e28fdd6" providerId="ADAL" clId="{ADA7A2FA-4D5E-4F37-8241-71D0B554FD81}" dt="2026-07-17T09:43:40.285" v="850" actId="478"/>
          <ac:spMkLst>
            <pc:docMk/>
            <pc:sldMk cId="3025839465" sldId="361"/>
            <ac:spMk id="37" creationId="{2C582D77-BDD2-04BE-9D97-10CDEF6FC037}"/>
          </ac:spMkLst>
        </pc:spChg>
        <pc:spChg chg="add mod">
          <ac:chgData name="Prathik, A.K. (Anand Krishnan)" userId="530651e5-3022-4133-8f7a-bf605e28fdd6" providerId="ADAL" clId="{ADA7A2FA-4D5E-4F37-8241-71D0B554FD81}" dt="2026-07-15T14:26:05.242" v="546" actId="14100"/>
          <ac:spMkLst>
            <pc:docMk/>
            <pc:sldMk cId="3025839465" sldId="361"/>
            <ac:spMk id="38" creationId="{3E9CFE77-2D8C-D060-8CD2-6DFB6E19D3A9}"/>
          </ac:spMkLst>
        </pc:spChg>
      </pc:sldChg>
      <pc:sldChg chg="mod modShow">
        <pc:chgData name="Prathik, A.K. (Anand Krishnan)" userId="530651e5-3022-4133-8f7a-bf605e28fdd6" providerId="ADAL" clId="{ADA7A2FA-4D5E-4F37-8241-71D0B554FD81}" dt="2026-07-16T09:11:14.562" v="720" actId="729"/>
        <pc:sldMkLst>
          <pc:docMk/>
          <pc:sldMk cId="2212153167" sldId="362"/>
        </pc:sldMkLst>
      </pc:sldChg>
      <pc:sldChg chg="mod modShow">
        <pc:chgData name="Prathik, A.K. (Anand Krishnan)" userId="530651e5-3022-4133-8f7a-bf605e28fdd6" providerId="ADAL" clId="{ADA7A2FA-4D5E-4F37-8241-71D0B554FD81}" dt="2026-07-16T09:11:14.562" v="720" actId="729"/>
        <pc:sldMkLst>
          <pc:docMk/>
          <pc:sldMk cId="2473809672" sldId="364"/>
        </pc:sldMkLst>
      </pc:sldChg>
      <pc:sldChg chg="mod modShow">
        <pc:chgData name="Prathik, A.K. (Anand Krishnan)" userId="530651e5-3022-4133-8f7a-bf605e28fdd6" providerId="ADAL" clId="{ADA7A2FA-4D5E-4F37-8241-71D0B554FD81}" dt="2026-07-16T09:11:14.562" v="720" actId="729"/>
        <pc:sldMkLst>
          <pc:docMk/>
          <pc:sldMk cId="833224358" sldId="369"/>
        </pc:sldMkLst>
      </pc:sldChg>
      <pc:sldChg chg="addSp delSp modSp mod">
        <pc:chgData name="Prathik, A.K. (Anand Krishnan)" userId="530651e5-3022-4133-8f7a-bf605e28fdd6" providerId="ADAL" clId="{ADA7A2FA-4D5E-4F37-8241-71D0B554FD81}" dt="2026-07-17T12:51:16.958" v="1062" actId="20577"/>
        <pc:sldMkLst>
          <pc:docMk/>
          <pc:sldMk cId="1297803354" sldId="370"/>
        </pc:sldMkLst>
        <pc:spChg chg="del">
          <ac:chgData name="Prathik, A.K. (Anand Krishnan)" userId="530651e5-3022-4133-8f7a-bf605e28fdd6" providerId="ADAL" clId="{ADA7A2FA-4D5E-4F37-8241-71D0B554FD81}" dt="2026-07-17T09:44:52.166" v="856" actId="478"/>
          <ac:spMkLst>
            <pc:docMk/>
            <pc:sldMk cId="1297803354" sldId="370"/>
            <ac:spMk id="5" creationId="{EC62A5C7-A5FB-3D3C-2795-5DC82952185B}"/>
          </ac:spMkLst>
        </pc:spChg>
        <pc:spChg chg="add mod">
          <ac:chgData name="Prathik, A.K. (Anand Krishnan)" userId="530651e5-3022-4133-8f7a-bf605e28fdd6" providerId="ADAL" clId="{ADA7A2FA-4D5E-4F37-8241-71D0B554FD81}" dt="2026-07-17T09:44:55.834" v="859" actId="20577"/>
          <ac:spMkLst>
            <pc:docMk/>
            <pc:sldMk cId="1297803354" sldId="370"/>
            <ac:spMk id="6" creationId="{F62EAA60-68DE-807D-C5E5-CAD34E20E54E}"/>
          </ac:spMkLst>
        </pc:spChg>
        <pc:spChg chg="add mod">
          <ac:chgData name="Prathik, A.K. (Anand Krishnan)" userId="530651e5-3022-4133-8f7a-bf605e28fdd6" providerId="ADAL" clId="{ADA7A2FA-4D5E-4F37-8241-71D0B554FD81}" dt="2026-07-17T09:44:52.914" v="857"/>
          <ac:spMkLst>
            <pc:docMk/>
            <pc:sldMk cId="1297803354" sldId="370"/>
            <ac:spMk id="8" creationId="{EA4222C4-4043-63BF-D489-A9966694E43A}"/>
          </ac:spMkLst>
        </pc:spChg>
        <pc:graphicFrameChg chg="mod modGraphic">
          <ac:chgData name="Prathik, A.K. (Anand Krishnan)" userId="530651e5-3022-4133-8f7a-bf605e28fdd6" providerId="ADAL" clId="{ADA7A2FA-4D5E-4F37-8241-71D0B554FD81}" dt="2026-07-17T12:51:16.958" v="1062" actId="20577"/>
          <ac:graphicFrameMkLst>
            <pc:docMk/>
            <pc:sldMk cId="1297803354" sldId="370"/>
            <ac:graphicFrameMk id="2" creationId="{E1E2C492-E755-8476-18BF-466E1303CE7A}"/>
          </ac:graphicFrameMkLst>
        </pc:graphicFrameChg>
      </pc:sldChg>
      <pc:sldChg chg="addSp delSp modSp mod modAnim">
        <pc:chgData name="Prathik, A.K. (Anand Krishnan)" userId="530651e5-3022-4133-8f7a-bf605e28fdd6" providerId="ADAL" clId="{ADA7A2FA-4D5E-4F37-8241-71D0B554FD81}" dt="2026-07-17T13:19:55.803" v="1274"/>
        <pc:sldMkLst>
          <pc:docMk/>
          <pc:sldMk cId="3631531010" sldId="372"/>
        </pc:sldMkLst>
        <pc:spChg chg="add mod">
          <ac:chgData name="Prathik, A.K. (Anand Krishnan)" userId="530651e5-3022-4133-8f7a-bf605e28fdd6" providerId="ADAL" clId="{ADA7A2FA-4D5E-4F37-8241-71D0B554FD81}" dt="2026-07-17T09:46:45.362" v="910" actId="6549"/>
          <ac:spMkLst>
            <pc:docMk/>
            <pc:sldMk cId="3631531010" sldId="372"/>
            <ac:spMk id="2" creationId="{E7243E2B-DEE4-4302-DFEA-53EECA139E46}"/>
          </ac:spMkLst>
        </pc:spChg>
        <pc:spChg chg="add mod">
          <ac:chgData name="Prathik, A.K. (Anand Krishnan)" userId="530651e5-3022-4133-8f7a-bf605e28fdd6" providerId="ADAL" clId="{ADA7A2FA-4D5E-4F37-8241-71D0B554FD81}" dt="2026-07-17T09:46:41.562" v="907"/>
          <ac:spMkLst>
            <pc:docMk/>
            <pc:sldMk cId="3631531010" sldId="372"/>
            <ac:spMk id="5" creationId="{B95A4105-ABA3-D2CF-EB28-9C459235B435}"/>
          </ac:spMkLst>
        </pc:spChg>
        <pc:picChg chg="del">
          <ac:chgData name="Prathik, A.K. (Anand Krishnan)" userId="530651e5-3022-4133-8f7a-bf605e28fdd6" providerId="ADAL" clId="{ADA7A2FA-4D5E-4F37-8241-71D0B554FD81}" dt="2026-07-17T12:54:30.227" v="1071" actId="478"/>
          <ac:picMkLst>
            <pc:docMk/>
            <pc:sldMk cId="3631531010" sldId="372"/>
            <ac:picMk id="3" creationId="{340DFA40-7131-2DB2-F514-9500D4234851}"/>
          </ac:picMkLst>
        </pc:picChg>
        <pc:picChg chg="add mod modCrop">
          <ac:chgData name="Prathik, A.K. (Anand Krishnan)" userId="530651e5-3022-4133-8f7a-bf605e28fdd6" providerId="ADAL" clId="{ADA7A2FA-4D5E-4F37-8241-71D0B554FD81}" dt="2026-07-17T12:56:22.340" v="1098" actId="14100"/>
          <ac:picMkLst>
            <pc:docMk/>
            <pc:sldMk cId="3631531010" sldId="372"/>
            <ac:picMk id="6" creationId="{3FC54977-31F3-EDB1-FD59-98F28C96F07C}"/>
          </ac:picMkLst>
        </pc:picChg>
        <pc:picChg chg="add mod">
          <ac:chgData name="Prathik, A.K. (Anand Krishnan)" userId="530651e5-3022-4133-8f7a-bf605e28fdd6" providerId="ADAL" clId="{ADA7A2FA-4D5E-4F37-8241-71D0B554FD81}" dt="2026-07-17T12:56:27.957" v="1100" actId="14100"/>
          <ac:picMkLst>
            <pc:docMk/>
            <pc:sldMk cId="3631531010" sldId="372"/>
            <ac:picMk id="8" creationId="{114D219D-BDE4-1E10-9DC0-A7ED9C000293}"/>
          </ac:picMkLst>
        </pc:picChg>
      </pc:sldChg>
      <pc:sldChg chg="addSp delSp modSp mod">
        <pc:chgData name="Prathik, A.K. (Anand Krishnan)" userId="530651e5-3022-4133-8f7a-bf605e28fdd6" providerId="ADAL" clId="{ADA7A2FA-4D5E-4F37-8241-71D0B554FD81}" dt="2026-07-17T23:13:35.780" v="1329" actId="20577"/>
        <pc:sldMkLst>
          <pc:docMk/>
          <pc:sldMk cId="2522715857" sldId="373"/>
        </pc:sldMkLst>
        <pc:spChg chg="del">
          <ac:chgData name="Prathik, A.K. (Anand Krishnan)" userId="530651e5-3022-4133-8f7a-bf605e28fdd6" providerId="ADAL" clId="{ADA7A2FA-4D5E-4F37-8241-71D0B554FD81}" dt="2026-07-17T09:47:14.801" v="911" actId="478"/>
          <ac:spMkLst>
            <pc:docMk/>
            <pc:sldMk cId="2522715857" sldId="373"/>
            <ac:spMk id="2" creationId="{02178C51-DB6B-744D-BF22-C30B0C171824}"/>
          </ac:spMkLst>
        </pc:spChg>
        <pc:spChg chg="add mod">
          <ac:chgData name="Prathik, A.K. (Anand Krishnan)" userId="530651e5-3022-4133-8f7a-bf605e28fdd6" providerId="ADAL" clId="{ADA7A2FA-4D5E-4F37-8241-71D0B554FD81}" dt="2026-07-17T09:47:19.923" v="915" actId="6549"/>
          <ac:spMkLst>
            <pc:docMk/>
            <pc:sldMk cId="2522715857" sldId="373"/>
            <ac:spMk id="3" creationId="{17163299-8776-5CA6-6D1E-C13CF8C91DA2}"/>
          </ac:spMkLst>
        </pc:spChg>
        <pc:spChg chg="add mod">
          <ac:chgData name="Prathik, A.K. (Anand Krishnan)" userId="530651e5-3022-4133-8f7a-bf605e28fdd6" providerId="ADAL" clId="{ADA7A2FA-4D5E-4F37-8241-71D0B554FD81}" dt="2026-07-17T09:47:15.679" v="912"/>
          <ac:spMkLst>
            <pc:docMk/>
            <pc:sldMk cId="2522715857" sldId="373"/>
            <ac:spMk id="5" creationId="{338FC515-45F7-4C71-ECF0-456C813F7699}"/>
          </ac:spMkLst>
        </pc:spChg>
        <pc:spChg chg="mod">
          <ac:chgData name="Prathik, A.K. (Anand Krishnan)" userId="530651e5-3022-4133-8f7a-bf605e28fdd6" providerId="ADAL" clId="{ADA7A2FA-4D5E-4F37-8241-71D0B554FD81}" dt="2026-07-17T23:13:35.780" v="1329" actId="20577"/>
          <ac:spMkLst>
            <pc:docMk/>
            <pc:sldMk cId="2522715857" sldId="373"/>
            <ac:spMk id="7" creationId="{DC7AD4E3-5FA5-1E2F-B9AE-F34C3844A0BB}"/>
          </ac:spMkLst>
        </pc:spChg>
      </pc:sldChg>
      <pc:sldChg chg="addSp modSp mod">
        <pc:chgData name="Prathik, A.K. (Anand Krishnan)" userId="530651e5-3022-4133-8f7a-bf605e28fdd6" providerId="ADAL" clId="{ADA7A2FA-4D5E-4F37-8241-71D0B554FD81}" dt="2026-07-17T13:25:37.071" v="1294" actId="404"/>
        <pc:sldMkLst>
          <pc:docMk/>
          <pc:sldMk cId="4225516569" sldId="374"/>
        </pc:sldMkLst>
        <pc:spChg chg="add mod">
          <ac:chgData name="Prathik, A.K. (Anand Krishnan)" userId="530651e5-3022-4133-8f7a-bf605e28fdd6" providerId="ADAL" clId="{ADA7A2FA-4D5E-4F37-8241-71D0B554FD81}" dt="2026-07-17T09:47:26.279" v="917" actId="20577"/>
          <ac:spMkLst>
            <pc:docMk/>
            <pc:sldMk cId="4225516569" sldId="374"/>
            <ac:spMk id="3" creationId="{044FBE1E-FABD-C7FF-4D6D-95B3A212837B}"/>
          </ac:spMkLst>
        </pc:spChg>
        <pc:spChg chg="add mod">
          <ac:chgData name="Prathik, A.K. (Anand Krishnan)" userId="530651e5-3022-4133-8f7a-bf605e28fdd6" providerId="ADAL" clId="{ADA7A2FA-4D5E-4F37-8241-71D0B554FD81}" dt="2026-07-17T09:47:23.953" v="916"/>
          <ac:spMkLst>
            <pc:docMk/>
            <pc:sldMk cId="4225516569" sldId="374"/>
            <ac:spMk id="5" creationId="{9322AA42-E662-2713-CF33-A45733A966A8}"/>
          </ac:spMkLst>
        </pc:spChg>
        <pc:graphicFrameChg chg="modGraphic">
          <ac:chgData name="Prathik, A.K. (Anand Krishnan)" userId="530651e5-3022-4133-8f7a-bf605e28fdd6" providerId="ADAL" clId="{ADA7A2FA-4D5E-4F37-8241-71D0B554FD81}" dt="2026-07-17T13:25:37.071" v="1294" actId="404"/>
          <ac:graphicFrameMkLst>
            <pc:docMk/>
            <pc:sldMk cId="4225516569" sldId="374"/>
            <ac:graphicFrameMk id="2" creationId="{9CF81CCA-5D24-AA27-AD51-F5B694D9EE29}"/>
          </ac:graphicFrameMkLst>
        </pc:graphicFrameChg>
      </pc:sldChg>
      <pc:sldChg chg="addSp delSp modSp mod">
        <pc:chgData name="Prathik, A.K. (Anand Krishnan)" userId="530651e5-3022-4133-8f7a-bf605e28fdd6" providerId="ADAL" clId="{ADA7A2FA-4D5E-4F37-8241-71D0B554FD81}" dt="2026-07-17T13:26:05.645" v="1297"/>
        <pc:sldMkLst>
          <pc:docMk/>
          <pc:sldMk cId="2423779220" sldId="375"/>
        </pc:sldMkLst>
        <pc:spChg chg="del">
          <ac:chgData name="Prathik, A.K. (Anand Krishnan)" userId="530651e5-3022-4133-8f7a-bf605e28fdd6" providerId="ADAL" clId="{ADA7A2FA-4D5E-4F37-8241-71D0B554FD81}" dt="2026-07-17T09:47:31.018" v="918" actId="478"/>
          <ac:spMkLst>
            <pc:docMk/>
            <pc:sldMk cId="2423779220" sldId="375"/>
            <ac:spMk id="3" creationId="{F7D0253F-79AF-5548-917B-1F002B351488}"/>
          </ac:spMkLst>
        </pc:spChg>
        <pc:spChg chg="add mod">
          <ac:chgData name="Prathik, A.K. (Anand Krishnan)" userId="530651e5-3022-4133-8f7a-bf605e28fdd6" providerId="ADAL" clId="{ADA7A2FA-4D5E-4F37-8241-71D0B554FD81}" dt="2026-07-17T09:47:34.683" v="920" actId="20577"/>
          <ac:spMkLst>
            <pc:docMk/>
            <pc:sldMk cId="2423779220" sldId="375"/>
            <ac:spMk id="5" creationId="{746228AB-DC99-D78D-A26C-AD8E9190A2F9}"/>
          </ac:spMkLst>
        </pc:spChg>
        <pc:spChg chg="add mod">
          <ac:chgData name="Prathik, A.K. (Anand Krishnan)" userId="530651e5-3022-4133-8f7a-bf605e28fdd6" providerId="ADAL" clId="{ADA7A2FA-4D5E-4F37-8241-71D0B554FD81}" dt="2026-07-17T09:47:31.446" v="919"/>
          <ac:spMkLst>
            <pc:docMk/>
            <pc:sldMk cId="2423779220" sldId="375"/>
            <ac:spMk id="8" creationId="{9B337C2B-BF59-A39D-A84B-52C4061FF88F}"/>
          </ac:spMkLst>
        </pc:spChg>
        <pc:spChg chg="add del mod">
          <ac:chgData name="Prathik, A.K. (Anand Krishnan)" userId="530651e5-3022-4133-8f7a-bf605e28fdd6" providerId="ADAL" clId="{ADA7A2FA-4D5E-4F37-8241-71D0B554FD81}" dt="2026-07-17T13:08:47.358" v="1226" actId="478"/>
          <ac:spMkLst>
            <pc:docMk/>
            <pc:sldMk cId="2423779220" sldId="375"/>
            <ac:spMk id="10" creationId="{93AEFF31-57C4-AB24-C415-7B805C16EA9C}"/>
          </ac:spMkLst>
        </pc:spChg>
        <pc:graphicFrameChg chg="del mod">
          <ac:chgData name="Prathik, A.K. (Anand Krishnan)" userId="530651e5-3022-4133-8f7a-bf605e28fdd6" providerId="ADAL" clId="{ADA7A2FA-4D5E-4F37-8241-71D0B554FD81}" dt="2026-07-17T13:08:43.600" v="1225" actId="478"/>
          <ac:graphicFrameMkLst>
            <pc:docMk/>
            <pc:sldMk cId="2423779220" sldId="375"/>
            <ac:graphicFrameMk id="2" creationId="{BE05ECB8-FE34-09A4-845C-A204CF3C18A5}"/>
          </ac:graphicFrameMkLst>
        </pc:graphicFrameChg>
        <pc:graphicFrameChg chg="mod modGraphic">
          <ac:chgData name="Prathik, A.K. (Anand Krishnan)" userId="530651e5-3022-4133-8f7a-bf605e28fdd6" providerId="ADAL" clId="{ADA7A2FA-4D5E-4F37-8241-71D0B554FD81}" dt="2026-07-17T13:26:05.645" v="1297"/>
          <ac:graphicFrameMkLst>
            <pc:docMk/>
            <pc:sldMk cId="2423779220" sldId="375"/>
            <ac:graphicFrameMk id="6" creationId="{51009832-AB6B-C940-1EDB-9F7C5A91ADD4}"/>
          </ac:graphicFrameMkLst>
        </pc:graphicFrameChg>
      </pc:sldChg>
      <pc:sldChg chg="addSp delSp modSp mod">
        <pc:chgData name="Prathik, A.K. (Anand Krishnan)" userId="530651e5-3022-4133-8f7a-bf605e28fdd6" providerId="ADAL" clId="{ADA7A2FA-4D5E-4F37-8241-71D0B554FD81}" dt="2026-07-17T09:47:42.470" v="923" actId="20577"/>
        <pc:sldMkLst>
          <pc:docMk/>
          <pc:sldMk cId="2969624485" sldId="376"/>
        </pc:sldMkLst>
        <pc:spChg chg="del">
          <ac:chgData name="Prathik, A.K. (Anand Krishnan)" userId="530651e5-3022-4133-8f7a-bf605e28fdd6" providerId="ADAL" clId="{ADA7A2FA-4D5E-4F37-8241-71D0B554FD81}" dt="2026-07-17T09:47:39.217" v="921" actId="478"/>
          <ac:spMkLst>
            <pc:docMk/>
            <pc:sldMk cId="2969624485" sldId="376"/>
            <ac:spMk id="2" creationId="{2462E76A-1EFB-9B5D-4BA9-936B4B29325B}"/>
          </ac:spMkLst>
        </pc:spChg>
        <pc:spChg chg="add mod">
          <ac:chgData name="Prathik, A.K. (Anand Krishnan)" userId="530651e5-3022-4133-8f7a-bf605e28fdd6" providerId="ADAL" clId="{ADA7A2FA-4D5E-4F37-8241-71D0B554FD81}" dt="2026-07-17T09:47:42.470" v="923" actId="20577"/>
          <ac:spMkLst>
            <pc:docMk/>
            <pc:sldMk cId="2969624485" sldId="376"/>
            <ac:spMk id="3" creationId="{63F85D66-BE30-A223-C8D5-2D77447C0426}"/>
          </ac:spMkLst>
        </pc:spChg>
        <pc:spChg chg="add mod">
          <ac:chgData name="Prathik, A.K. (Anand Krishnan)" userId="530651e5-3022-4133-8f7a-bf605e28fdd6" providerId="ADAL" clId="{ADA7A2FA-4D5E-4F37-8241-71D0B554FD81}" dt="2026-07-17T09:47:39.965" v="922"/>
          <ac:spMkLst>
            <pc:docMk/>
            <pc:sldMk cId="2969624485" sldId="376"/>
            <ac:spMk id="5" creationId="{34F557DA-A5D4-860B-803A-F017D01FAC0B}"/>
          </ac:spMkLst>
        </pc:spChg>
      </pc:sldChg>
      <pc:sldChg chg="addSp delSp modSp mod">
        <pc:chgData name="Prathik, A.K. (Anand Krishnan)" userId="530651e5-3022-4133-8f7a-bf605e28fdd6" providerId="ADAL" clId="{ADA7A2FA-4D5E-4F37-8241-71D0B554FD81}" dt="2026-07-17T13:38:45.341" v="1298" actId="14734"/>
        <pc:sldMkLst>
          <pc:docMk/>
          <pc:sldMk cId="0" sldId="379"/>
        </pc:sldMkLst>
        <pc:spChg chg="mod">
          <ac:chgData name="Prathik, A.K. (Anand Krishnan)" userId="530651e5-3022-4133-8f7a-bf605e28fdd6" providerId="ADAL" clId="{ADA7A2FA-4D5E-4F37-8241-71D0B554FD81}" dt="2026-07-17T13:20:25.101" v="1288" actId="20577"/>
          <ac:spMkLst>
            <pc:docMk/>
            <pc:sldMk cId="0" sldId="379"/>
            <ac:spMk id="2" creationId="{00000000-0000-0000-0000-000000000000}"/>
          </ac:spMkLst>
        </pc:spChg>
        <pc:spChg chg="add mod">
          <ac:chgData name="Prathik, A.K. (Anand Krishnan)" userId="530651e5-3022-4133-8f7a-bf605e28fdd6" providerId="ADAL" clId="{ADA7A2FA-4D5E-4F37-8241-71D0B554FD81}" dt="2026-07-17T09:45:04.290" v="862" actId="20577"/>
          <ac:spMkLst>
            <pc:docMk/>
            <pc:sldMk cId="0" sldId="379"/>
            <ac:spMk id="3" creationId="{BEF7BFC5-D2EA-7D6A-4FF6-A213076BD6C0}"/>
          </ac:spMkLst>
        </pc:spChg>
        <pc:spChg chg="add mod">
          <ac:chgData name="Prathik, A.K. (Anand Krishnan)" userId="530651e5-3022-4133-8f7a-bf605e28fdd6" providerId="ADAL" clId="{ADA7A2FA-4D5E-4F37-8241-71D0B554FD81}" dt="2026-07-17T09:45:01.147" v="860"/>
          <ac:spMkLst>
            <pc:docMk/>
            <pc:sldMk cId="0" sldId="379"/>
            <ac:spMk id="5" creationId="{2EFDC53F-4B81-85FE-06C0-62DEE2D6CE09}"/>
          </ac:spMkLst>
        </pc:spChg>
        <pc:graphicFrameChg chg="mod modGraphic">
          <ac:chgData name="Prathik, A.K. (Anand Krishnan)" userId="530651e5-3022-4133-8f7a-bf605e28fdd6" providerId="ADAL" clId="{ADA7A2FA-4D5E-4F37-8241-71D0B554FD81}" dt="2026-07-17T13:38:45.341" v="1298" actId="14734"/>
          <ac:graphicFrameMkLst>
            <pc:docMk/>
            <pc:sldMk cId="0" sldId="379"/>
            <ac:graphicFrameMk id="4" creationId="{00000000-0000-0000-0000-000000000000}"/>
          </ac:graphicFrameMkLst>
        </pc:graphicFrameChg>
      </pc:sldChg>
      <pc:sldChg chg="addSp modSp mod ord modNotesTx">
        <pc:chgData name="Prathik, A.K. (Anand Krishnan)" userId="530651e5-3022-4133-8f7a-bf605e28fdd6" providerId="ADAL" clId="{ADA7A2FA-4D5E-4F37-8241-71D0B554FD81}" dt="2026-07-18T11:38:26.450" v="2094" actId="6549"/>
        <pc:sldMkLst>
          <pc:docMk/>
          <pc:sldMk cId="0" sldId="380"/>
        </pc:sldMkLst>
        <pc:spChg chg="mod">
          <ac:chgData name="Prathik, A.K. (Anand Krishnan)" userId="530651e5-3022-4133-8f7a-bf605e28fdd6" providerId="ADAL" clId="{ADA7A2FA-4D5E-4F37-8241-71D0B554FD81}" dt="2026-07-18T11:38:26.450" v="2094" actId="6549"/>
          <ac:spMkLst>
            <pc:docMk/>
            <pc:sldMk cId="0" sldId="380"/>
            <ac:spMk id="3" creationId="{00000000-0000-0000-0000-000000000000}"/>
          </ac:spMkLst>
        </pc:spChg>
        <pc:spChg chg="add mod">
          <ac:chgData name="Prathik, A.K. (Anand Krishnan)" userId="530651e5-3022-4133-8f7a-bf605e28fdd6" providerId="ADAL" clId="{ADA7A2FA-4D5E-4F37-8241-71D0B554FD81}" dt="2026-07-17T09:46:04.394" v="885" actId="20577"/>
          <ac:spMkLst>
            <pc:docMk/>
            <pc:sldMk cId="0" sldId="380"/>
            <ac:spMk id="4" creationId="{2B0FA8B5-1750-E7D7-12A8-16F6A2EF93FB}"/>
          </ac:spMkLst>
        </pc:spChg>
        <pc:spChg chg="add mod">
          <ac:chgData name="Prathik, A.K. (Anand Krishnan)" userId="530651e5-3022-4133-8f7a-bf605e28fdd6" providerId="ADAL" clId="{ADA7A2FA-4D5E-4F37-8241-71D0B554FD81}" dt="2026-07-17T09:46:02.316" v="884"/>
          <ac:spMkLst>
            <pc:docMk/>
            <pc:sldMk cId="0" sldId="380"/>
            <ac:spMk id="5" creationId="{1F923145-A7A0-45AC-0EA0-9B1050AA6348}"/>
          </ac:spMkLst>
        </pc:spChg>
      </pc:sldChg>
      <pc:sldChg chg="addSp modSp mod ord">
        <pc:chgData name="Prathik, A.K. (Anand Krishnan)" userId="530651e5-3022-4133-8f7a-bf605e28fdd6" providerId="ADAL" clId="{ADA7A2FA-4D5E-4F37-8241-71D0B554FD81}" dt="2026-07-18T12:22:49.028" v="2128"/>
        <pc:sldMkLst>
          <pc:docMk/>
          <pc:sldMk cId="0" sldId="381"/>
        </pc:sldMkLst>
        <pc:spChg chg="add mod">
          <ac:chgData name="Prathik, A.K. (Anand Krishnan)" userId="530651e5-3022-4133-8f7a-bf605e28fdd6" providerId="ADAL" clId="{ADA7A2FA-4D5E-4F37-8241-71D0B554FD81}" dt="2026-07-17T09:46:09.908" v="889" actId="6549"/>
          <ac:spMkLst>
            <pc:docMk/>
            <pc:sldMk cId="0" sldId="381"/>
            <ac:spMk id="4" creationId="{5531B02A-EC30-C795-96EF-5352ACF6C276}"/>
          </ac:spMkLst>
        </pc:spChg>
        <pc:spChg chg="add mod">
          <ac:chgData name="Prathik, A.K. (Anand Krishnan)" userId="530651e5-3022-4133-8f7a-bf605e28fdd6" providerId="ADAL" clId="{ADA7A2FA-4D5E-4F37-8241-71D0B554FD81}" dt="2026-07-17T09:46:06.729" v="886"/>
          <ac:spMkLst>
            <pc:docMk/>
            <pc:sldMk cId="0" sldId="381"/>
            <ac:spMk id="5" creationId="{48DB3560-D545-A199-4307-F60C89526A7C}"/>
          </ac:spMkLst>
        </pc:spChg>
        <pc:graphicFrameChg chg="mod">
          <ac:chgData name="Prathik, A.K. (Anand Krishnan)" userId="530651e5-3022-4133-8f7a-bf605e28fdd6" providerId="ADAL" clId="{ADA7A2FA-4D5E-4F37-8241-71D0B554FD81}" dt="2026-07-15T23:58:30.102" v="718" actId="1076"/>
          <ac:graphicFrameMkLst>
            <pc:docMk/>
            <pc:sldMk cId="0" sldId="381"/>
            <ac:graphicFrameMk id="3" creationId="{00000000-0000-0000-0000-000000000000}"/>
          </ac:graphicFrameMkLst>
        </pc:graphicFrameChg>
      </pc:sldChg>
      <pc:sldChg chg="addSp modSp mod">
        <pc:chgData name="Prathik, A.K. (Anand Krishnan)" userId="530651e5-3022-4133-8f7a-bf605e28fdd6" providerId="ADAL" clId="{ADA7A2FA-4D5E-4F37-8241-71D0B554FD81}" dt="2026-07-17T09:46:17.227" v="893" actId="6549"/>
        <pc:sldMkLst>
          <pc:docMk/>
          <pc:sldMk cId="0" sldId="382"/>
        </pc:sldMkLst>
        <pc:spChg chg="add mod">
          <ac:chgData name="Prathik, A.K. (Anand Krishnan)" userId="530651e5-3022-4133-8f7a-bf605e28fdd6" providerId="ADAL" clId="{ADA7A2FA-4D5E-4F37-8241-71D0B554FD81}" dt="2026-07-17T09:46:17.227" v="893" actId="6549"/>
          <ac:spMkLst>
            <pc:docMk/>
            <pc:sldMk cId="0" sldId="382"/>
            <ac:spMk id="4" creationId="{52673E92-C949-BEFA-B88A-ECD4084C9198}"/>
          </ac:spMkLst>
        </pc:spChg>
        <pc:spChg chg="add mod">
          <ac:chgData name="Prathik, A.K. (Anand Krishnan)" userId="530651e5-3022-4133-8f7a-bf605e28fdd6" providerId="ADAL" clId="{ADA7A2FA-4D5E-4F37-8241-71D0B554FD81}" dt="2026-07-17T09:46:12.805" v="890"/>
          <ac:spMkLst>
            <pc:docMk/>
            <pc:sldMk cId="0" sldId="382"/>
            <ac:spMk id="5" creationId="{7DFABDD7-1580-8FDA-08FA-FD8598CBE1EA}"/>
          </ac:spMkLst>
        </pc:spChg>
      </pc:sldChg>
      <pc:sldChg chg="addSp modSp mod">
        <pc:chgData name="Prathik, A.K. (Anand Krishnan)" userId="530651e5-3022-4133-8f7a-bf605e28fdd6" providerId="ADAL" clId="{ADA7A2FA-4D5E-4F37-8241-71D0B554FD81}" dt="2026-07-17T09:46:23.105" v="897" actId="6549"/>
        <pc:sldMkLst>
          <pc:docMk/>
          <pc:sldMk cId="0" sldId="383"/>
        </pc:sldMkLst>
        <pc:spChg chg="add mod">
          <ac:chgData name="Prathik, A.K. (Anand Krishnan)" userId="530651e5-3022-4133-8f7a-bf605e28fdd6" providerId="ADAL" clId="{ADA7A2FA-4D5E-4F37-8241-71D0B554FD81}" dt="2026-07-17T09:46:23.105" v="897" actId="6549"/>
          <ac:spMkLst>
            <pc:docMk/>
            <pc:sldMk cId="0" sldId="383"/>
            <ac:spMk id="5" creationId="{65D3248E-4749-F919-7368-DE2283AFDD29}"/>
          </ac:spMkLst>
        </pc:spChg>
        <pc:spChg chg="add mod">
          <ac:chgData name="Prathik, A.K. (Anand Krishnan)" userId="530651e5-3022-4133-8f7a-bf605e28fdd6" providerId="ADAL" clId="{ADA7A2FA-4D5E-4F37-8241-71D0B554FD81}" dt="2026-07-17T09:46:20.484" v="894"/>
          <ac:spMkLst>
            <pc:docMk/>
            <pc:sldMk cId="0" sldId="383"/>
            <ac:spMk id="6" creationId="{F199369D-37B1-06F6-CBB4-90B713D545F1}"/>
          </ac:spMkLst>
        </pc:spChg>
      </pc:sldChg>
      <pc:sldChg chg="addSp modSp mod">
        <pc:chgData name="Prathik, A.K. (Anand Krishnan)" userId="530651e5-3022-4133-8f7a-bf605e28fdd6" providerId="ADAL" clId="{ADA7A2FA-4D5E-4F37-8241-71D0B554FD81}" dt="2026-07-17T13:06:07.709" v="1214" actId="113"/>
        <pc:sldMkLst>
          <pc:docMk/>
          <pc:sldMk cId="0" sldId="384"/>
        </pc:sldMkLst>
        <pc:spChg chg="mod">
          <ac:chgData name="Prathik, A.K. (Anand Krishnan)" userId="530651e5-3022-4133-8f7a-bf605e28fdd6" providerId="ADAL" clId="{ADA7A2FA-4D5E-4F37-8241-71D0B554FD81}" dt="2026-07-16T01:12:50.504" v="719" actId="2711"/>
          <ac:spMkLst>
            <pc:docMk/>
            <pc:sldMk cId="0" sldId="384"/>
            <ac:spMk id="2" creationId="{00000000-0000-0000-0000-000000000000}"/>
          </ac:spMkLst>
        </pc:spChg>
        <pc:spChg chg="add mod">
          <ac:chgData name="Prathik, A.K. (Anand Krishnan)" userId="530651e5-3022-4133-8f7a-bf605e28fdd6" providerId="ADAL" clId="{ADA7A2FA-4D5E-4F37-8241-71D0B554FD81}" dt="2026-07-17T09:46:28.808" v="901" actId="6549"/>
          <ac:spMkLst>
            <pc:docMk/>
            <pc:sldMk cId="0" sldId="384"/>
            <ac:spMk id="5" creationId="{F6FB2B8F-7B26-221B-6D1C-4A39FA932799}"/>
          </ac:spMkLst>
        </pc:spChg>
        <pc:spChg chg="add mod">
          <ac:chgData name="Prathik, A.K. (Anand Krishnan)" userId="530651e5-3022-4133-8f7a-bf605e28fdd6" providerId="ADAL" clId="{ADA7A2FA-4D5E-4F37-8241-71D0B554FD81}" dt="2026-07-17T09:46:26.117" v="898"/>
          <ac:spMkLst>
            <pc:docMk/>
            <pc:sldMk cId="0" sldId="384"/>
            <ac:spMk id="6" creationId="{FCC15BE4-D9A7-7EBD-9B6B-BFD59ADE359A}"/>
          </ac:spMkLst>
        </pc:spChg>
        <pc:graphicFrameChg chg="mod modGraphic">
          <ac:chgData name="Prathik, A.K. (Anand Krishnan)" userId="530651e5-3022-4133-8f7a-bf605e28fdd6" providerId="ADAL" clId="{ADA7A2FA-4D5E-4F37-8241-71D0B554FD81}" dt="2026-07-17T13:06:07.709" v="1214" actId="113"/>
          <ac:graphicFrameMkLst>
            <pc:docMk/>
            <pc:sldMk cId="0" sldId="384"/>
            <ac:graphicFrameMk id="4" creationId="{00000000-0000-0000-0000-000000000000}"/>
          </ac:graphicFrameMkLst>
        </pc:graphicFrameChg>
      </pc:sldChg>
      <pc:sldChg chg="addSp delSp modSp mod">
        <pc:chgData name="Prathik, A.K. (Anand Krishnan)" userId="530651e5-3022-4133-8f7a-bf605e28fdd6" providerId="ADAL" clId="{ADA7A2FA-4D5E-4F37-8241-71D0B554FD81}" dt="2026-07-17T09:46:36.648" v="906" actId="6549"/>
        <pc:sldMkLst>
          <pc:docMk/>
          <pc:sldMk cId="0" sldId="385"/>
        </pc:sldMkLst>
        <pc:spChg chg="add mod">
          <ac:chgData name="Prathik, A.K. (Anand Krishnan)" userId="530651e5-3022-4133-8f7a-bf605e28fdd6" providerId="ADAL" clId="{ADA7A2FA-4D5E-4F37-8241-71D0B554FD81}" dt="2026-07-17T09:46:36.648" v="906" actId="6549"/>
          <ac:spMkLst>
            <pc:docMk/>
            <pc:sldMk cId="0" sldId="385"/>
            <ac:spMk id="3" creationId="{6D89BF6A-57E5-4980-0396-81737AAA91E0}"/>
          </ac:spMkLst>
        </pc:spChg>
        <pc:spChg chg="add mod">
          <ac:chgData name="Prathik, A.K. (Anand Krishnan)" userId="530651e5-3022-4133-8f7a-bf605e28fdd6" providerId="ADAL" clId="{ADA7A2FA-4D5E-4F37-8241-71D0B554FD81}" dt="2026-07-17T09:46:34.350" v="903"/>
          <ac:spMkLst>
            <pc:docMk/>
            <pc:sldMk cId="0" sldId="385"/>
            <ac:spMk id="5" creationId="{25EDBF7A-49CD-3728-3616-9AE7DC3E734A}"/>
          </ac:spMkLst>
        </pc:spChg>
        <pc:spChg chg="del">
          <ac:chgData name="Prathik, A.K. (Anand Krishnan)" userId="530651e5-3022-4133-8f7a-bf605e28fdd6" providerId="ADAL" clId="{ADA7A2FA-4D5E-4F37-8241-71D0B554FD81}" dt="2026-07-17T09:46:33.460" v="902" actId="478"/>
          <ac:spMkLst>
            <pc:docMk/>
            <pc:sldMk cId="0" sldId="385"/>
            <ac:spMk id="15" creationId="{02513EA3-3289-C279-970A-C90A0DB554EE}"/>
          </ac:spMkLst>
        </pc:spChg>
      </pc:sldChg>
      <pc:sldChg chg="addSp delSp modSp mod modClrScheme delAnim modAnim chgLayout">
        <pc:chgData name="Prathik, A.K. (Anand Krishnan)" userId="530651e5-3022-4133-8f7a-bf605e28fdd6" providerId="ADAL" clId="{ADA7A2FA-4D5E-4F37-8241-71D0B554FD81}" dt="2026-07-17T13:01:25.732" v="1187" actId="20577"/>
        <pc:sldMkLst>
          <pc:docMk/>
          <pc:sldMk cId="3062990431" sldId="386"/>
        </pc:sldMkLst>
        <pc:spChg chg="mod ord">
          <ac:chgData name="Prathik, A.K. (Anand Krishnan)" userId="530651e5-3022-4133-8f7a-bf605e28fdd6" providerId="ADAL" clId="{ADA7A2FA-4D5E-4F37-8241-71D0B554FD81}" dt="2026-07-17T13:01:25.732" v="1187" actId="20577"/>
          <ac:spMkLst>
            <pc:docMk/>
            <pc:sldMk cId="3062990431" sldId="386"/>
            <ac:spMk id="2" creationId="{B0F8103F-EE4D-510D-C473-DDC368156B0D}"/>
          </ac:spMkLst>
        </pc:spChg>
        <pc:spChg chg="add mod">
          <ac:chgData name="Prathik, A.K. (Anand Krishnan)" userId="530651e5-3022-4133-8f7a-bf605e28fdd6" providerId="ADAL" clId="{ADA7A2FA-4D5E-4F37-8241-71D0B554FD81}" dt="2026-07-17T09:45:16.203" v="866" actId="20577"/>
          <ac:spMkLst>
            <pc:docMk/>
            <pc:sldMk cId="3062990431" sldId="386"/>
            <ac:spMk id="3" creationId="{48B9F016-1298-3E60-CB3A-D6A94FC33D05}"/>
          </ac:spMkLst>
        </pc:spChg>
        <pc:spChg chg="add mod">
          <ac:chgData name="Prathik, A.K. (Anand Krishnan)" userId="530651e5-3022-4133-8f7a-bf605e28fdd6" providerId="ADAL" clId="{ADA7A2FA-4D5E-4F37-8241-71D0B554FD81}" dt="2026-07-17T09:45:12.914" v="864"/>
          <ac:spMkLst>
            <pc:docMk/>
            <pc:sldMk cId="3062990431" sldId="386"/>
            <ac:spMk id="4" creationId="{BCB0B5C9-7EEF-37C1-699A-FAE77C0AFD62}"/>
          </ac:spMkLst>
        </pc:spChg>
        <pc:spChg chg="del mod ord">
          <ac:chgData name="Prathik, A.K. (Anand Krishnan)" userId="530651e5-3022-4133-8f7a-bf605e28fdd6" providerId="ADAL" clId="{ADA7A2FA-4D5E-4F37-8241-71D0B554FD81}" dt="2026-07-17T09:45:11.775" v="863" actId="478"/>
          <ac:spMkLst>
            <pc:docMk/>
            <pc:sldMk cId="3062990431" sldId="386"/>
            <ac:spMk id="5" creationId="{A6C494D0-CAF4-2824-310F-2A0F32CB9185}"/>
          </ac:spMkLst>
        </pc:spChg>
        <pc:spChg chg="del mod ord">
          <ac:chgData name="Prathik, A.K. (Anand Krishnan)" userId="530651e5-3022-4133-8f7a-bf605e28fdd6" providerId="ADAL" clId="{ADA7A2FA-4D5E-4F37-8241-71D0B554FD81}" dt="2026-07-17T09:45:11.775" v="863" actId="478"/>
          <ac:spMkLst>
            <pc:docMk/>
            <pc:sldMk cId="3062990431" sldId="386"/>
            <ac:spMk id="6" creationId="{38FCEC4F-BAA3-61AB-655E-9BAE396EBB39}"/>
          </ac:spMkLst>
        </pc:spChg>
        <pc:spChg chg="mod ord">
          <ac:chgData name="Prathik, A.K. (Anand Krishnan)" userId="530651e5-3022-4133-8f7a-bf605e28fdd6" providerId="ADAL" clId="{ADA7A2FA-4D5E-4F37-8241-71D0B554FD81}" dt="2026-07-16T12:32:37.332" v="810" actId="14100"/>
          <ac:spMkLst>
            <pc:docMk/>
            <pc:sldMk cId="3062990431" sldId="386"/>
            <ac:spMk id="14" creationId="{8B156FB7-57E9-208A-E480-0BBCAFB87E9E}"/>
          </ac:spMkLst>
        </pc:spChg>
        <pc:picChg chg="add mod modCrop">
          <ac:chgData name="Prathik, A.K. (Anand Krishnan)" userId="530651e5-3022-4133-8f7a-bf605e28fdd6" providerId="ADAL" clId="{ADA7A2FA-4D5E-4F37-8241-71D0B554FD81}" dt="2026-07-17T12:41:09.653" v="1009" actId="1076"/>
          <ac:picMkLst>
            <pc:docMk/>
            <pc:sldMk cId="3062990431" sldId="386"/>
            <ac:picMk id="8" creationId="{BB88C0FE-0CB0-16FF-DC63-014EFF9E94D9}"/>
          </ac:picMkLst>
        </pc:picChg>
        <pc:picChg chg="add del mod modCrop">
          <ac:chgData name="Prathik, A.K. (Anand Krishnan)" userId="530651e5-3022-4133-8f7a-bf605e28fdd6" providerId="ADAL" clId="{ADA7A2FA-4D5E-4F37-8241-71D0B554FD81}" dt="2026-07-17T12:41:05.163" v="1007" actId="21"/>
          <ac:picMkLst>
            <pc:docMk/>
            <pc:sldMk cId="3062990431" sldId="386"/>
            <ac:picMk id="10" creationId="{F071A2D4-B077-F394-849B-7310016DEA44}"/>
          </ac:picMkLst>
        </pc:picChg>
        <pc:picChg chg="add del mod">
          <ac:chgData name="Prathik, A.K. (Anand Krishnan)" userId="530651e5-3022-4133-8f7a-bf605e28fdd6" providerId="ADAL" clId="{ADA7A2FA-4D5E-4F37-8241-71D0B554FD81}" dt="2026-07-17T11:32:02.708" v="980" actId="478"/>
          <ac:picMkLst>
            <pc:docMk/>
            <pc:sldMk cId="3062990431" sldId="386"/>
            <ac:picMk id="12" creationId="{5DFFE646-98F1-F8B2-D08B-41F78318587C}"/>
          </ac:picMkLst>
        </pc:picChg>
        <pc:picChg chg="add del mod">
          <ac:chgData name="Prathik, A.K. (Anand Krishnan)" userId="530651e5-3022-4133-8f7a-bf605e28fdd6" providerId="ADAL" clId="{ADA7A2FA-4D5E-4F37-8241-71D0B554FD81}" dt="2026-07-17T12:43:26.260" v="1031" actId="478"/>
          <ac:picMkLst>
            <pc:docMk/>
            <pc:sldMk cId="3062990431" sldId="386"/>
            <ac:picMk id="13" creationId="{F071A2D4-B077-F394-849B-7310016DEA44}"/>
          </ac:picMkLst>
        </pc:picChg>
        <pc:picChg chg="add del mod ord">
          <ac:chgData name="Prathik, A.K. (Anand Krishnan)" userId="530651e5-3022-4133-8f7a-bf605e28fdd6" providerId="ADAL" clId="{ADA7A2FA-4D5E-4F37-8241-71D0B554FD81}" dt="2026-07-17T10:47:47.371" v="924" actId="478"/>
          <ac:picMkLst>
            <pc:docMk/>
            <pc:sldMk cId="3062990431" sldId="386"/>
            <ac:picMk id="16" creationId="{8B878AFF-6775-1004-890D-B5DB7259D3F6}"/>
          </ac:picMkLst>
        </pc:picChg>
        <pc:picChg chg="add mod">
          <ac:chgData name="Prathik, A.K. (Anand Krishnan)" userId="530651e5-3022-4133-8f7a-bf605e28fdd6" providerId="ADAL" clId="{ADA7A2FA-4D5E-4F37-8241-71D0B554FD81}" dt="2026-07-17T12:43:47.183" v="1038" actId="1076"/>
          <ac:picMkLst>
            <pc:docMk/>
            <pc:sldMk cId="3062990431" sldId="386"/>
            <ac:picMk id="17" creationId="{4F642515-1E5E-BFF4-F49C-22DEAA740FD6}"/>
          </ac:picMkLst>
        </pc:picChg>
        <pc:picChg chg="add del mod modCrop">
          <ac:chgData name="Prathik, A.K. (Anand Krishnan)" userId="530651e5-3022-4133-8f7a-bf605e28fdd6" providerId="ADAL" clId="{ADA7A2FA-4D5E-4F37-8241-71D0B554FD81}" dt="2026-07-17T10:49:44.191" v="942" actId="478"/>
          <ac:picMkLst>
            <pc:docMk/>
            <pc:sldMk cId="3062990431" sldId="386"/>
            <ac:picMk id="19" creationId="{4A2B218E-057D-E548-4257-04047603E3BC}"/>
          </ac:picMkLst>
        </pc:picChg>
      </pc:sldChg>
      <pc:sldChg chg="addSp delSp modSp mod delAnim modAnim">
        <pc:chgData name="Prathik, A.K. (Anand Krishnan)" userId="530651e5-3022-4133-8f7a-bf605e28fdd6" providerId="ADAL" clId="{ADA7A2FA-4D5E-4F37-8241-71D0B554FD81}" dt="2026-07-17T13:01:39.038" v="1189"/>
        <pc:sldMkLst>
          <pc:docMk/>
          <pc:sldMk cId="3693165435" sldId="387"/>
        </pc:sldMkLst>
        <pc:spChg chg="mod">
          <ac:chgData name="Prathik, A.K. (Anand Krishnan)" userId="530651e5-3022-4133-8f7a-bf605e28fdd6" providerId="ADAL" clId="{ADA7A2FA-4D5E-4F37-8241-71D0B554FD81}" dt="2026-07-17T13:01:39.038" v="1189"/>
          <ac:spMkLst>
            <pc:docMk/>
            <pc:sldMk cId="3693165435" sldId="387"/>
            <ac:spMk id="2" creationId="{FE313012-09D3-1A9B-AF4C-9E8DC15FDCBF}"/>
          </ac:spMkLst>
        </pc:spChg>
        <pc:spChg chg="add mod">
          <ac:chgData name="Prathik, A.K. (Anand Krishnan)" userId="530651e5-3022-4133-8f7a-bf605e28fdd6" providerId="ADAL" clId="{ADA7A2FA-4D5E-4F37-8241-71D0B554FD81}" dt="2026-07-17T09:45:33.258" v="870" actId="20577"/>
          <ac:spMkLst>
            <pc:docMk/>
            <pc:sldMk cId="3693165435" sldId="387"/>
            <ac:spMk id="3" creationId="{B128BC2B-94F5-40A0-104F-D7C5D5C4093B}"/>
          </ac:spMkLst>
        </pc:spChg>
        <pc:spChg chg="add mod">
          <ac:chgData name="Prathik, A.K. (Anand Krishnan)" userId="530651e5-3022-4133-8f7a-bf605e28fdd6" providerId="ADAL" clId="{ADA7A2FA-4D5E-4F37-8241-71D0B554FD81}" dt="2026-07-17T09:45:28.053" v="868"/>
          <ac:spMkLst>
            <pc:docMk/>
            <pc:sldMk cId="3693165435" sldId="387"/>
            <ac:spMk id="4" creationId="{E3EFD9A6-1174-C260-72E8-68D6B95E7064}"/>
          </ac:spMkLst>
        </pc:spChg>
        <pc:spChg chg="del">
          <ac:chgData name="Prathik, A.K. (Anand Krishnan)" userId="530651e5-3022-4133-8f7a-bf605e28fdd6" providerId="ADAL" clId="{ADA7A2FA-4D5E-4F37-8241-71D0B554FD81}" dt="2026-07-17T09:45:26.622" v="867" actId="478"/>
          <ac:spMkLst>
            <pc:docMk/>
            <pc:sldMk cId="3693165435" sldId="387"/>
            <ac:spMk id="5" creationId="{5D9DB464-2C55-E242-8EE1-4594B58EEFAF}"/>
          </ac:spMkLst>
        </pc:spChg>
        <pc:spChg chg="del">
          <ac:chgData name="Prathik, A.K. (Anand Krishnan)" userId="530651e5-3022-4133-8f7a-bf605e28fdd6" providerId="ADAL" clId="{ADA7A2FA-4D5E-4F37-8241-71D0B554FD81}" dt="2026-07-17T09:45:26.622" v="867" actId="478"/>
          <ac:spMkLst>
            <pc:docMk/>
            <pc:sldMk cId="3693165435" sldId="387"/>
            <ac:spMk id="6" creationId="{72EC3D02-B0BB-FFA9-9234-C104BC7415F3}"/>
          </ac:spMkLst>
        </pc:spChg>
        <pc:spChg chg="add del mod">
          <ac:chgData name="Prathik, A.K. (Anand Krishnan)" userId="530651e5-3022-4133-8f7a-bf605e28fdd6" providerId="ADAL" clId="{ADA7A2FA-4D5E-4F37-8241-71D0B554FD81}" dt="2026-07-17T11:31:14.701" v="974"/>
          <ac:spMkLst>
            <pc:docMk/>
            <pc:sldMk cId="3693165435" sldId="387"/>
            <ac:spMk id="8" creationId="{77090EDE-3A76-D1B3-25A1-27FEAAC1C7BD}"/>
          </ac:spMkLst>
        </pc:spChg>
        <pc:spChg chg="mod">
          <ac:chgData name="Prathik, A.K. (Anand Krishnan)" userId="530651e5-3022-4133-8f7a-bf605e28fdd6" providerId="ADAL" clId="{ADA7A2FA-4D5E-4F37-8241-71D0B554FD81}" dt="2026-07-17T11:34:18.652" v="991" actId="27636"/>
          <ac:spMkLst>
            <pc:docMk/>
            <pc:sldMk cId="3693165435" sldId="387"/>
            <ac:spMk id="14" creationId="{BB946E48-A58A-E341-8E2A-B86689F2CD99}"/>
          </ac:spMkLst>
        </pc:spChg>
        <pc:picChg chg="del">
          <ac:chgData name="Prathik, A.K. (Anand Krishnan)" userId="530651e5-3022-4133-8f7a-bf605e28fdd6" providerId="ADAL" clId="{ADA7A2FA-4D5E-4F37-8241-71D0B554FD81}" dt="2026-07-17T11:31:14.365" v="972" actId="478"/>
          <ac:picMkLst>
            <pc:docMk/>
            <pc:sldMk cId="3693165435" sldId="387"/>
            <ac:picMk id="10" creationId="{01F7190C-E139-F23A-E5A3-74CBDDA78EED}"/>
          </ac:picMkLst>
        </pc:picChg>
        <pc:picChg chg="add mod ord modCrop">
          <ac:chgData name="Prathik, A.K. (Anand Krishnan)" userId="530651e5-3022-4133-8f7a-bf605e28fdd6" providerId="ADAL" clId="{ADA7A2FA-4D5E-4F37-8241-71D0B554FD81}" dt="2026-07-17T12:42:38.823" v="1021" actId="1076"/>
          <ac:picMkLst>
            <pc:docMk/>
            <pc:sldMk cId="3693165435" sldId="387"/>
            <ac:picMk id="11" creationId="{BCAE6351-408C-E6CE-2450-FC9BD3895183}"/>
          </ac:picMkLst>
        </pc:picChg>
        <pc:picChg chg="add del mod">
          <ac:chgData name="Prathik, A.K. (Anand Krishnan)" userId="530651e5-3022-4133-8f7a-bf605e28fdd6" providerId="ADAL" clId="{ADA7A2FA-4D5E-4F37-8241-71D0B554FD81}" dt="2026-07-17T12:46:39.699" v="1040" actId="478"/>
          <ac:picMkLst>
            <pc:docMk/>
            <pc:sldMk cId="3693165435" sldId="387"/>
            <ac:picMk id="13" creationId="{6AB2DA7B-C041-B13E-7BC4-E81B647E92A8}"/>
          </ac:picMkLst>
        </pc:picChg>
        <pc:picChg chg="add mod">
          <ac:chgData name="Prathik, A.K. (Anand Krishnan)" userId="530651e5-3022-4133-8f7a-bf605e28fdd6" providerId="ADAL" clId="{ADA7A2FA-4D5E-4F37-8241-71D0B554FD81}" dt="2026-07-17T12:47:03.659" v="1048" actId="1076"/>
          <ac:picMkLst>
            <pc:docMk/>
            <pc:sldMk cId="3693165435" sldId="387"/>
            <ac:picMk id="16" creationId="{24C3D150-F0D0-9CB0-D171-C532DC4ACE1C}"/>
          </ac:picMkLst>
        </pc:picChg>
      </pc:sldChg>
      <pc:sldChg chg="addSp delSp modSp mod delAnim modAnim">
        <pc:chgData name="Prathik, A.K. (Anand Krishnan)" userId="530651e5-3022-4133-8f7a-bf605e28fdd6" providerId="ADAL" clId="{ADA7A2FA-4D5E-4F37-8241-71D0B554FD81}" dt="2026-07-17T13:01:41.581" v="1191"/>
        <pc:sldMkLst>
          <pc:docMk/>
          <pc:sldMk cId="3395310774" sldId="388"/>
        </pc:sldMkLst>
        <pc:spChg chg="mod">
          <ac:chgData name="Prathik, A.K. (Anand Krishnan)" userId="530651e5-3022-4133-8f7a-bf605e28fdd6" providerId="ADAL" clId="{ADA7A2FA-4D5E-4F37-8241-71D0B554FD81}" dt="2026-07-17T13:01:41.581" v="1191"/>
          <ac:spMkLst>
            <pc:docMk/>
            <pc:sldMk cId="3395310774" sldId="388"/>
            <ac:spMk id="2" creationId="{B65B3EBF-0089-0D25-E22E-2591D97635DE}"/>
          </ac:spMkLst>
        </pc:spChg>
        <pc:spChg chg="add mod">
          <ac:chgData name="Prathik, A.K. (Anand Krishnan)" userId="530651e5-3022-4133-8f7a-bf605e28fdd6" providerId="ADAL" clId="{ADA7A2FA-4D5E-4F37-8241-71D0B554FD81}" dt="2026-07-17T09:45:46.679" v="877" actId="20577"/>
          <ac:spMkLst>
            <pc:docMk/>
            <pc:sldMk cId="3395310774" sldId="388"/>
            <ac:spMk id="3" creationId="{96AB0BF1-6AD8-449B-1D8E-6C32AF383996}"/>
          </ac:spMkLst>
        </pc:spChg>
        <pc:spChg chg="add mod">
          <ac:chgData name="Prathik, A.K. (Anand Krishnan)" userId="530651e5-3022-4133-8f7a-bf605e28fdd6" providerId="ADAL" clId="{ADA7A2FA-4D5E-4F37-8241-71D0B554FD81}" dt="2026-07-17T09:45:43.651" v="874"/>
          <ac:spMkLst>
            <pc:docMk/>
            <pc:sldMk cId="3395310774" sldId="388"/>
            <ac:spMk id="4" creationId="{F128088E-42DF-9D32-0C98-7CDC9B6BF489}"/>
          </ac:spMkLst>
        </pc:spChg>
        <pc:spChg chg="del">
          <ac:chgData name="Prathik, A.K. (Anand Krishnan)" userId="530651e5-3022-4133-8f7a-bf605e28fdd6" providerId="ADAL" clId="{ADA7A2FA-4D5E-4F37-8241-71D0B554FD81}" dt="2026-07-17T09:45:39.848" v="871" actId="478"/>
          <ac:spMkLst>
            <pc:docMk/>
            <pc:sldMk cId="3395310774" sldId="388"/>
            <ac:spMk id="5" creationId="{AE5D15BE-74D8-C492-A460-1F914B8428E6}"/>
          </ac:spMkLst>
        </pc:spChg>
        <pc:spChg chg="del mod">
          <ac:chgData name="Prathik, A.K. (Anand Krishnan)" userId="530651e5-3022-4133-8f7a-bf605e28fdd6" providerId="ADAL" clId="{ADA7A2FA-4D5E-4F37-8241-71D0B554FD81}" dt="2026-07-17T09:45:42.383" v="873" actId="478"/>
          <ac:spMkLst>
            <pc:docMk/>
            <pc:sldMk cId="3395310774" sldId="388"/>
            <ac:spMk id="6" creationId="{2A918601-C140-54E8-1D14-49134BC9D977}"/>
          </ac:spMkLst>
        </pc:spChg>
        <pc:spChg chg="add del mod">
          <ac:chgData name="Prathik, A.K. (Anand Krishnan)" userId="530651e5-3022-4133-8f7a-bf605e28fdd6" providerId="ADAL" clId="{ADA7A2FA-4D5E-4F37-8241-71D0B554FD81}" dt="2026-07-17T11:25:32.429" v="960"/>
          <ac:spMkLst>
            <pc:docMk/>
            <pc:sldMk cId="3395310774" sldId="388"/>
            <ac:spMk id="9" creationId="{CA0D14C8-B128-5E9D-DBEC-17770A2DC511}"/>
          </ac:spMkLst>
        </pc:spChg>
        <pc:picChg chg="del">
          <ac:chgData name="Prathik, A.K. (Anand Krishnan)" userId="530651e5-3022-4133-8f7a-bf605e28fdd6" providerId="ADAL" clId="{ADA7A2FA-4D5E-4F37-8241-71D0B554FD81}" dt="2026-07-17T11:25:30.424" v="958" actId="478"/>
          <ac:picMkLst>
            <pc:docMk/>
            <pc:sldMk cId="3395310774" sldId="388"/>
            <ac:picMk id="8" creationId="{BD30F48F-4526-E6DC-CDC9-A2F41C268519}"/>
          </ac:picMkLst>
        </pc:picChg>
        <pc:picChg chg="add mod ord modCrop">
          <ac:chgData name="Prathik, A.K. (Anand Krishnan)" userId="530651e5-3022-4133-8f7a-bf605e28fdd6" providerId="ADAL" clId="{ADA7A2FA-4D5E-4F37-8241-71D0B554FD81}" dt="2026-07-17T11:34:52.853" v="994" actId="1076"/>
          <ac:picMkLst>
            <pc:docMk/>
            <pc:sldMk cId="3395310774" sldId="388"/>
            <ac:picMk id="11" creationId="{EE68DBF6-7A08-92EE-6F15-24CE0A8EAFF5}"/>
          </ac:picMkLst>
        </pc:picChg>
        <pc:picChg chg="add del mod">
          <ac:chgData name="Prathik, A.K. (Anand Krishnan)" userId="530651e5-3022-4133-8f7a-bf605e28fdd6" providerId="ADAL" clId="{ADA7A2FA-4D5E-4F37-8241-71D0B554FD81}" dt="2026-07-17T11:30:33.590" v="970" actId="478"/>
          <ac:picMkLst>
            <pc:docMk/>
            <pc:sldMk cId="3395310774" sldId="388"/>
            <ac:picMk id="13" creationId="{DF98B9DE-8419-8233-22EF-7FD8362C063F}"/>
          </ac:picMkLst>
        </pc:picChg>
        <pc:picChg chg="add del mod">
          <ac:chgData name="Prathik, A.K. (Anand Krishnan)" userId="530651e5-3022-4133-8f7a-bf605e28fdd6" providerId="ADAL" clId="{ADA7A2FA-4D5E-4F37-8241-71D0B554FD81}" dt="2026-07-17T12:49:30.970" v="1050" actId="478"/>
          <ac:picMkLst>
            <pc:docMk/>
            <pc:sldMk cId="3395310774" sldId="388"/>
            <ac:picMk id="16" creationId="{B7865C61-C400-0C0C-C650-88EED909F3AA}"/>
          </ac:picMkLst>
        </pc:picChg>
        <pc:picChg chg="add mod">
          <ac:chgData name="Prathik, A.K. (Anand Krishnan)" userId="530651e5-3022-4133-8f7a-bf605e28fdd6" providerId="ADAL" clId="{ADA7A2FA-4D5E-4F37-8241-71D0B554FD81}" dt="2026-07-17T12:49:41.504" v="1054" actId="1076"/>
          <ac:picMkLst>
            <pc:docMk/>
            <pc:sldMk cId="3395310774" sldId="388"/>
            <ac:picMk id="18" creationId="{A52FE456-DDB6-CD81-B55B-05931718A559}"/>
          </ac:picMkLst>
        </pc:picChg>
      </pc:sldChg>
      <pc:sldChg chg="addSp delSp modSp mod modAnim">
        <pc:chgData name="Prathik, A.K. (Anand Krishnan)" userId="530651e5-3022-4133-8f7a-bf605e28fdd6" providerId="ADAL" clId="{ADA7A2FA-4D5E-4F37-8241-71D0B554FD81}" dt="2026-07-17T13:01:45.098" v="1193"/>
        <pc:sldMkLst>
          <pc:docMk/>
          <pc:sldMk cId="2097286474" sldId="389"/>
        </pc:sldMkLst>
        <pc:spChg chg="mod">
          <ac:chgData name="Prathik, A.K. (Anand Krishnan)" userId="530651e5-3022-4133-8f7a-bf605e28fdd6" providerId="ADAL" clId="{ADA7A2FA-4D5E-4F37-8241-71D0B554FD81}" dt="2026-07-17T13:01:45.098" v="1193"/>
          <ac:spMkLst>
            <pc:docMk/>
            <pc:sldMk cId="2097286474" sldId="389"/>
            <ac:spMk id="2" creationId="{FEF2E4AC-6480-D0E8-A817-3ECB7A309C5C}"/>
          </ac:spMkLst>
        </pc:spChg>
        <pc:spChg chg="add mod">
          <ac:chgData name="Prathik, A.K. (Anand Krishnan)" userId="530651e5-3022-4133-8f7a-bf605e28fdd6" providerId="ADAL" clId="{ADA7A2FA-4D5E-4F37-8241-71D0B554FD81}" dt="2026-07-17T09:45:57.214" v="883" actId="20577"/>
          <ac:spMkLst>
            <pc:docMk/>
            <pc:sldMk cId="2097286474" sldId="389"/>
            <ac:spMk id="3" creationId="{1356C986-3857-3D8D-DC6E-8FE1FA535F5D}"/>
          </ac:spMkLst>
        </pc:spChg>
        <pc:spChg chg="add mod">
          <ac:chgData name="Prathik, A.K. (Anand Krishnan)" userId="530651e5-3022-4133-8f7a-bf605e28fdd6" providerId="ADAL" clId="{ADA7A2FA-4D5E-4F37-8241-71D0B554FD81}" dt="2026-07-17T09:45:53.780" v="880"/>
          <ac:spMkLst>
            <pc:docMk/>
            <pc:sldMk cId="2097286474" sldId="389"/>
            <ac:spMk id="4" creationId="{8B04B0F6-7FC6-006C-D2E8-9B9E14841B61}"/>
          </ac:spMkLst>
        </pc:spChg>
        <pc:spChg chg="del">
          <ac:chgData name="Prathik, A.K. (Anand Krishnan)" userId="530651e5-3022-4133-8f7a-bf605e28fdd6" providerId="ADAL" clId="{ADA7A2FA-4D5E-4F37-8241-71D0B554FD81}" dt="2026-07-17T09:45:50.833" v="878" actId="478"/>
          <ac:spMkLst>
            <pc:docMk/>
            <pc:sldMk cId="2097286474" sldId="389"/>
            <ac:spMk id="5" creationId="{56A37117-BABC-4E5E-6908-66EADB2FD37B}"/>
          </ac:spMkLst>
        </pc:spChg>
        <pc:spChg chg="del">
          <ac:chgData name="Prathik, A.K. (Anand Krishnan)" userId="530651e5-3022-4133-8f7a-bf605e28fdd6" providerId="ADAL" clId="{ADA7A2FA-4D5E-4F37-8241-71D0B554FD81}" dt="2026-07-17T09:45:52.700" v="879" actId="478"/>
          <ac:spMkLst>
            <pc:docMk/>
            <pc:sldMk cId="2097286474" sldId="389"/>
            <ac:spMk id="6" creationId="{45F19780-B1A6-615B-54B3-7341952277CF}"/>
          </ac:spMkLst>
        </pc:spChg>
        <pc:spChg chg="add del mod">
          <ac:chgData name="Prathik, A.K. (Anand Krishnan)" userId="530651e5-3022-4133-8f7a-bf605e28fdd6" providerId="ADAL" clId="{ADA7A2FA-4D5E-4F37-8241-71D0B554FD81}" dt="2026-07-17T11:18:34.092" v="948" actId="478"/>
          <ac:spMkLst>
            <pc:docMk/>
            <pc:sldMk cId="2097286474" sldId="389"/>
            <ac:spMk id="9" creationId="{9FB9F2C8-11AF-B4D2-1DB3-9CBCCB1E53CE}"/>
          </ac:spMkLst>
        </pc:spChg>
        <pc:picChg chg="del">
          <ac:chgData name="Prathik, A.K. (Anand Krishnan)" userId="530651e5-3022-4133-8f7a-bf605e28fdd6" providerId="ADAL" clId="{ADA7A2FA-4D5E-4F37-8241-71D0B554FD81}" dt="2026-07-17T11:18:30.095" v="947" actId="478"/>
          <ac:picMkLst>
            <pc:docMk/>
            <pc:sldMk cId="2097286474" sldId="389"/>
            <ac:picMk id="8" creationId="{AA1D902D-FC2E-35D5-7C8A-F41DF4D673B9}"/>
          </ac:picMkLst>
        </pc:picChg>
        <pc:picChg chg="mod">
          <ac:chgData name="Prathik, A.K. (Anand Krishnan)" userId="530651e5-3022-4133-8f7a-bf605e28fdd6" providerId="ADAL" clId="{ADA7A2FA-4D5E-4F37-8241-71D0B554FD81}" dt="2026-07-17T11:25:07.509" v="957" actId="1076"/>
          <ac:picMkLst>
            <pc:docMk/>
            <pc:sldMk cId="2097286474" sldId="389"/>
            <ac:picMk id="10" creationId="{C5EFB625-46B3-AE47-020B-42A774C99EAF}"/>
          </ac:picMkLst>
        </pc:picChg>
        <pc:picChg chg="add mod modCrop">
          <ac:chgData name="Prathik, A.K. (Anand Krishnan)" userId="530651e5-3022-4133-8f7a-bf605e28fdd6" providerId="ADAL" clId="{ADA7A2FA-4D5E-4F37-8241-71D0B554FD81}" dt="2026-07-17T12:43:11.573" v="1030" actId="1076"/>
          <ac:picMkLst>
            <pc:docMk/>
            <pc:sldMk cId="2097286474" sldId="389"/>
            <ac:picMk id="12" creationId="{6579923C-5ECF-A216-28C0-1CCFB776929D}"/>
          </ac:picMkLst>
        </pc:picChg>
        <pc:picChg chg="add mod">
          <ac:chgData name="Prathik, A.K. (Anand Krishnan)" userId="530651e5-3022-4133-8f7a-bf605e28fdd6" providerId="ADAL" clId="{ADA7A2FA-4D5E-4F37-8241-71D0B554FD81}" dt="2026-07-17T12:52:37.477" v="1069" actId="1076"/>
          <ac:picMkLst>
            <pc:docMk/>
            <pc:sldMk cId="2097286474" sldId="389"/>
            <ac:picMk id="15" creationId="{8BB7A609-3321-72E2-EA44-866E70EFCA57}"/>
          </ac:picMkLst>
        </pc:picChg>
      </pc:sldChg>
      <pc:sldChg chg="addSp delSp modSp new mod modClrScheme chgLayout">
        <pc:chgData name="Prathik, A.K. (Anand Krishnan)" userId="530651e5-3022-4133-8f7a-bf605e28fdd6" providerId="ADAL" clId="{ADA7A2FA-4D5E-4F37-8241-71D0B554FD81}" dt="2026-07-17T09:43:24.863" v="847" actId="20577"/>
        <pc:sldMkLst>
          <pc:docMk/>
          <pc:sldMk cId="1904507137" sldId="390"/>
        </pc:sldMkLst>
        <pc:spChg chg="add mod">
          <ac:chgData name="Prathik, A.K. (Anand Krishnan)" userId="530651e5-3022-4133-8f7a-bf605e28fdd6" providerId="ADAL" clId="{ADA7A2FA-4D5E-4F37-8241-71D0B554FD81}" dt="2026-07-17T09:43:24.863" v="847" actId="20577"/>
          <ac:spMkLst>
            <pc:docMk/>
            <pc:sldMk cId="1904507137" sldId="390"/>
            <ac:spMk id="2" creationId="{A022FF79-EC3A-D453-2479-FFFA72B067F5}"/>
          </ac:spMkLst>
        </pc:spChg>
        <pc:spChg chg="add mod">
          <ac:chgData name="Prathik, A.K. (Anand Krishnan)" userId="530651e5-3022-4133-8f7a-bf605e28fdd6" providerId="ADAL" clId="{ADA7A2FA-4D5E-4F37-8241-71D0B554FD81}" dt="2026-07-17T09:42:38.775" v="837"/>
          <ac:spMkLst>
            <pc:docMk/>
            <pc:sldMk cId="1904507137" sldId="390"/>
            <ac:spMk id="4" creationId="{518A4E05-6229-FB6C-8F60-A208087782C8}"/>
          </ac:spMkLst>
        </pc:spChg>
        <pc:spChg chg="del mod ord">
          <ac:chgData name="Prathik, A.K. (Anand Krishnan)" userId="530651e5-3022-4133-8f7a-bf605e28fdd6" providerId="ADAL" clId="{ADA7A2FA-4D5E-4F37-8241-71D0B554FD81}" dt="2026-07-17T09:42:37.564" v="836" actId="478"/>
          <ac:spMkLst>
            <pc:docMk/>
            <pc:sldMk cId="1904507137" sldId="390"/>
            <ac:spMk id="5" creationId="{545038AF-3A0B-D8CB-108F-1150EB5B2820}"/>
          </ac:spMkLst>
        </pc:spChg>
        <pc:spChg chg="del mod ord">
          <ac:chgData name="Prathik, A.K. (Anand Krishnan)" userId="530651e5-3022-4133-8f7a-bf605e28fdd6" providerId="ADAL" clId="{ADA7A2FA-4D5E-4F37-8241-71D0B554FD81}" dt="2026-07-17T09:42:37.564" v="836" actId="478"/>
          <ac:spMkLst>
            <pc:docMk/>
            <pc:sldMk cId="1904507137" sldId="390"/>
            <ac:spMk id="6" creationId="{440B825E-E944-0951-E31B-B02C027E93FE}"/>
          </ac:spMkLst>
        </pc:spChg>
        <pc:spChg chg="add mod ord">
          <ac:chgData name="Prathik, A.K. (Anand Krishnan)" userId="530651e5-3022-4133-8f7a-bf605e28fdd6" providerId="ADAL" clId="{ADA7A2FA-4D5E-4F37-8241-71D0B554FD81}" dt="2026-07-16T10:34:33.248" v="728" actId="2711"/>
          <ac:spMkLst>
            <pc:docMk/>
            <pc:sldMk cId="1904507137" sldId="390"/>
            <ac:spMk id="10" creationId="{63BCC3DA-44CF-3B7A-804C-65813CF7001C}"/>
          </ac:spMkLst>
        </pc:spChg>
        <pc:graphicFrameChg chg="add mod modGraphic">
          <ac:chgData name="Prathik, A.K. (Anand Krishnan)" userId="530651e5-3022-4133-8f7a-bf605e28fdd6" providerId="ADAL" clId="{ADA7A2FA-4D5E-4F37-8241-71D0B554FD81}" dt="2026-07-16T10:38:53.668" v="746" actId="13782"/>
          <ac:graphicFrameMkLst>
            <pc:docMk/>
            <pc:sldMk cId="1904507137" sldId="390"/>
            <ac:graphicFrameMk id="3" creationId="{62E9F026-49B3-CA6B-FA9C-B1B79E760792}"/>
          </ac:graphicFrameMkLst>
        </pc:graphicFrameChg>
        <pc:graphicFrameChg chg="add mod">
          <ac:chgData name="Prathik, A.K. (Anand Krishnan)" userId="530651e5-3022-4133-8f7a-bf605e28fdd6" providerId="ADAL" clId="{ADA7A2FA-4D5E-4F37-8241-71D0B554FD81}" dt="2026-07-16T10:38:27.070" v="744" actId="14100"/>
          <ac:graphicFrameMkLst>
            <pc:docMk/>
            <pc:sldMk cId="1904507137" sldId="390"/>
            <ac:graphicFrameMk id="13" creationId="{C3318B82-77E9-F5AA-CF25-4DE202CC619E}"/>
          </ac:graphicFrameMkLst>
        </pc:graphicFrameChg>
      </pc:sldChg>
      <pc:sldChg chg="addSp delSp modSp new mod ord modClrScheme chgLayout">
        <pc:chgData name="Prathik, A.K. (Anand Krishnan)" userId="530651e5-3022-4133-8f7a-bf605e28fdd6" providerId="ADAL" clId="{ADA7A2FA-4D5E-4F37-8241-71D0B554FD81}" dt="2026-07-18T12:44:46.004" v="2486"/>
        <pc:sldMkLst>
          <pc:docMk/>
          <pc:sldMk cId="4132032354" sldId="391"/>
        </pc:sldMkLst>
        <pc:spChg chg="add mod">
          <ac:chgData name="Prathik, A.K. (Anand Krishnan)" userId="530651e5-3022-4133-8f7a-bf605e28fdd6" providerId="ADAL" clId="{ADA7A2FA-4D5E-4F37-8241-71D0B554FD81}" dt="2026-07-18T12:44:46.004" v="2486"/>
          <ac:spMkLst>
            <pc:docMk/>
            <pc:sldMk cId="4132032354" sldId="391"/>
            <ac:spMk id="2" creationId="{34199CA6-3349-29EC-16E6-96670A72284C}"/>
          </ac:spMkLst>
        </pc:spChg>
        <pc:spChg chg="add mod">
          <ac:chgData name="Prathik, A.K. (Anand Krishnan)" userId="530651e5-3022-4133-8f7a-bf605e28fdd6" providerId="ADAL" clId="{ADA7A2FA-4D5E-4F37-8241-71D0B554FD81}" dt="2026-07-18T12:44:46.004" v="2486"/>
          <ac:spMkLst>
            <pc:docMk/>
            <pc:sldMk cId="4132032354" sldId="391"/>
            <ac:spMk id="3" creationId="{67743A13-4406-54B0-6642-093B3C99E6D4}"/>
          </ac:spMkLst>
        </pc:spChg>
        <pc:spChg chg="mod ord">
          <ac:chgData name="Prathik, A.K. (Anand Krishnan)" userId="530651e5-3022-4133-8f7a-bf605e28fdd6" providerId="ADAL" clId="{ADA7A2FA-4D5E-4F37-8241-71D0B554FD81}" dt="2026-07-15T14:32:21.869" v="664" actId="700"/>
          <ac:spMkLst>
            <pc:docMk/>
            <pc:sldMk cId="4132032354" sldId="391"/>
            <ac:spMk id="5" creationId="{C474FE20-4BA8-16D9-8060-A4417116A102}"/>
          </ac:spMkLst>
        </pc:spChg>
        <pc:spChg chg="mod ord">
          <ac:chgData name="Prathik, A.K. (Anand Krishnan)" userId="530651e5-3022-4133-8f7a-bf605e28fdd6" providerId="ADAL" clId="{ADA7A2FA-4D5E-4F37-8241-71D0B554FD81}" dt="2026-07-15T14:32:21.869" v="664" actId="700"/>
          <ac:spMkLst>
            <pc:docMk/>
            <pc:sldMk cId="4132032354" sldId="391"/>
            <ac:spMk id="6" creationId="{C18072AC-072F-49C5-5B3B-1FAED5C13EB7}"/>
          </ac:spMkLst>
        </pc:spChg>
        <pc:spChg chg="add mod ord">
          <ac:chgData name="Prathik, A.K. (Anand Krishnan)" userId="530651e5-3022-4133-8f7a-bf605e28fdd6" providerId="ADAL" clId="{ADA7A2FA-4D5E-4F37-8241-71D0B554FD81}" dt="2026-07-17T13:18:37.285" v="1273" actId="20577"/>
          <ac:spMkLst>
            <pc:docMk/>
            <pc:sldMk cId="4132032354" sldId="391"/>
            <ac:spMk id="7" creationId="{AFB36D21-B916-A199-9799-0981A80C6D9A}"/>
          </ac:spMkLst>
        </pc:spChg>
        <pc:spChg chg="add mod">
          <ac:chgData name="Prathik, A.K. (Anand Krishnan)" userId="530651e5-3022-4133-8f7a-bf605e28fdd6" providerId="ADAL" clId="{ADA7A2FA-4D5E-4F37-8241-71D0B554FD81}" dt="2026-07-15T14:32:33.988" v="666"/>
          <ac:spMkLst>
            <pc:docMk/>
            <pc:sldMk cId="4132032354" sldId="391"/>
            <ac:spMk id="14" creationId="{CCB30BCB-2E45-DE50-E06C-9F5BA08608EA}"/>
          </ac:spMkLst>
        </pc:spChg>
        <pc:spChg chg="add mod">
          <ac:chgData name="Prathik, A.K. (Anand Krishnan)" userId="530651e5-3022-4133-8f7a-bf605e28fdd6" providerId="ADAL" clId="{ADA7A2FA-4D5E-4F37-8241-71D0B554FD81}" dt="2026-07-15T14:32:33.988" v="666"/>
          <ac:spMkLst>
            <pc:docMk/>
            <pc:sldMk cId="4132032354" sldId="391"/>
            <ac:spMk id="17" creationId="{7295550B-92F8-F4F9-BA74-AADC61D14AF5}"/>
          </ac:spMkLst>
        </pc:spChg>
        <pc:spChg chg="add mod">
          <ac:chgData name="Prathik, A.K. (Anand Krishnan)" userId="530651e5-3022-4133-8f7a-bf605e28fdd6" providerId="ADAL" clId="{ADA7A2FA-4D5E-4F37-8241-71D0B554FD81}" dt="2026-07-15T14:32:33.988" v="666"/>
          <ac:spMkLst>
            <pc:docMk/>
            <pc:sldMk cId="4132032354" sldId="391"/>
            <ac:spMk id="18" creationId="{1DEC499D-EB1B-69C5-AE86-CA152F7FAD36}"/>
          </ac:spMkLst>
        </pc:spChg>
        <pc:spChg chg="add mod">
          <ac:chgData name="Prathik, A.K. (Anand Krishnan)" userId="530651e5-3022-4133-8f7a-bf605e28fdd6" providerId="ADAL" clId="{ADA7A2FA-4D5E-4F37-8241-71D0B554FD81}" dt="2026-07-15T14:32:33.988" v="666"/>
          <ac:spMkLst>
            <pc:docMk/>
            <pc:sldMk cId="4132032354" sldId="391"/>
            <ac:spMk id="20" creationId="{012763AF-2817-AAEE-ADEA-641EEBCE92A7}"/>
          </ac:spMkLst>
        </pc:spChg>
        <pc:spChg chg="add mod">
          <ac:chgData name="Prathik, A.K. (Anand Krishnan)" userId="530651e5-3022-4133-8f7a-bf605e28fdd6" providerId="ADAL" clId="{ADA7A2FA-4D5E-4F37-8241-71D0B554FD81}" dt="2026-07-15T14:32:33.988" v="666"/>
          <ac:spMkLst>
            <pc:docMk/>
            <pc:sldMk cId="4132032354" sldId="391"/>
            <ac:spMk id="21" creationId="{CF2FA7A3-23CC-C455-D1E0-B8B0BAA84F3F}"/>
          </ac:spMkLst>
        </pc:spChg>
        <pc:spChg chg="add mod">
          <ac:chgData name="Prathik, A.K. (Anand Krishnan)" userId="530651e5-3022-4133-8f7a-bf605e28fdd6" providerId="ADAL" clId="{ADA7A2FA-4D5E-4F37-8241-71D0B554FD81}" dt="2026-07-15T14:32:33.988" v="666"/>
          <ac:spMkLst>
            <pc:docMk/>
            <pc:sldMk cId="4132032354" sldId="391"/>
            <ac:spMk id="26" creationId="{C75FA6BC-3E00-B89D-4115-2CDE401B2C01}"/>
          </ac:spMkLst>
        </pc:spChg>
        <pc:spChg chg="add mod">
          <ac:chgData name="Prathik, A.K. (Anand Krishnan)" userId="530651e5-3022-4133-8f7a-bf605e28fdd6" providerId="ADAL" clId="{ADA7A2FA-4D5E-4F37-8241-71D0B554FD81}" dt="2026-07-15T14:32:33.988" v="666"/>
          <ac:spMkLst>
            <pc:docMk/>
            <pc:sldMk cId="4132032354" sldId="391"/>
            <ac:spMk id="27" creationId="{B3233CC1-3710-A11E-2253-FD3DFBFE80A4}"/>
          </ac:spMkLst>
        </pc:spChg>
        <pc:spChg chg="add mod">
          <ac:chgData name="Prathik, A.K. (Anand Krishnan)" userId="530651e5-3022-4133-8f7a-bf605e28fdd6" providerId="ADAL" clId="{ADA7A2FA-4D5E-4F37-8241-71D0B554FD81}" dt="2026-07-15T14:32:33.988" v="666"/>
          <ac:spMkLst>
            <pc:docMk/>
            <pc:sldMk cId="4132032354" sldId="391"/>
            <ac:spMk id="28" creationId="{2F2EEC9B-6C19-5D9A-8537-FCE9FFD925DD}"/>
          </ac:spMkLst>
        </pc:spChg>
        <pc:spChg chg="mod">
          <ac:chgData name="Prathik, A.K. (Anand Krishnan)" userId="530651e5-3022-4133-8f7a-bf605e28fdd6" providerId="ADAL" clId="{ADA7A2FA-4D5E-4F37-8241-71D0B554FD81}" dt="2026-07-17T13:23:36.732" v="1289" actId="14100"/>
          <ac:spMkLst>
            <pc:docMk/>
            <pc:sldMk cId="4132032354" sldId="391"/>
            <ac:spMk id="29" creationId="{F939730D-E850-1DC3-2E56-28283D8FF253}"/>
          </ac:spMkLst>
        </pc:spChg>
        <pc:spChg chg="add mod">
          <ac:chgData name="Prathik, A.K. (Anand Krishnan)" userId="530651e5-3022-4133-8f7a-bf605e28fdd6" providerId="ADAL" clId="{ADA7A2FA-4D5E-4F37-8241-71D0B554FD81}" dt="2026-07-15T14:32:33.988" v="666"/>
          <ac:spMkLst>
            <pc:docMk/>
            <pc:sldMk cId="4132032354" sldId="391"/>
            <ac:spMk id="30" creationId="{7755485D-E249-255F-456E-F51B6BDC6A5D}"/>
          </ac:spMkLst>
        </pc:spChg>
        <pc:spChg chg="add mod">
          <ac:chgData name="Prathik, A.K. (Anand Krishnan)" userId="530651e5-3022-4133-8f7a-bf605e28fdd6" providerId="ADAL" clId="{ADA7A2FA-4D5E-4F37-8241-71D0B554FD81}" dt="2026-07-15T14:32:33.988" v="666"/>
          <ac:spMkLst>
            <pc:docMk/>
            <pc:sldMk cId="4132032354" sldId="391"/>
            <ac:spMk id="31" creationId="{5BF471CF-3301-AFAF-DA19-5DE7E3850E2A}"/>
          </ac:spMkLst>
        </pc:spChg>
      </pc:sldChg>
      <pc:sldChg chg="addSp delSp modSp new mod modAnim">
        <pc:chgData name="Prathik, A.K. (Anand Krishnan)" userId="530651e5-3022-4133-8f7a-bf605e28fdd6" providerId="ADAL" clId="{ADA7A2FA-4D5E-4F37-8241-71D0B554FD81}" dt="2026-07-17T23:57:37.770" v="1419" actId="14100"/>
        <pc:sldMkLst>
          <pc:docMk/>
          <pc:sldMk cId="860189011" sldId="392"/>
        </pc:sldMkLst>
        <pc:spChg chg="mod">
          <ac:chgData name="Prathik, A.K. (Anand Krishnan)" userId="530651e5-3022-4133-8f7a-bf605e28fdd6" providerId="ADAL" clId="{ADA7A2FA-4D5E-4F37-8241-71D0B554FD81}" dt="2026-07-17T12:58:26.533" v="1142" actId="20577"/>
          <ac:spMkLst>
            <pc:docMk/>
            <pc:sldMk cId="860189011" sldId="392"/>
            <ac:spMk id="2" creationId="{AEADC854-5E2F-BDB8-FF94-963110FBE4C7}"/>
          </ac:spMkLst>
        </pc:spChg>
        <pc:spChg chg="del">
          <ac:chgData name="Prathik, A.K. (Anand Krishnan)" userId="530651e5-3022-4133-8f7a-bf605e28fdd6" providerId="ADAL" clId="{ADA7A2FA-4D5E-4F37-8241-71D0B554FD81}" dt="2026-07-17T12:57:54.609" v="1117"/>
          <ac:spMkLst>
            <pc:docMk/>
            <pc:sldMk cId="860189011" sldId="392"/>
            <ac:spMk id="3" creationId="{ED51E539-52D8-6B79-A10E-4EE477C52D5D}"/>
          </ac:spMkLst>
        </pc:spChg>
        <pc:spChg chg="del">
          <ac:chgData name="Prathik, A.K. (Anand Krishnan)" userId="530651e5-3022-4133-8f7a-bf605e28fdd6" providerId="ADAL" clId="{ADA7A2FA-4D5E-4F37-8241-71D0B554FD81}" dt="2026-07-17T12:58:00.670" v="1119"/>
          <ac:spMkLst>
            <pc:docMk/>
            <pc:sldMk cId="860189011" sldId="392"/>
            <ac:spMk id="4" creationId="{95D0F5ED-90F5-11C9-D527-D8C8166E3C96}"/>
          </ac:spMkLst>
        </pc:spChg>
        <pc:spChg chg="del">
          <ac:chgData name="Prathik, A.K. (Anand Krishnan)" userId="530651e5-3022-4133-8f7a-bf605e28fdd6" providerId="ADAL" clId="{ADA7A2FA-4D5E-4F37-8241-71D0B554FD81}" dt="2026-07-17T12:58:07.338" v="1120" actId="478"/>
          <ac:spMkLst>
            <pc:docMk/>
            <pc:sldMk cId="860189011" sldId="392"/>
            <ac:spMk id="5" creationId="{F45DEE37-12DF-21F1-1D12-C07AD8A4749D}"/>
          </ac:spMkLst>
        </pc:spChg>
        <pc:spChg chg="del">
          <ac:chgData name="Prathik, A.K. (Anand Krishnan)" userId="530651e5-3022-4133-8f7a-bf605e28fdd6" providerId="ADAL" clId="{ADA7A2FA-4D5E-4F37-8241-71D0B554FD81}" dt="2026-07-17T12:58:07.338" v="1120" actId="478"/>
          <ac:spMkLst>
            <pc:docMk/>
            <pc:sldMk cId="860189011" sldId="392"/>
            <ac:spMk id="6" creationId="{1ED5D6AE-8897-E8E1-60E7-1B7520679913}"/>
          </ac:spMkLst>
        </pc:spChg>
        <pc:spChg chg="add mod">
          <ac:chgData name="Prathik, A.K. (Anand Krishnan)" userId="530651e5-3022-4133-8f7a-bf605e28fdd6" providerId="ADAL" clId="{ADA7A2FA-4D5E-4F37-8241-71D0B554FD81}" dt="2026-07-17T12:58:14.660" v="1121"/>
          <ac:spMkLst>
            <pc:docMk/>
            <pc:sldMk cId="860189011" sldId="392"/>
            <ac:spMk id="11" creationId="{5074E685-A21D-79BB-D884-FB494599D09E}"/>
          </ac:spMkLst>
        </pc:spChg>
        <pc:spChg chg="add mod">
          <ac:chgData name="Prathik, A.K. (Anand Krishnan)" userId="530651e5-3022-4133-8f7a-bf605e28fdd6" providerId="ADAL" clId="{ADA7A2FA-4D5E-4F37-8241-71D0B554FD81}" dt="2026-07-17T12:58:14.660" v="1121"/>
          <ac:spMkLst>
            <pc:docMk/>
            <pc:sldMk cId="860189011" sldId="392"/>
            <ac:spMk id="12" creationId="{BFD5DEAC-2CCE-8107-E8A1-3F655334B653}"/>
          </ac:spMkLst>
        </pc:spChg>
        <pc:picChg chg="add mod ord">
          <ac:chgData name="Prathik, A.K. (Anand Krishnan)" userId="530651e5-3022-4133-8f7a-bf605e28fdd6" providerId="ADAL" clId="{ADA7A2FA-4D5E-4F37-8241-71D0B554FD81}" dt="2026-07-17T23:57:07.146" v="1413" actId="167"/>
          <ac:picMkLst>
            <pc:docMk/>
            <pc:sldMk cId="860189011" sldId="392"/>
            <ac:picMk id="8" creationId="{AB6993C9-EF92-9AE2-6550-5168BD9C0BA2}"/>
          </ac:picMkLst>
        </pc:picChg>
        <pc:picChg chg="add mod ord">
          <ac:chgData name="Prathik, A.K. (Anand Krishnan)" userId="530651e5-3022-4133-8f7a-bf605e28fdd6" providerId="ADAL" clId="{ADA7A2FA-4D5E-4F37-8241-71D0B554FD81}" dt="2026-07-17T23:57:10.039" v="1414" actId="167"/>
          <ac:picMkLst>
            <pc:docMk/>
            <pc:sldMk cId="860189011" sldId="392"/>
            <ac:picMk id="10" creationId="{D3F8F970-CA33-DCA4-E937-E4720988CCF9}"/>
          </ac:picMkLst>
        </pc:picChg>
        <pc:picChg chg="add mod ord">
          <ac:chgData name="Prathik, A.K. (Anand Krishnan)" userId="530651e5-3022-4133-8f7a-bf605e28fdd6" providerId="ADAL" clId="{ADA7A2FA-4D5E-4F37-8241-71D0B554FD81}" dt="2026-07-17T23:57:34.517" v="1418" actId="14100"/>
          <ac:picMkLst>
            <pc:docMk/>
            <pc:sldMk cId="860189011" sldId="392"/>
            <ac:picMk id="14" creationId="{819CB94B-7A11-9D9B-B145-F3F0C72E2E1B}"/>
          </ac:picMkLst>
        </pc:picChg>
        <pc:picChg chg="add mod ord">
          <ac:chgData name="Prathik, A.K. (Anand Krishnan)" userId="530651e5-3022-4133-8f7a-bf605e28fdd6" providerId="ADAL" clId="{ADA7A2FA-4D5E-4F37-8241-71D0B554FD81}" dt="2026-07-17T23:57:37.770" v="1419" actId="14100"/>
          <ac:picMkLst>
            <pc:docMk/>
            <pc:sldMk cId="860189011" sldId="392"/>
            <ac:picMk id="16" creationId="{9CD4E56B-6AFC-F01A-AA48-D5406A1505A7}"/>
          </ac:picMkLst>
        </pc:picChg>
      </pc:sldChg>
      <pc:sldChg chg="addSp delSp modSp new mod modAnim">
        <pc:chgData name="Prathik, A.K. (Anand Krishnan)" userId="530651e5-3022-4133-8f7a-bf605e28fdd6" providerId="ADAL" clId="{ADA7A2FA-4D5E-4F37-8241-71D0B554FD81}" dt="2026-07-17T23:55:55.013" v="1406" actId="6549"/>
        <pc:sldMkLst>
          <pc:docMk/>
          <pc:sldMk cId="1776051188" sldId="393"/>
        </pc:sldMkLst>
        <pc:spChg chg="mod">
          <ac:chgData name="Prathik, A.K. (Anand Krishnan)" userId="530651e5-3022-4133-8f7a-bf605e28fdd6" providerId="ADAL" clId="{ADA7A2FA-4D5E-4F37-8241-71D0B554FD81}" dt="2026-07-17T23:55:55.013" v="1406" actId="6549"/>
          <ac:spMkLst>
            <pc:docMk/>
            <pc:sldMk cId="1776051188" sldId="393"/>
            <ac:spMk id="2" creationId="{7AFEA4BD-C045-D678-F555-4BD7EA8E12F4}"/>
          </ac:spMkLst>
        </pc:spChg>
        <pc:spChg chg="del">
          <ac:chgData name="Prathik, A.K. (Anand Krishnan)" userId="530651e5-3022-4133-8f7a-bf605e28fdd6" providerId="ADAL" clId="{ADA7A2FA-4D5E-4F37-8241-71D0B554FD81}" dt="2026-07-17T13:47:46.195" v="1301"/>
          <ac:spMkLst>
            <pc:docMk/>
            <pc:sldMk cId="1776051188" sldId="393"/>
            <ac:spMk id="3" creationId="{8AD96609-4BA6-BC7B-B85F-8F9F705208EB}"/>
          </ac:spMkLst>
        </pc:spChg>
        <pc:spChg chg="del">
          <ac:chgData name="Prathik, A.K. (Anand Krishnan)" userId="530651e5-3022-4133-8f7a-bf605e28fdd6" providerId="ADAL" clId="{ADA7A2FA-4D5E-4F37-8241-71D0B554FD81}" dt="2026-07-17T23:39:58.434" v="1347" actId="22"/>
          <ac:spMkLst>
            <pc:docMk/>
            <pc:sldMk cId="1776051188" sldId="393"/>
            <ac:spMk id="4" creationId="{425725EF-F48B-C3B6-847F-F8ECFBABD7F4}"/>
          </ac:spMkLst>
        </pc:spChg>
        <pc:spChg chg="del">
          <ac:chgData name="Prathik, A.K. (Anand Krishnan)" userId="530651e5-3022-4133-8f7a-bf605e28fdd6" providerId="ADAL" clId="{ADA7A2FA-4D5E-4F37-8241-71D0B554FD81}" dt="2026-07-17T23:14:27.757" v="1330" actId="478"/>
          <ac:spMkLst>
            <pc:docMk/>
            <pc:sldMk cId="1776051188" sldId="393"/>
            <ac:spMk id="5" creationId="{0ED3B0A5-1A17-2CA4-DF33-823D05ADBEA7}"/>
          </ac:spMkLst>
        </pc:spChg>
        <pc:spChg chg="del">
          <ac:chgData name="Prathik, A.K. (Anand Krishnan)" userId="530651e5-3022-4133-8f7a-bf605e28fdd6" providerId="ADAL" clId="{ADA7A2FA-4D5E-4F37-8241-71D0B554FD81}" dt="2026-07-17T23:14:27.757" v="1330" actId="478"/>
          <ac:spMkLst>
            <pc:docMk/>
            <pc:sldMk cId="1776051188" sldId="393"/>
            <ac:spMk id="6" creationId="{0072EDEB-8383-4668-64CF-4E0A5208155F}"/>
          </ac:spMkLst>
        </pc:spChg>
        <pc:spChg chg="add mod">
          <ac:chgData name="Prathik, A.K. (Anand Krishnan)" userId="530651e5-3022-4133-8f7a-bf605e28fdd6" providerId="ADAL" clId="{ADA7A2FA-4D5E-4F37-8241-71D0B554FD81}" dt="2026-07-17T23:14:34.504" v="1331"/>
          <ac:spMkLst>
            <pc:docMk/>
            <pc:sldMk cId="1776051188" sldId="393"/>
            <ac:spMk id="9" creationId="{5D323234-7F1E-72FC-26CB-1022A39C37E8}"/>
          </ac:spMkLst>
        </pc:spChg>
        <pc:spChg chg="add mod">
          <ac:chgData name="Prathik, A.K. (Anand Krishnan)" userId="530651e5-3022-4133-8f7a-bf605e28fdd6" providerId="ADAL" clId="{ADA7A2FA-4D5E-4F37-8241-71D0B554FD81}" dt="2026-07-17T23:14:34.504" v="1331"/>
          <ac:spMkLst>
            <pc:docMk/>
            <pc:sldMk cId="1776051188" sldId="393"/>
            <ac:spMk id="10" creationId="{E186F6DE-281F-2DD9-610A-54263FD28D24}"/>
          </ac:spMkLst>
        </pc:spChg>
        <pc:spChg chg="add del mod">
          <ac:chgData name="Prathik, A.K. (Anand Krishnan)" userId="530651e5-3022-4133-8f7a-bf605e28fdd6" providerId="ADAL" clId="{ADA7A2FA-4D5E-4F37-8241-71D0B554FD81}" dt="2026-07-17T23:50:48.438" v="1375" actId="478"/>
          <ac:spMkLst>
            <pc:docMk/>
            <pc:sldMk cId="1776051188" sldId="393"/>
            <ac:spMk id="20" creationId="{ECC55620-BE93-1E89-0661-ADC8007E5BC3}"/>
          </ac:spMkLst>
        </pc:spChg>
        <pc:picChg chg="add mod ord">
          <ac:chgData name="Prathik, A.K. (Anand Krishnan)" userId="530651e5-3022-4133-8f7a-bf605e28fdd6" providerId="ADAL" clId="{ADA7A2FA-4D5E-4F37-8241-71D0B554FD81}" dt="2026-07-17T23:55:00.907" v="1405" actId="14100"/>
          <ac:picMkLst>
            <pc:docMk/>
            <pc:sldMk cId="1776051188" sldId="393"/>
            <ac:picMk id="8" creationId="{07DEE5D7-2F88-B852-FB2A-3175B8EF5E50}"/>
          </ac:picMkLst>
        </pc:picChg>
        <pc:picChg chg="add del mod ord">
          <ac:chgData name="Prathik, A.K. (Anand Krishnan)" userId="530651e5-3022-4133-8f7a-bf605e28fdd6" providerId="ADAL" clId="{ADA7A2FA-4D5E-4F37-8241-71D0B554FD81}" dt="2026-07-17T23:48:29.716" v="1362" actId="478"/>
          <ac:picMkLst>
            <pc:docMk/>
            <pc:sldMk cId="1776051188" sldId="393"/>
            <ac:picMk id="12" creationId="{CA14B66D-97C1-C114-9EE5-08465BABE20D}"/>
          </ac:picMkLst>
        </pc:picChg>
        <pc:picChg chg="add del mod modCrop">
          <ac:chgData name="Prathik, A.K. (Anand Krishnan)" userId="530651e5-3022-4133-8f7a-bf605e28fdd6" providerId="ADAL" clId="{ADA7A2FA-4D5E-4F37-8241-71D0B554FD81}" dt="2026-07-17T23:47:32.210" v="1358" actId="478"/>
          <ac:picMkLst>
            <pc:docMk/>
            <pc:sldMk cId="1776051188" sldId="393"/>
            <ac:picMk id="14" creationId="{A8D6B3AB-7539-5F1A-DE5A-B02059021C22}"/>
          </ac:picMkLst>
        </pc:picChg>
        <pc:picChg chg="add mod">
          <ac:chgData name="Prathik, A.K. (Anand Krishnan)" userId="530651e5-3022-4133-8f7a-bf605e28fdd6" providerId="ADAL" clId="{ADA7A2FA-4D5E-4F37-8241-71D0B554FD81}" dt="2026-07-17T23:50:53.396" v="1378" actId="1076"/>
          <ac:picMkLst>
            <pc:docMk/>
            <pc:sldMk cId="1776051188" sldId="393"/>
            <ac:picMk id="16" creationId="{43CFF186-DD5B-59EB-CDBB-02E7DAD8AFC0}"/>
          </ac:picMkLst>
        </pc:picChg>
        <pc:picChg chg="add mod">
          <ac:chgData name="Prathik, A.K. (Anand Krishnan)" userId="530651e5-3022-4133-8f7a-bf605e28fdd6" providerId="ADAL" clId="{ADA7A2FA-4D5E-4F37-8241-71D0B554FD81}" dt="2026-07-17T23:51:33.562" v="1387" actId="14100"/>
          <ac:picMkLst>
            <pc:docMk/>
            <pc:sldMk cId="1776051188" sldId="393"/>
            <ac:picMk id="18" creationId="{9289B3CA-FD2E-1AAF-9DDB-FBCD6B6BD907}"/>
          </ac:picMkLst>
        </pc:picChg>
        <pc:picChg chg="add mod">
          <ac:chgData name="Prathik, A.K. (Anand Krishnan)" userId="530651e5-3022-4133-8f7a-bf605e28fdd6" providerId="ADAL" clId="{ADA7A2FA-4D5E-4F37-8241-71D0B554FD81}" dt="2026-07-17T23:54:48.879" v="1404" actId="14100"/>
          <ac:picMkLst>
            <pc:docMk/>
            <pc:sldMk cId="1776051188" sldId="393"/>
            <ac:picMk id="22" creationId="{247C21D5-4C8F-F05C-56D3-AF649F62EB45}"/>
          </ac:picMkLst>
        </pc:picChg>
      </pc:sldChg>
      <pc:sldChg chg="addSp delSp modSp new mod modClrScheme delAnim modAnim chgLayout">
        <pc:chgData name="Prathik, A.K. (Anand Krishnan)" userId="530651e5-3022-4133-8f7a-bf605e28fdd6" providerId="ADAL" clId="{ADA7A2FA-4D5E-4F37-8241-71D0B554FD81}" dt="2026-07-18T13:13:24.607" v="3085" actId="20577"/>
        <pc:sldMkLst>
          <pc:docMk/>
          <pc:sldMk cId="2229788708" sldId="394"/>
        </pc:sldMkLst>
        <pc:spChg chg="del mod ord">
          <ac:chgData name="Prathik, A.K. (Anand Krishnan)" userId="530651e5-3022-4133-8f7a-bf605e28fdd6" providerId="ADAL" clId="{ADA7A2FA-4D5E-4F37-8241-71D0B554FD81}" dt="2026-07-18T00:00:09.529" v="1422" actId="700"/>
          <ac:spMkLst>
            <pc:docMk/>
            <pc:sldMk cId="2229788708" sldId="394"/>
            <ac:spMk id="2" creationId="{BB45940D-B480-76FF-A21F-89E67DBB7185}"/>
          </ac:spMkLst>
        </pc:spChg>
        <pc:spChg chg="add mod">
          <ac:chgData name="Prathik, A.K. (Anand Krishnan)" userId="530651e5-3022-4133-8f7a-bf605e28fdd6" providerId="ADAL" clId="{ADA7A2FA-4D5E-4F37-8241-71D0B554FD81}" dt="2026-07-18T12:57:03.997" v="2783" actId="1076"/>
          <ac:spMkLst>
            <pc:docMk/>
            <pc:sldMk cId="2229788708" sldId="394"/>
            <ac:spMk id="2" creationId="{CB332090-2F0C-91A0-3A01-A0F9CE11F4CC}"/>
          </ac:spMkLst>
        </pc:spChg>
        <pc:spChg chg="add del mod">
          <ac:chgData name="Prathik, A.K. (Anand Krishnan)" userId="530651e5-3022-4133-8f7a-bf605e28fdd6" providerId="ADAL" clId="{ADA7A2FA-4D5E-4F37-8241-71D0B554FD81}" dt="2026-07-18T11:16:48.817" v="1680" actId="478"/>
          <ac:spMkLst>
            <pc:docMk/>
            <pc:sldMk cId="2229788708" sldId="394"/>
            <ac:spMk id="3" creationId="{4C4A6EEB-3B90-4CD4-6EFB-308AF7D4D79A}"/>
          </ac:spMkLst>
        </pc:spChg>
        <pc:spChg chg="del mod ord">
          <ac:chgData name="Prathik, A.K. (Anand Krishnan)" userId="530651e5-3022-4133-8f7a-bf605e28fdd6" providerId="ADAL" clId="{ADA7A2FA-4D5E-4F37-8241-71D0B554FD81}" dt="2026-07-18T00:00:09.529" v="1422" actId="700"/>
          <ac:spMkLst>
            <pc:docMk/>
            <pc:sldMk cId="2229788708" sldId="394"/>
            <ac:spMk id="3" creationId="{5FF9A50A-CBB3-3504-336F-480F6124349A}"/>
          </ac:spMkLst>
        </pc:spChg>
        <pc:spChg chg="del mod ord">
          <ac:chgData name="Prathik, A.K. (Anand Krishnan)" userId="530651e5-3022-4133-8f7a-bf605e28fdd6" providerId="ADAL" clId="{ADA7A2FA-4D5E-4F37-8241-71D0B554FD81}" dt="2026-07-18T00:07:28.232" v="1532" actId="478"/>
          <ac:spMkLst>
            <pc:docMk/>
            <pc:sldMk cId="2229788708" sldId="394"/>
            <ac:spMk id="4" creationId="{19036AC3-EEDD-5352-1F4B-0F25AC6BAC6D}"/>
          </ac:spMkLst>
        </pc:spChg>
        <pc:spChg chg="add del mod">
          <ac:chgData name="Prathik, A.K. (Anand Krishnan)" userId="530651e5-3022-4133-8f7a-bf605e28fdd6" providerId="ADAL" clId="{ADA7A2FA-4D5E-4F37-8241-71D0B554FD81}" dt="2026-07-18T11:16:12.050" v="1668" actId="478"/>
          <ac:spMkLst>
            <pc:docMk/>
            <pc:sldMk cId="2229788708" sldId="394"/>
            <ac:spMk id="4" creationId="{1FC811CF-6379-54A3-5EFA-5E52CF52C5D3}"/>
          </ac:spMkLst>
        </pc:spChg>
        <pc:spChg chg="add del mod">
          <ac:chgData name="Prathik, A.K. (Anand Krishnan)" userId="530651e5-3022-4133-8f7a-bf605e28fdd6" providerId="ADAL" clId="{ADA7A2FA-4D5E-4F37-8241-71D0B554FD81}" dt="2026-07-18T11:16:48.817" v="1680" actId="478"/>
          <ac:spMkLst>
            <pc:docMk/>
            <pc:sldMk cId="2229788708" sldId="394"/>
            <ac:spMk id="5" creationId="{A23474C9-3F4C-A186-3620-1A056317B8A0}"/>
          </ac:spMkLst>
        </pc:spChg>
        <pc:spChg chg="del mod ord">
          <ac:chgData name="Prathik, A.K. (Anand Krishnan)" userId="530651e5-3022-4133-8f7a-bf605e28fdd6" providerId="ADAL" clId="{ADA7A2FA-4D5E-4F37-8241-71D0B554FD81}" dt="2026-07-18T00:07:28.232" v="1532" actId="478"/>
          <ac:spMkLst>
            <pc:docMk/>
            <pc:sldMk cId="2229788708" sldId="394"/>
            <ac:spMk id="5" creationId="{DC8CD588-8594-CF65-1689-5E8BA4553CCE}"/>
          </ac:spMkLst>
        </pc:spChg>
        <pc:spChg chg="add mod ord">
          <ac:chgData name="Prathik, A.K. (Anand Krishnan)" userId="530651e5-3022-4133-8f7a-bf605e28fdd6" providerId="ADAL" clId="{ADA7A2FA-4D5E-4F37-8241-71D0B554FD81}" dt="2026-07-18T13:13:24.607" v="3085" actId="20577"/>
          <ac:spMkLst>
            <pc:docMk/>
            <pc:sldMk cId="2229788708" sldId="394"/>
            <ac:spMk id="6" creationId="{C8489A45-D1B7-69BA-706C-EC5A83A48549}"/>
          </ac:spMkLst>
        </pc:spChg>
        <pc:spChg chg="add mod ord">
          <ac:chgData name="Prathik, A.K. (Anand Krishnan)" userId="530651e5-3022-4133-8f7a-bf605e28fdd6" providerId="ADAL" clId="{ADA7A2FA-4D5E-4F37-8241-71D0B554FD81}" dt="2026-07-18T12:57:03.997" v="2783" actId="1076"/>
          <ac:spMkLst>
            <pc:docMk/>
            <pc:sldMk cId="2229788708" sldId="394"/>
            <ac:spMk id="7" creationId="{9A7AD1EB-883B-C1F7-75D6-8C320B9333ED}"/>
          </ac:spMkLst>
        </pc:spChg>
        <pc:spChg chg="add del mod ord">
          <ac:chgData name="Prathik, A.K. (Anand Krishnan)" userId="530651e5-3022-4133-8f7a-bf605e28fdd6" providerId="ADAL" clId="{ADA7A2FA-4D5E-4F37-8241-71D0B554FD81}" dt="2026-07-18T00:07:09.547" v="1530" actId="478"/>
          <ac:spMkLst>
            <pc:docMk/>
            <pc:sldMk cId="2229788708" sldId="394"/>
            <ac:spMk id="8" creationId="{4053310B-2A48-737D-FD7F-BD0A664B9CEE}"/>
          </ac:spMkLst>
        </pc:spChg>
        <pc:spChg chg="add del mod">
          <ac:chgData name="Prathik, A.K. (Anand Krishnan)" userId="530651e5-3022-4133-8f7a-bf605e28fdd6" providerId="ADAL" clId="{ADA7A2FA-4D5E-4F37-8241-71D0B554FD81}" dt="2026-07-18T11:16:26.101" v="1673" actId="478"/>
          <ac:spMkLst>
            <pc:docMk/>
            <pc:sldMk cId="2229788708" sldId="394"/>
            <ac:spMk id="8" creationId="{FC54E9B5-2DEC-FCED-5742-B9D8B1D4C18C}"/>
          </ac:spMkLst>
        </pc:spChg>
        <pc:spChg chg="add mod">
          <ac:chgData name="Prathik, A.K. (Anand Krishnan)" userId="530651e5-3022-4133-8f7a-bf605e28fdd6" providerId="ADAL" clId="{ADA7A2FA-4D5E-4F37-8241-71D0B554FD81}" dt="2026-07-18T12:57:03.997" v="2783" actId="1076"/>
          <ac:spMkLst>
            <pc:docMk/>
            <pc:sldMk cId="2229788708" sldId="394"/>
            <ac:spMk id="9" creationId="{38BAAAD8-2851-65FD-9164-431EF870CC77}"/>
          </ac:spMkLst>
        </pc:spChg>
        <pc:spChg chg="add mod">
          <ac:chgData name="Prathik, A.K. (Anand Krishnan)" userId="530651e5-3022-4133-8f7a-bf605e28fdd6" providerId="ADAL" clId="{ADA7A2FA-4D5E-4F37-8241-71D0B554FD81}" dt="2026-07-18T12:57:03.997" v="2783" actId="1076"/>
          <ac:spMkLst>
            <pc:docMk/>
            <pc:sldMk cId="2229788708" sldId="394"/>
            <ac:spMk id="10" creationId="{18797CBD-69F8-2965-2500-771CACB7000E}"/>
          </ac:spMkLst>
        </pc:spChg>
        <pc:spChg chg="add del">
          <ac:chgData name="Prathik, A.K. (Anand Krishnan)" userId="530651e5-3022-4133-8f7a-bf605e28fdd6" providerId="ADAL" clId="{ADA7A2FA-4D5E-4F37-8241-71D0B554FD81}" dt="2026-07-18T00:06:30.106" v="1521" actId="22"/>
          <ac:spMkLst>
            <pc:docMk/>
            <pc:sldMk cId="2229788708" sldId="394"/>
            <ac:spMk id="10" creationId="{1FB56596-D313-95DF-F8B9-5C3672790470}"/>
          </ac:spMkLst>
        </pc:spChg>
        <pc:spChg chg="add mod">
          <ac:chgData name="Prathik, A.K. (Anand Krishnan)" userId="530651e5-3022-4133-8f7a-bf605e28fdd6" providerId="ADAL" clId="{ADA7A2FA-4D5E-4F37-8241-71D0B554FD81}" dt="2026-07-18T12:57:03.997" v="2783" actId="1076"/>
          <ac:spMkLst>
            <pc:docMk/>
            <pc:sldMk cId="2229788708" sldId="394"/>
            <ac:spMk id="11" creationId="{005A35D5-6E8A-F4BF-3BFD-B96B67B762CC}"/>
          </ac:spMkLst>
        </pc:spChg>
        <pc:spChg chg="add mod">
          <ac:chgData name="Prathik, A.K. (Anand Krishnan)" userId="530651e5-3022-4133-8f7a-bf605e28fdd6" providerId="ADAL" clId="{ADA7A2FA-4D5E-4F37-8241-71D0B554FD81}" dt="2026-07-18T13:02:38.925" v="2879" actId="1035"/>
          <ac:spMkLst>
            <pc:docMk/>
            <pc:sldMk cId="2229788708" sldId="394"/>
            <ac:spMk id="12" creationId="{4F92B4A2-520E-6946-58E9-E5DE30BA27DE}"/>
          </ac:spMkLst>
        </pc:spChg>
        <pc:spChg chg="add mod">
          <ac:chgData name="Prathik, A.K. (Anand Krishnan)" userId="530651e5-3022-4133-8f7a-bf605e28fdd6" providerId="ADAL" clId="{ADA7A2FA-4D5E-4F37-8241-71D0B554FD81}" dt="2026-07-18T13:02:38.925" v="2879" actId="1035"/>
          <ac:spMkLst>
            <pc:docMk/>
            <pc:sldMk cId="2229788708" sldId="394"/>
            <ac:spMk id="13" creationId="{0082A19B-4492-8AF5-07CE-58CE2C103A60}"/>
          </ac:spMkLst>
        </pc:spChg>
        <pc:spChg chg="add del mod ord">
          <ac:chgData name="Prathik, A.K. (Anand Krishnan)" userId="530651e5-3022-4133-8f7a-bf605e28fdd6" providerId="ADAL" clId="{ADA7A2FA-4D5E-4F37-8241-71D0B554FD81}" dt="2026-07-18T12:55:36.446" v="2770" actId="478"/>
          <ac:spMkLst>
            <pc:docMk/>
            <pc:sldMk cId="2229788708" sldId="394"/>
            <ac:spMk id="14" creationId="{2EEAFD6C-E05D-9962-8E77-91F32FB87011}"/>
          </ac:spMkLst>
        </pc:spChg>
        <pc:spChg chg="add mod">
          <ac:chgData name="Prathik, A.K. (Anand Krishnan)" userId="530651e5-3022-4133-8f7a-bf605e28fdd6" providerId="ADAL" clId="{ADA7A2FA-4D5E-4F37-8241-71D0B554FD81}" dt="2026-07-18T13:04:06.999" v="2918" actId="20577"/>
          <ac:spMkLst>
            <pc:docMk/>
            <pc:sldMk cId="2229788708" sldId="394"/>
            <ac:spMk id="15" creationId="{9F57ED3F-F84A-9B69-F0B6-2B8D4BCE840E}"/>
          </ac:spMkLst>
        </pc:spChg>
        <pc:spChg chg="add mod">
          <ac:chgData name="Prathik, A.K. (Anand Krishnan)" userId="530651e5-3022-4133-8f7a-bf605e28fdd6" providerId="ADAL" clId="{ADA7A2FA-4D5E-4F37-8241-71D0B554FD81}" dt="2026-07-18T13:04:11.707" v="2924" actId="20577"/>
          <ac:spMkLst>
            <pc:docMk/>
            <pc:sldMk cId="2229788708" sldId="394"/>
            <ac:spMk id="16" creationId="{93C14A0B-7C76-B149-CBDB-6543B6979F14}"/>
          </ac:spMkLst>
        </pc:spChg>
        <pc:spChg chg="add del mod">
          <ac:chgData name="Prathik, A.K. (Anand Krishnan)" userId="530651e5-3022-4133-8f7a-bf605e28fdd6" providerId="ADAL" clId="{ADA7A2FA-4D5E-4F37-8241-71D0B554FD81}" dt="2026-07-18T12:55:36.446" v="2770" actId="478"/>
          <ac:spMkLst>
            <pc:docMk/>
            <pc:sldMk cId="2229788708" sldId="394"/>
            <ac:spMk id="17" creationId="{9775935A-4128-CDF3-B87C-794A5ACDC51A}"/>
          </ac:spMkLst>
        </pc:spChg>
        <pc:spChg chg="add del mod">
          <ac:chgData name="Prathik, A.K. (Anand Krishnan)" userId="530651e5-3022-4133-8f7a-bf605e28fdd6" providerId="ADAL" clId="{ADA7A2FA-4D5E-4F37-8241-71D0B554FD81}" dt="2026-07-18T00:19:41.382" v="1634" actId="478"/>
          <ac:spMkLst>
            <pc:docMk/>
            <pc:sldMk cId="2229788708" sldId="394"/>
            <ac:spMk id="18" creationId="{71BFCA6B-D7B1-0873-2BAE-CE1E6F674FA1}"/>
          </ac:spMkLst>
        </pc:spChg>
        <pc:spChg chg="add mod">
          <ac:chgData name="Prathik, A.K. (Anand Krishnan)" userId="530651e5-3022-4133-8f7a-bf605e28fdd6" providerId="ADAL" clId="{ADA7A2FA-4D5E-4F37-8241-71D0B554FD81}" dt="2026-07-18T13:02:38.925" v="2879" actId="1035"/>
          <ac:spMkLst>
            <pc:docMk/>
            <pc:sldMk cId="2229788708" sldId="394"/>
            <ac:spMk id="18" creationId="{F03D3BFB-30B6-164E-5129-092F3E45D49F}"/>
          </ac:spMkLst>
        </pc:spChg>
        <pc:spChg chg="add del mod">
          <ac:chgData name="Prathik, A.K. (Anand Krishnan)" userId="530651e5-3022-4133-8f7a-bf605e28fdd6" providerId="ADAL" clId="{ADA7A2FA-4D5E-4F37-8241-71D0B554FD81}" dt="2026-07-18T00:17:18.421" v="1628" actId="478"/>
          <ac:spMkLst>
            <pc:docMk/>
            <pc:sldMk cId="2229788708" sldId="394"/>
            <ac:spMk id="19" creationId="{2CF86AE0-C853-B376-5148-8D8F5D4C5AE4}"/>
          </ac:spMkLst>
        </pc:spChg>
        <pc:spChg chg="add mod">
          <ac:chgData name="Prathik, A.K. (Anand Krishnan)" userId="530651e5-3022-4133-8f7a-bf605e28fdd6" providerId="ADAL" clId="{ADA7A2FA-4D5E-4F37-8241-71D0B554FD81}" dt="2026-07-18T13:02:38.925" v="2879" actId="1035"/>
          <ac:spMkLst>
            <pc:docMk/>
            <pc:sldMk cId="2229788708" sldId="394"/>
            <ac:spMk id="19" creationId="{89FCF4B3-8F5D-9D00-3A7B-776650D74478}"/>
          </ac:spMkLst>
        </pc:spChg>
        <pc:spChg chg="add del mod">
          <ac:chgData name="Prathik, A.K. (Anand Krishnan)" userId="530651e5-3022-4133-8f7a-bf605e28fdd6" providerId="ADAL" clId="{ADA7A2FA-4D5E-4F37-8241-71D0B554FD81}" dt="2026-07-18T00:19:41.382" v="1634" actId="478"/>
          <ac:spMkLst>
            <pc:docMk/>
            <pc:sldMk cId="2229788708" sldId="394"/>
            <ac:spMk id="20" creationId="{7A89DA72-96CE-64EC-B881-AF245B770CE0}"/>
          </ac:spMkLst>
        </pc:spChg>
        <pc:spChg chg="add mod">
          <ac:chgData name="Prathik, A.K. (Anand Krishnan)" userId="530651e5-3022-4133-8f7a-bf605e28fdd6" providerId="ADAL" clId="{ADA7A2FA-4D5E-4F37-8241-71D0B554FD81}" dt="2026-07-18T13:02:38.925" v="2879" actId="1035"/>
          <ac:spMkLst>
            <pc:docMk/>
            <pc:sldMk cId="2229788708" sldId="394"/>
            <ac:spMk id="20" creationId="{B25F03F6-B1F2-2EE3-8BA9-15E44780B8D3}"/>
          </ac:spMkLst>
        </pc:spChg>
        <pc:spChg chg="add del mod">
          <ac:chgData name="Prathik, A.K. (Anand Krishnan)" userId="530651e5-3022-4133-8f7a-bf605e28fdd6" providerId="ADAL" clId="{ADA7A2FA-4D5E-4F37-8241-71D0B554FD81}" dt="2026-07-18T11:25:37.017" v="1790" actId="478"/>
          <ac:spMkLst>
            <pc:docMk/>
            <pc:sldMk cId="2229788708" sldId="394"/>
            <ac:spMk id="21" creationId="{53C01F61-D95D-5F5E-CF33-C494D33B66AD}"/>
          </ac:spMkLst>
        </pc:spChg>
        <pc:spChg chg="add del mod">
          <ac:chgData name="Prathik, A.K. (Anand Krishnan)" userId="530651e5-3022-4133-8f7a-bf605e28fdd6" providerId="ADAL" clId="{ADA7A2FA-4D5E-4F37-8241-71D0B554FD81}" dt="2026-07-18T00:17:18.421" v="1628" actId="478"/>
          <ac:spMkLst>
            <pc:docMk/>
            <pc:sldMk cId="2229788708" sldId="394"/>
            <ac:spMk id="21" creationId="{7D6A17C0-554F-9276-B472-6A22AF44AA8F}"/>
          </ac:spMkLst>
        </pc:spChg>
        <pc:spChg chg="add del mod">
          <ac:chgData name="Prathik, A.K. (Anand Krishnan)" userId="530651e5-3022-4133-8f7a-bf605e28fdd6" providerId="ADAL" clId="{ADA7A2FA-4D5E-4F37-8241-71D0B554FD81}" dt="2026-07-18T11:25:37.017" v="1790" actId="478"/>
          <ac:spMkLst>
            <pc:docMk/>
            <pc:sldMk cId="2229788708" sldId="394"/>
            <ac:spMk id="22" creationId="{78E567C5-3971-FFD0-EE3D-9A33B1E0800F}"/>
          </ac:spMkLst>
        </pc:spChg>
        <pc:spChg chg="add del mod">
          <ac:chgData name="Prathik, A.K. (Anand Krishnan)" userId="530651e5-3022-4133-8f7a-bf605e28fdd6" providerId="ADAL" clId="{ADA7A2FA-4D5E-4F37-8241-71D0B554FD81}" dt="2026-07-18T00:17:26.120" v="1629" actId="478"/>
          <ac:spMkLst>
            <pc:docMk/>
            <pc:sldMk cId="2229788708" sldId="394"/>
            <ac:spMk id="22" creationId="{AD1F053C-ED80-6FEF-345F-C084E7BEB4A0}"/>
          </ac:spMkLst>
        </pc:spChg>
        <pc:spChg chg="add del mod">
          <ac:chgData name="Prathik, A.K. (Anand Krishnan)" userId="530651e5-3022-4133-8f7a-bf605e28fdd6" providerId="ADAL" clId="{ADA7A2FA-4D5E-4F37-8241-71D0B554FD81}" dt="2026-07-18T00:17:18.421" v="1628" actId="478"/>
          <ac:spMkLst>
            <pc:docMk/>
            <pc:sldMk cId="2229788708" sldId="394"/>
            <ac:spMk id="23" creationId="{91CB95A7-DC31-4E9E-D965-E5F31D6E5C54}"/>
          </ac:spMkLst>
        </pc:spChg>
        <pc:spChg chg="add del mod">
          <ac:chgData name="Prathik, A.K. (Anand Krishnan)" userId="530651e5-3022-4133-8f7a-bf605e28fdd6" providerId="ADAL" clId="{ADA7A2FA-4D5E-4F37-8241-71D0B554FD81}" dt="2026-07-18T11:25:37.017" v="1790" actId="478"/>
          <ac:spMkLst>
            <pc:docMk/>
            <pc:sldMk cId="2229788708" sldId="394"/>
            <ac:spMk id="23" creationId="{D221DE76-C8F7-D3BB-B56A-C6A68738864A}"/>
          </ac:spMkLst>
        </pc:spChg>
        <pc:spChg chg="add del mod">
          <ac:chgData name="Prathik, A.K. (Anand Krishnan)" userId="530651e5-3022-4133-8f7a-bf605e28fdd6" providerId="ADAL" clId="{ADA7A2FA-4D5E-4F37-8241-71D0B554FD81}" dt="2026-07-18T11:25:37.017" v="1790" actId="478"/>
          <ac:spMkLst>
            <pc:docMk/>
            <pc:sldMk cId="2229788708" sldId="394"/>
            <ac:spMk id="24" creationId="{7ADEAEEA-D74E-CB87-949C-C4D16286C0CD}"/>
          </ac:spMkLst>
        </pc:spChg>
        <pc:spChg chg="add del mod">
          <ac:chgData name="Prathik, A.K. (Anand Krishnan)" userId="530651e5-3022-4133-8f7a-bf605e28fdd6" providerId="ADAL" clId="{ADA7A2FA-4D5E-4F37-8241-71D0B554FD81}" dt="2026-07-18T00:17:26.120" v="1629" actId="478"/>
          <ac:spMkLst>
            <pc:docMk/>
            <pc:sldMk cId="2229788708" sldId="394"/>
            <ac:spMk id="24" creationId="{A943A64F-7E7B-8F2A-9429-B6D5F77F9224}"/>
          </ac:spMkLst>
        </pc:spChg>
        <pc:spChg chg="add del mod">
          <ac:chgData name="Prathik, A.K. (Anand Krishnan)" userId="530651e5-3022-4133-8f7a-bf605e28fdd6" providerId="ADAL" clId="{ADA7A2FA-4D5E-4F37-8241-71D0B554FD81}" dt="2026-07-18T00:17:18.421" v="1628" actId="478"/>
          <ac:spMkLst>
            <pc:docMk/>
            <pc:sldMk cId="2229788708" sldId="394"/>
            <ac:spMk id="25" creationId="{98840C45-55C5-77E8-113D-BB0D2713512B}"/>
          </ac:spMkLst>
        </pc:spChg>
        <pc:spChg chg="add del mod ord">
          <ac:chgData name="Prathik, A.K. (Anand Krishnan)" userId="530651e5-3022-4133-8f7a-bf605e28fdd6" providerId="ADAL" clId="{ADA7A2FA-4D5E-4F37-8241-71D0B554FD81}" dt="2026-07-18T12:55:36.446" v="2770" actId="478"/>
          <ac:spMkLst>
            <pc:docMk/>
            <pc:sldMk cId="2229788708" sldId="394"/>
            <ac:spMk id="25" creationId="{FA1B68DF-7DA8-60D9-1B10-61F075780A7B}"/>
          </ac:spMkLst>
        </pc:spChg>
        <pc:spChg chg="add del mod ord">
          <ac:chgData name="Prathik, A.K. (Anand Krishnan)" userId="530651e5-3022-4133-8f7a-bf605e28fdd6" providerId="ADAL" clId="{ADA7A2FA-4D5E-4F37-8241-71D0B554FD81}" dt="2026-07-18T12:55:36.446" v="2770" actId="478"/>
          <ac:spMkLst>
            <pc:docMk/>
            <pc:sldMk cId="2229788708" sldId="394"/>
            <ac:spMk id="26" creationId="{EC8269AD-E427-D198-EFD8-9523204B852E}"/>
          </ac:spMkLst>
        </pc:spChg>
        <pc:spChg chg="add del mod ord">
          <ac:chgData name="Prathik, A.K. (Anand Krishnan)" userId="530651e5-3022-4133-8f7a-bf605e28fdd6" providerId="ADAL" clId="{ADA7A2FA-4D5E-4F37-8241-71D0B554FD81}" dt="2026-07-18T12:55:36.446" v="2770" actId="478"/>
          <ac:spMkLst>
            <pc:docMk/>
            <pc:sldMk cId="2229788708" sldId="394"/>
            <ac:spMk id="27" creationId="{2BB1FB73-B5BE-B801-0A85-E781C4161FD0}"/>
          </ac:spMkLst>
        </pc:spChg>
        <pc:spChg chg="add del mod ord">
          <ac:chgData name="Prathik, A.K. (Anand Krishnan)" userId="530651e5-3022-4133-8f7a-bf605e28fdd6" providerId="ADAL" clId="{ADA7A2FA-4D5E-4F37-8241-71D0B554FD81}" dt="2026-07-18T12:55:36.446" v="2770" actId="478"/>
          <ac:spMkLst>
            <pc:docMk/>
            <pc:sldMk cId="2229788708" sldId="394"/>
            <ac:spMk id="28" creationId="{E6223A28-49B4-0A2F-7A14-68C381A8E581}"/>
          </ac:spMkLst>
        </pc:spChg>
        <pc:spChg chg="add del mod">
          <ac:chgData name="Prathik, A.K. (Anand Krishnan)" userId="530651e5-3022-4133-8f7a-bf605e28fdd6" providerId="ADAL" clId="{ADA7A2FA-4D5E-4F37-8241-71D0B554FD81}" dt="2026-07-18T11:27:26.449" v="1808" actId="478"/>
          <ac:spMkLst>
            <pc:docMk/>
            <pc:sldMk cId="2229788708" sldId="394"/>
            <ac:spMk id="30" creationId="{BCFE92E1-CD7D-A6FD-70DF-7C70A39A1001}"/>
          </ac:spMkLst>
        </pc:spChg>
        <pc:spChg chg="add del mod">
          <ac:chgData name="Prathik, A.K. (Anand Krishnan)" userId="530651e5-3022-4133-8f7a-bf605e28fdd6" providerId="ADAL" clId="{ADA7A2FA-4D5E-4F37-8241-71D0B554FD81}" dt="2026-07-18T11:27:30.753" v="1811" actId="478"/>
          <ac:spMkLst>
            <pc:docMk/>
            <pc:sldMk cId="2229788708" sldId="394"/>
            <ac:spMk id="31" creationId="{6C3D18C2-EE9F-9AD9-1C63-A9379FD66D2B}"/>
          </ac:spMkLst>
        </pc:spChg>
        <pc:spChg chg="add del mod">
          <ac:chgData name="Prathik, A.K. (Anand Krishnan)" userId="530651e5-3022-4133-8f7a-bf605e28fdd6" providerId="ADAL" clId="{ADA7A2FA-4D5E-4F37-8241-71D0B554FD81}" dt="2026-07-18T11:27:29.273" v="1809" actId="478"/>
          <ac:spMkLst>
            <pc:docMk/>
            <pc:sldMk cId="2229788708" sldId="394"/>
            <ac:spMk id="32" creationId="{39052294-8029-A4E8-F0A7-3902E5F57F7B}"/>
          </ac:spMkLst>
        </pc:spChg>
        <pc:spChg chg="add del mod">
          <ac:chgData name="Prathik, A.K. (Anand Krishnan)" userId="530651e5-3022-4133-8f7a-bf605e28fdd6" providerId="ADAL" clId="{ADA7A2FA-4D5E-4F37-8241-71D0B554FD81}" dt="2026-07-18T11:27:29.273" v="1809" actId="478"/>
          <ac:spMkLst>
            <pc:docMk/>
            <pc:sldMk cId="2229788708" sldId="394"/>
            <ac:spMk id="33" creationId="{821EC7E8-DC2C-1D14-F8A6-3947A2CAD569}"/>
          </ac:spMkLst>
        </pc:spChg>
        <pc:spChg chg="add del mod">
          <ac:chgData name="Prathik, A.K. (Anand Krishnan)" userId="530651e5-3022-4133-8f7a-bf605e28fdd6" providerId="ADAL" clId="{ADA7A2FA-4D5E-4F37-8241-71D0B554FD81}" dt="2026-07-18T11:27:30.289" v="1810" actId="478"/>
          <ac:spMkLst>
            <pc:docMk/>
            <pc:sldMk cId="2229788708" sldId="394"/>
            <ac:spMk id="34" creationId="{A75A280E-BF51-A24E-71B0-296FE689FA43}"/>
          </ac:spMkLst>
        </pc:spChg>
        <pc:spChg chg="add del mod">
          <ac:chgData name="Prathik, A.K. (Anand Krishnan)" userId="530651e5-3022-4133-8f7a-bf605e28fdd6" providerId="ADAL" clId="{ADA7A2FA-4D5E-4F37-8241-71D0B554FD81}" dt="2026-07-18T12:55:38.444" v="2771" actId="478"/>
          <ac:spMkLst>
            <pc:docMk/>
            <pc:sldMk cId="2229788708" sldId="394"/>
            <ac:spMk id="35" creationId="{A0B61807-86FA-B87A-0106-DD997F3CFBB4}"/>
          </ac:spMkLst>
        </pc:spChg>
        <pc:spChg chg="add mod">
          <ac:chgData name="Prathik, A.K. (Anand Krishnan)" userId="530651e5-3022-4133-8f7a-bf605e28fdd6" providerId="ADAL" clId="{ADA7A2FA-4D5E-4F37-8241-71D0B554FD81}" dt="2026-07-18T13:02:32.143" v="2874" actId="14100"/>
          <ac:spMkLst>
            <pc:docMk/>
            <pc:sldMk cId="2229788708" sldId="394"/>
            <ac:spMk id="36" creationId="{BE653870-9677-313B-F4B9-2F60C6E37913}"/>
          </ac:spMkLst>
        </pc:spChg>
        <pc:spChg chg="add mod">
          <ac:chgData name="Prathik, A.K. (Anand Krishnan)" userId="530651e5-3022-4133-8f7a-bf605e28fdd6" providerId="ADAL" clId="{ADA7A2FA-4D5E-4F37-8241-71D0B554FD81}" dt="2026-07-18T13:02:38.925" v="2879" actId="1035"/>
          <ac:spMkLst>
            <pc:docMk/>
            <pc:sldMk cId="2229788708" sldId="394"/>
            <ac:spMk id="37" creationId="{F6FD3D87-8C1B-E726-B7BF-D19420ED0C61}"/>
          </ac:spMkLst>
        </pc:spChg>
        <pc:spChg chg="add del mod">
          <ac:chgData name="Prathik, A.K. (Anand Krishnan)" userId="530651e5-3022-4133-8f7a-bf605e28fdd6" providerId="ADAL" clId="{ADA7A2FA-4D5E-4F37-8241-71D0B554FD81}" dt="2026-07-18T12:55:36.446" v="2770" actId="478"/>
          <ac:spMkLst>
            <pc:docMk/>
            <pc:sldMk cId="2229788708" sldId="394"/>
            <ac:spMk id="39" creationId="{8C17CEED-EF8D-D6A0-B4B8-3DF57EB71AFD}"/>
          </ac:spMkLst>
        </pc:spChg>
        <pc:spChg chg="add mod">
          <ac:chgData name="Prathik, A.K. (Anand Krishnan)" userId="530651e5-3022-4133-8f7a-bf605e28fdd6" providerId="ADAL" clId="{ADA7A2FA-4D5E-4F37-8241-71D0B554FD81}" dt="2026-07-18T12:44:47.249" v="2487"/>
          <ac:spMkLst>
            <pc:docMk/>
            <pc:sldMk cId="2229788708" sldId="394"/>
            <ac:spMk id="40" creationId="{CC689E7A-C4E7-9080-C24C-F7AC9CE652DD}"/>
          </ac:spMkLst>
        </pc:spChg>
        <pc:spChg chg="add mod">
          <ac:chgData name="Prathik, A.K. (Anand Krishnan)" userId="530651e5-3022-4133-8f7a-bf605e28fdd6" providerId="ADAL" clId="{ADA7A2FA-4D5E-4F37-8241-71D0B554FD81}" dt="2026-07-18T12:44:47.249" v="2487"/>
          <ac:spMkLst>
            <pc:docMk/>
            <pc:sldMk cId="2229788708" sldId="394"/>
            <ac:spMk id="41" creationId="{97B02E56-1549-34BC-C37B-E32CF42F9378}"/>
          </ac:spMkLst>
        </pc:spChg>
      </pc:sldChg>
      <pc:sldChg chg="addSp delSp modSp new del mod modClrScheme chgLayout">
        <pc:chgData name="Prathik, A.K. (Anand Krishnan)" userId="530651e5-3022-4133-8f7a-bf605e28fdd6" providerId="ADAL" clId="{ADA7A2FA-4D5E-4F37-8241-71D0B554FD81}" dt="2026-07-18T13:05:48.231" v="2954" actId="47"/>
        <pc:sldMkLst>
          <pc:docMk/>
          <pc:sldMk cId="2549366286" sldId="395"/>
        </pc:sldMkLst>
        <pc:spChg chg="del mod ord">
          <ac:chgData name="Prathik, A.K. (Anand Krishnan)" userId="530651e5-3022-4133-8f7a-bf605e28fdd6" providerId="ADAL" clId="{ADA7A2FA-4D5E-4F37-8241-71D0B554FD81}" dt="2026-07-18T12:21:03.436" v="2113" actId="700"/>
          <ac:spMkLst>
            <pc:docMk/>
            <pc:sldMk cId="2549366286" sldId="395"/>
            <ac:spMk id="2" creationId="{2E931A2C-91A2-6141-DD12-CA42935B7C38}"/>
          </ac:spMkLst>
        </pc:spChg>
        <pc:spChg chg="del mod ord">
          <ac:chgData name="Prathik, A.K. (Anand Krishnan)" userId="530651e5-3022-4133-8f7a-bf605e28fdd6" providerId="ADAL" clId="{ADA7A2FA-4D5E-4F37-8241-71D0B554FD81}" dt="2026-07-18T12:21:03.436" v="2113" actId="700"/>
          <ac:spMkLst>
            <pc:docMk/>
            <pc:sldMk cId="2549366286" sldId="395"/>
            <ac:spMk id="3" creationId="{6DB306FE-C98E-D505-869C-49A321DCB2E4}"/>
          </ac:spMkLst>
        </pc:spChg>
        <pc:spChg chg="del">
          <ac:chgData name="Prathik, A.K. (Anand Krishnan)" userId="530651e5-3022-4133-8f7a-bf605e28fdd6" providerId="ADAL" clId="{ADA7A2FA-4D5E-4F37-8241-71D0B554FD81}" dt="2026-07-18T12:21:03.436" v="2113" actId="700"/>
          <ac:spMkLst>
            <pc:docMk/>
            <pc:sldMk cId="2549366286" sldId="395"/>
            <ac:spMk id="4" creationId="{37DFC5F5-1BCD-59AC-E483-4A287C9FC801}"/>
          </ac:spMkLst>
        </pc:spChg>
        <pc:spChg chg="del mod ord">
          <ac:chgData name="Prathik, A.K. (Anand Krishnan)" userId="530651e5-3022-4133-8f7a-bf605e28fdd6" providerId="ADAL" clId="{ADA7A2FA-4D5E-4F37-8241-71D0B554FD81}" dt="2026-07-18T12:40:15.979" v="2313" actId="478"/>
          <ac:spMkLst>
            <pc:docMk/>
            <pc:sldMk cId="2549366286" sldId="395"/>
            <ac:spMk id="5" creationId="{D57B4762-0075-7679-3719-AE99D4D8582F}"/>
          </ac:spMkLst>
        </pc:spChg>
        <pc:spChg chg="del mod ord">
          <ac:chgData name="Prathik, A.K. (Anand Krishnan)" userId="530651e5-3022-4133-8f7a-bf605e28fdd6" providerId="ADAL" clId="{ADA7A2FA-4D5E-4F37-8241-71D0B554FD81}" dt="2026-07-18T12:40:15.979" v="2313" actId="478"/>
          <ac:spMkLst>
            <pc:docMk/>
            <pc:sldMk cId="2549366286" sldId="395"/>
            <ac:spMk id="6" creationId="{FC155B46-DB97-361B-2E61-39EBB102E740}"/>
          </ac:spMkLst>
        </pc:spChg>
        <pc:spChg chg="add del mod ord">
          <ac:chgData name="Prathik, A.K. (Anand Krishnan)" userId="530651e5-3022-4133-8f7a-bf605e28fdd6" providerId="ADAL" clId="{ADA7A2FA-4D5E-4F37-8241-71D0B554FD81}" dt="2026-07-18T12:21:07.910" v="2114" actId="700"/>
          <ac:spMkLst>
            <pc:docMk/>
            <pc:sldMk cId="2549366286" sldId="395"/>
            <ac:spMk id="7" creationId="{C15D65D3-F4FE-A075-26FC-6D80750B5B29}"/>
          </ac:spMkLst>
        </pc:spChg>
        <pc:spChg chg="add del mod ord">
          <ac:chgData name="Prathik, A.K. (Anand Krishnan)" userId="530651e5-3022-4133-8f7a-bf605e28fdd6" providerId="ADAL" clId="{ADA7A2FA-4D5E-4F37-8241-71D0B554FD81}" dt="2026-07-18T12:21:07.910" v="2114" actId="700"/>
          <ac:spMkLst>
            <pc:docMk/>
            <pc:sldMk cId="2549366286" sldId="395"/>
            <ac:spMk id="8" creationId="{BC0351E3-E67C-A90B-8D79-9F6AEE047F6D}"/>
          </ac:spMkLst>
        </pc:spChg>
        <pc:spChg chg="add del mod ord">
          <ac:chgData name="Prathik, A.K. (Anand Krishnan)" userId="530651e5-3022-4133-8f7a-bf605e28fdd6" providerId="ADAL" clId="{ADA7A2FA-4D5E-4F37-8241-71D0B554FD81}" dt="2026-07-18T12:21:16.912" v="2115" actId="700"/>
          <ac:spMkLst>
            <pc:docMk/>
            <pc:sldMk cId="2549366286" sldId="395"/>
            <ac:spMk id="9" creationId="{213DD245-C5F7-8E04-2647-8A04F60A121B}"/>
          </ac:spMkLst>
        </pc:spChg>
        <pc:spChg chg="add del mod ord">
          <ac:chgData name="Prathik, A.K. (Anand Krishnan)" userId="530651e5-3022-4133-8f7a-bf605e28fdd6" providerId="ADAL" clId="{ADA7A2FA-4D5E-4F37-8241-71D0B554FD81}" dt="2026-07-18T12:21:16.912" v="2115" actId="700"/>
          <ac:spMkLst>
            <pc:docMk/>
            <pc:sldMk cId="2549366286" sldId="395"/>
            <ac:spMk id="10" creationId="{5429C133-1D12-F903-8A71-5DF2E70D8503}"/>
          </ac:spMkLst>
        </pc:spChg>
        <pc:spChg chg="add mod ord">
          <ac:chgData name="Prathik, A.K. (Anand Krishnan)" userId="530651e5-3022-4133-8f7a-bf605e28fdd6" providerId="ADAL" clId="{ADA7A2FA-4D5E-4F37-8241-71D0B554FD81}" dt="2026-07-18T12:58:06.098" v="2795" actId="1076"/>
          <ac:spMkLst>
            <pc:docMk/>
            <pc:sldMk cId="2549366286" sldId="395"/>
            <ac:spMk id="11" creationId="{0C945A5D-9BF4-99D9-7C4C-51A292214FF8}"/>
          </ac:spMkLst>
        </pc:spChg>
        <pc:spChg chg="add del mod ord">
          <ac:chgData name="Prathik, A.K. (Anand Krishnan)" userId="530651e5-3022-4133-8f7a-bf605e28fdd6" providerId="ADAL" clId="{ADA7A2FA-4D5E-4F37-8241-71D0B554FD81}" dt="2026-07-18T12:30:00.577" v="2129" actId="478"/>
          <ac:spMkLst>
            <pc:docMk/>
            <pc:sldMk cId="2549366286" sldId="395"/>
            <ac:spMk id="12" creationId="{6C2B048D-5145-9485-2E34-9B761598F692}"/>
          </ac:spMkLst>
        </pc:spChg>
        <pc:spChg chg="add del mod ord">
          <ac:chgData name="Prathik, A.K. (Anand Krishnan)" userId="530651e5-3022-4133-8f7a-bf605e28fdd6" providerId="ADAL" clId="{ADA7A2FA-4D5E-4F37-8241-71D0B554FD81}" dt="2026-07-18T12:30:02.898" v="2130" actId="478"/>
          <ac:spMkLst>
            <pc:docMk/>
            <pc:sldMk cId="2549366286" sldId="395"/>
            <ac:spMk id="13" creationId="{28EC08A6-E9EE-73F3-DC4D-765CC64FE91A}"/>
          </ac:spMkLst>
        </pc:spChg>
        <pc:spChg chg="add mod">
          <ac:chgData name="Prathik, A.K. (Anand Krishnan)" userId="530651e5-3022-4133-8f7a-bf605e28fdd6" providerId="ADAL" clId="{ADA7A2FA-4D5E-4F37-8241-71D0B554FD81}" dt="2026-07-18T13:04:24.994" v="2931" actId="20577"/>
          <ac:spMkLst>
            <pc:docMk/>
            <pc:sldMk cId="2549366286" sldId="395"/>
            <ac:spMk id="15" creationId="{5472DDD5-23F0-D981-0AD6-7F9AAD369F28}"/>
          </ac:spMkLst>
        </pc:spChg>
        <pc:spChg chg="add mod">
          <ac:chgData name="Prathik, A.K. (Anand Krishnan)" userId="530651e5-3022-4133-8f7a-bf605e28fdd6" providerId="ADAL" clId="{ADA7A2FA-4D5E-4F37-8241-71D0B554FD81}" dt="2026-07-18T12:58:17.071" v="2797" actId="14100"/>
          <ac:spMkLst>
            <pc:docMk/>
            <pc:sldMk cId="2549366286" sldId="395"/>
            <ac:spMk id="17" creationId="{752ED8A6-5DA8-100E-CE52-354594212935}"/>
          </ac:spMkLst>
        </pc:spChg>
        <pc:spChg chg="add mod">
          <ac:chgData name="Prathik, A.K. (Anand Krishnan)" userId="530651e5-3022-4133-8f7a-bf605e28fdd6" providerId="ADAL" clId="{ADA7A2FA-4D5E-4F37-8241-71D0B554FD81}" dt="2026-07-18T13:00:11.523" v="2838" actId="1076"/>
          <ac:spMkLst>
            <pc:docMk/>
            <pc:sldMk cId="2549366286" sldId="395"/>
            <ac:spMk id="19" creationId="{019E5312-5FDF-BC6E-4FB4-768C45D89407}"/>
          </ac:spMkLst>
        </pc:spChg>
        <pc:spChg chg="add mod">
          <ac:chgData name="Prathik, A.K. (Anand Krishnan)" userId="530651e5-3022-4133-8f7a-bf605e28fdd6" providerId="ADAL" clId="{ADA7A2FA-4D5E-4F37-8241-71D0B554FD81}" dt="2026-07-18T13:04:29.638" v="2937" actId="20577"/>
          <ac:spMkLst>
            <pc:docMk/>
            <pc:sldMk cId="2549366286" sldId="395"/>
            <ac:spMk id="20" creationId="{E85FC6EF-A411-F54E-2A86-B07499636C8E}"/>
          </ac:spMkLst>
        </pc:spChg>
        <pc:spChg chg="add mod">
          <ac:chgData name="Prathik, A.K. (Anand Krishnan)" userId="530651e5-3022-4133-8f7a-bf605e28fdd6" providerId="ADAL" clId="{ADA7A2FA-4D5E-4F37-8241-71D0B554FD81}" dt="2026-07-18T13:00:06.234" v="2837" actId="1036"/>
          <ac:spMkLst>
            <pc:docMk/>
            <pc:sldMk cId="2549366286" sldId="395"/>
            <ac:spMk id="21" creationId="{EA7504D5-8138-B6E2-FB05-242E74B6E4D4}"/>
          </ac:spMkLst>
        </pc:spChg>
        <pc:spChg chg="add mod">
          <ac:chgData name="Prathik, A.K. (Anand Krishnan)" userId="530651e5-3022-4133-8f7a-bf605e28fdd6" providerId="ADAL" clId="{ADA7A2FA-4D5E-4F37-8241-71D0B554FD81}" dt="2026-07-18T13:00:06.234" v="2837" actId="1036"/>
          <ac:spMkLst>
            <pc:docMk/>
            <pc:sldMk cId="2549366286" sldId="395"/>
            <ac:spMk id="22" creationId="{36390140-8A2B-965A-7E29-0B2C925071D7}"/>
          </ac:spMkLst>
        </pc:spChg>
        <pc:spChg chg="add mod">
          <ac:chgData name="Prathik, A.K. (Anand Krishnan)" userId="530651e5-3022-4133-8f7a-bf605e28fdd6" providerId="ADAL" clId="{ADA7A2FA-4D5E-4F37-8241-71D0B554FD81}" dt="2026-07-18T13:00:06.234" v="2837" actId="1036"/>
          <ac:spMkLst>
            <pc:docMk/>
            <pc:sldMk cId="2549366286" sldId="395"/>
            <ac:spMk id="23" creationId="{AC5A3978-9A1A-3391-BC5C-750AFB07B5FE}"/>
          </ac:spMkLst>
        </pc:spChg>
        <pc:spChg chg="add mod">
          <ac:chgData name="Prathik, A.K. (Anand Krishnan)" userId="530651e5-3022-4133-8f7a-bf605e28fdd6" providerId="ADAL" clId="{ADA7A2FA-4D5E-4F37-8241-71D0B554FD81}" dt="2026-07-18T13:00:06.234" v="2837" actId="1036"/>
          <ac:spMkLst>
            <pc:docMk/>
            <pc:sldMk cId="2549366286" sldId="395"/>
            <ac:spMk id="24" creationId="{22F1F12E-09AC-AA12-EAE2-BE34C9AC55AB}"/>
          </ac:spMkLst>
        </pc:spChg>
        <pc:spChg chg="add mod">
          <ac:chgData name="Prathik, A.K. (Anand Krishnan)" userId="530651e5-3022-4133-8f7a-bf605e28fdd6" providerId="ADAL" clId="{ADA7A2FA-4D5E-4F37-8241-71D0B554FD81}" dt="2026-07-18T13:00:06.234" v="2837" actId="1036"/>
          <ac:spMkLst>
            <pc:docMk/>
            <pc:sldMk cId="2549366286" sldId="395"/>
            <ac:spMk id="26" creationId="{2C475F9B-7DC7-E87E-29D1-B431E5C450B0}"/>
          </ac:spMkLst>
        </pc:spChg>
        <pc:spChg chg="add mod">
          <ac:chgData name="Prathik, A.K. (Anand Krishnan)" userId="530651e5-3022-4133-8f7a-bf605e28fdd6" providerId="ADAL" clId="{ADA7A2FA-4D5E-4F37-8241-71D0B554FD81}" dt="2026-07-18T13:05:07.396" v="2943" actId="20577"/>
          <ac:spMkLst>
            <pc:docMk/>
            <pc:sldMk cId="2549366286" sldId="395"/>
            <ac:spMk id="27" creationId="{AEDDE319-A527-356E-CE6B-B154DB1E6900}"/>
          </ac:spMkLst>
        </pc:spChg>
        <pc:spChg chg="add del mod">
          <ac:chgData name="Prathik, A.K. (Anand Krishnan)" userId="530651e5-3022-4133-8f7a-bf605e28fdd6" providerId="ADAL" clId="{ADA7A2FA-4D5E-4F37-8241-71D0B554FD81}" dt="2026-07-18T12:57:30.956" v="2787" actId="21"/>
          <ac:spMkLst>
            <pc:docMk/>
            <pc:sldMk cId="2549366286" sldId="395"/>
            <ac:spMk id="29" creationId="{8FE05B6F-1791-2726-7E52-7EBA81FD75F0}"/>
          </ac:spMkLst>
        </pc:spChg>
        <pc:spChg chg="add del mod">
          <ac:chgData name="Prathik, A.K. (Anand Krishnan)" userId="530651e5-3022-4133-8f7a-bf605e28fdd6" providerId="ADAL" clId="{ADA7A2FA-4D5E-4F37-8241-71D0B554FD81}" dt="2026-07-18T12:57:30.956" v="2787" actId="21"/>
          <ac:spMkLst>
            <pc:docMk/>
            <pc:sldMk cId="2549366286" sldId="395"/>
            <ac:spMk id="30" creationId="{7AE84D40-B361-52CE-CFCE-AA1E3091304B}"/>
          </ac:spMkLst>
        </pc:spChg>
        <pc:spChg chg="add del mod">
          <ac:chgData name="Prathik, A.K. (Anand Krishnan)" userId="530651e5-3022-4133-8f7a-bf605e28fdd6" providerId="ADAL" clId="{ADA7A2FA-4D5E-4F37-8241-71D0B554FD81}" dt="2026-07-18T12:57:30.956" v="2787" actId="21"/>
          <ac:spMkLst>
            <pc:docMk/>
            <pc:sldMk cId="2549366286" sldId="395"/>
            <ac:spMk id="31" creationId="{043A7221-6236-9DBF-4ECA-988B0649BEA2}"/>
          </ac:spMkLst>
        </pc:spChg>
        <pc:spChg chg="add del">
          <ac:chgData name="Prathik, A.K. (Anand Krishnan)" userId="530651e5-3022-4133-8f7a-bf605e28fdd6" providerId="ADAL" clId="{ADA7A2FA-4D5E-4F37-8241-71D0B554FD81}" dt="2026-07-18T12:42:28.510" v="2410" actId="22"/>
          <ac:spMkLst>
            <pc:docMk/>
            <pc:sldMk cId="2549366286" sldId="395"/>
            <ac:spMk id="33" creationId="{20149109-5000-C219-4224-8B2C1160BF32}"/>
          </ac:spMkLst>
        </pc:spChg>
        <pc:spChg chg="add del mod">
          <ac:chgData name="Prathik, A.K. (Anand Krishnan)" userId="530651e5-3022-4133-8f7a-bf605e28fdd6" providerId="ADAL" clId="{ADA7A2FA-4D5E-4F37-8241-71D0B554FD81}" dt="2026-07-18T12:57:30.956" v="2787" actId="21"/>
          <ac:spMkLst>
            <pc:docMk/>
            <pc:sldMk cId="2549366286" sldId="395"/>
            <ac:spMk id="35" creationId="{0AC6AE65-5DE2-664B-CB69-F5EA12F1F047}"/>
          </ac:spMkLst>
        </pc:spChg>
        <pc:spChg chg="add del mod">
          <ac:chgData name="Prathik, A.K. (Anand Krishnan)" userId="530651e5-3022-4133-8f7a-bf605e28fdd6" providerId="ADAL" clId="{ADA7A2FA-4D5E-4F37-8241-71D0B554FD81}" dt="2026-07-18T12:57:30.956" v="2787" actId="21"/>
          <ac:spMkLst>
            <pc:docMk/>
            <pc:sldMk cId="2549366286" sldId="395"/>
            <ac:spMk id="36" creationId="{22D94A22-D527-871C-84F9-AFCA7149F913}"/>
          </ac:spMkLst>
        </pc:spChg>
        <pc:spChg chg="add del mod">
          <ac:chgData name="Prathik, A.K. (Anand Krishnan)" userId="530651e5-3022-4133-8f7a-bf605e28fdd6" providerId="ADAL" clId="{ADA7A2FA-4D5E-4F37-8241-71D0B554FD81}" dt="2026-07-18T12:57:30.956" v="2787" actId="21"/>
          <ac:spMkLst>
            <pc:docMk/>
            <pc:sldMk cId="2549366286" sldId="395"/>
            <ac:spMk id="37" creationId="{A0A3E202-70F2-3F10-57E5-3683F7365522}"/>
          </ac:spMkLst>
        </pc:spChg>
        <pc:spChg chg="add mod">
          <ac:chgData name="Prathik, A.K. (Anand Krishnan)" userId="530651e5-3022-4133-8f7a-bf605e28fdd6" providerId="ADAL" clId="{ADA7A2FA-4D5E-4F37-8241-71D0B554FD81}" dt="2026-07-18T12:51:56.897" v="2671" actId="1036"/>
          <ac:spMkLst>
            <pc:docMk/>
            <pc:sldMk cId="2549366286" sldId="395"/>
            <ac:spMk id="38" creationId="{7A50D09E-CDDF-379B-EC53-383E720835EC}"/>
          </ac:spMkLst>
        </pc:spChg>
        <pc:spChg chg="add del mod">
          <ac:chgData name="Prathik, A.K. (Anand Krishnan)" userId="530651e5-3022-4133-8f7a-bf605e28fdd6" providerId="ADAL" clId="{ADA7A2FA-4D5E-4F37-8241-71D0B554FD81}" dt="2026-07-18T12:57:30.956" v="2787" actId="21"/>
          <ac:spMkLst>
            <pc:docMk/>
            <pc:sldMk cId="2549366286" sldId="395"/>
            <ac:spMk id="39" creationId="{E9EA8FA4-D7F9-AE42-98BD-336ED73F98CC}"/>
          </ac:spMkLst>
        </pc:spChg>
        <pc:spChg chg="add mod">
          <ac:chgData name="Prathik, A.K. (Anand Krishnan)" userId="530651e5-3022-4133-8f7a-bf605e28fdd6" providerId="ADAL" clId="{ADA7A2FA-4D5E-4F37-8241-71D0B554FD81}" dt="2026-07-18T12:44:43.608" v="2485"/>
          <ac:spMkLst>
            <pc:docMk/>
            <pc:sldMk cId="2549366286" sldId="395"/>
            <ac:spMk id="40" creationId="{8DD4847C-5941-5BEC-A7F7-A86FA0F1B432}"/>
          </ac:spMkLst>
        </pc:spChg>
        <pc:spChg chg="add mod">
          <ac:chgData name="Prathik, A.K. (Anand Krishnan)" userId="530651e5-3022-4133-8f7a-bf605e28fdd6" providerId="ADAL" clId="{ADA7A2FA-4D5E-4F37-8241-71D0B554FD81}" dt="2026-07-18T12:44:43.608" v="2485"/>
          <ac:spMkLst>
            <pc:docMk/>
            <pc:sldMk cId="2549366286" sldId="395"/>
            <ac:spMk id="41" creationId="{BAFC7965-3A48-3941-4821-ADDE587F2B94}"/>
          </ac:spMkLst>
        </pc:spChg>
        <pc:spChg chg="add mod">
          <ac:chgData name="Prathik, A.K. (Anand Krishnan)" userId="530651e5-3022-4133-8f7a-bf605e28fdd6" providerId="ADAL" clId="{ADA7A2FA-4D5E-4F37-8241-71D0B554FD81}" dt="2026-07-18T12:49:45.200" v="2624"/>
          <ac:spMkLst>
            <pc:docMk/>
            <pc:sldMk cId="2549366286" sldId="395"/>
            <ac:spMk id="42" creationId="{4D28B782-9400-30AF-E259-1AD0778434F7}"/>
          </ac:spMkLst>
        </pc:spChg>
        <pc:spChg chg="add mod">
          <ac:chgData name="Prathik, A.K. (Anand Krishnan)" userId="530651e5-3022-4133-8f7a-bf605e28fdd6" providerId="ADAL" clId="{ADA7A2FA-4D5E-4F37-8241-71D0B554FD81}" dt="2026-07-18T12:49:45.200" v="2624"/>
          <ac:spMkLst>
            <pc:docMk/>
            <pc:sldMk cId="2549366286" sldId="395"/>
            <ac:spMk id="43" creationId="{E0B2296D-4E4B-98F6-7CC7-285EA85F0CB9}"/>
          </ac:spMkLst>
        </pc:spChg>
        <pc:spChg chg="add mod">
          <ac:chgData name="Prathik, A.K. (Anand Krishnan)" userId="530651e5-3022-4133-8f7a-bf605e28fdd6" providerId="ADAL" clId="{ADA7A2FA-4D5E-4F37-8241-71D0B554FD81}" dt="2026-07-18T12:49:45.200" v="2624"/>
          <ac:spMkLst>
            <pc:docMk/>
            <pc:sldMk cId="2549366286" sldId="395"/>
            <ac:spMk id="44" creationId="{99517866-2CCB-0065-B32E-769113CB185A}"/>
          </ac:spMkLst>
        </pc:spChg>
        <pc:spChg chg="add mod">
          <ac:chgData name="Prathik, A.K. (Anand Krishnan)" userId="530651e5-3022-4133-8f7a-bf605e28fdd6" providerId="ADAL" clId="{ADA7A2FA-4D5E-4F37-8241-71D0B554FD81}" dt="2026-07-18T12:49:45.200" v="2624"/>
          <ac:spMkLst>
            <pc:docMk/>
            <pc:sldMk cId="2549366286" sldId="395"/>
            <ac:spMk id="45" creationId="{58C688E9-32A5-3FBE-F6E6-6A0D7A9F747F}"/>
          </ac:spMkLst>
        </pc:spChg>
        <pc:spChg chg="add mod">
          <ac:chgData name="Prathik, A.K. (Anand Krishnan)" userId="530651e5-3022-4133-8f7a-bf605e28fdd6" providerId="ADAL" clId="{ADA7A2FA-4D5E-4F37-8241-71D0B554FD81}" dt="2026-07-18T12:49:45.200" v="2624"/>
          <ac:spMkLst>
            <pc:docMk/>
            <pc:sldMk cId="2549366286" sldId="395"/>
            <ac:spMk id="46" creationId="{78D4BD50-C6AB-0EDA-319C-6961980F4575}"/>
          </ac:spMkLst>
        </pc:spChg>
        <pc:spChg chg="add mod">
          <ac:chgData name="Prathik, A.K. (Anand Krishnan)" userId="530651e5-3022-4133-8f7a-bf605e28fdd6" providerId="ADAL" clId="{ADA7A2FA-4D5E-4F37-8241-71D0B554FD81}" dt="2026-07-18T12:49:45.200" v="2624"/>
          <ac:spMkLst>
            <pc:docMk/>
            <pc:sldMk cId="2549366286" sldId="395"/>
            <ac:spMk id="47" creationId="{4950A07B-744C-E470-9E93-B93F98BE9310}"/>
          </ac:spMkLst>
        </pc:spChg>
        <pc:spChg chg="add mod">
          <ac:chgData name="Prathik, A.K. (Anand Krishnan)" userId="530651e5-3022-4133-8f7a-bf605e28fdd6" providerId="ADAL" clId="{ADA7A2FA-4D5E-4F37-8241-71D0B554FD81}" dt="2026-07-18T12:49:45.200" v="2624"/>
          <ac:spMkLst>
            <pc:docMk/>
            <pc:sldMk cId="2549366286" sldId="395"/>
            <ac:spMk id="48" creationId="{3FD97D0C-E837-8E8B-DC18-A985F18DEB25}"/>
          </ac:spMkLst>
        </pc:spChg>
        <pc:spChg chg="add mod">
          <ac:chgData name="Prathik, A.K. (Anand Krishnan)" userId="530651e5-3022-4133-8f7a-bf605e28fdd6" providerId="ADAL" clId="{ADA7A2FA-4D5E-4F37-8241-71D0B554FD81}" dt="2026-07-18T12:49:45.200" v="2624"/>
          <ac:spMkLst>
            <pc:docMk/>
            <pc:sldMk cId="2549366286" sldId="395"/>
            <ac:spMk id="49" creationId="{520D7AD3-8182-BC9D-789B-705B9DC5A741}"/>
          </ac:spMkLst>
        </pc:spChg>
        <pc:spChg chg="add mod">
          <ac:chgData name="Prathik, A.K. (Anand Krishnan)" userId="530651e5-3022-4133-8f7a-bf605e28fdd6" providerId="ADAL" clId="{ADA7A2FA-4D5E-4F37-8241-71D0B554FD81}" dt="2026-07-18T12:52:03.351" v="2673" actId="1076"/>
          <ac:spMkLst>
            <pc:docMk/>
            <pc:sldMk cId="2549366286" sldId="395"/>
            <ac:spMk id="50" creationId="{BC5AB235-04BE-15D0-DF7E-38DDEEE3B649}"/>
          </ac:spMkLst>
        </pc:spChg>
        <pc:spChg chg="add mod">
          <ac:chgData name="Prathik, A.K. (Anand Krishnan)" userId="530651e5-3022-4133-8f7a-bf605e28fdd6" providerId="ADAL" clId="{ADA7A2FA-4D5E-4F37-8241-71D0B554FD81}" dt="2026-07-18T12:53:01.543" v="2690" actId="113"/>
          <ac:spMkLst>
            <pc:docMk/>
            <pc:sldMk cId="2549366286" sldId="395"/>
            <ac:spMk id="51" creationId="{CC8763A3-63BB-888D-20C6-0C3F75383AA6}"/>
          </ac:spMkLst>
        </pc:spChg>
        <pc:spChg chg="add del mod">
          <ac:chgData name="Prathik, A.K. (Anand Krishnan)" userId="530651e5-3022-4133-8f7a-bf605e28fdd6" providerId="ADAL" clId="{ADA7A2FA-4D5E-4F37-8241-71D0B554FD81}" dt="2026-07-18T12:57:30.956" v="2787" actId="21"/>
          <ac:spMkLst>
            <pc:docMk/>
            <pc:sldMk cId="2549366286" sldId="395"/>
            <ac:spMk id="52" creationId="{E940D46A-5E58-852B-EC9A-5F1715B45AB5}"/>
          </ac:spMkLst>
        </pc:spChg>
        <pc:spChg chg="add del mod">
          <ac:chgData name="Prathik, A.K. (Anand Krishnan)" userId="530651e5-3022-4133-8f7a-bf605e28fdd6" providerId="ADAL" clId="{ADA7A2FA-4D5E-4F37-8241-71D0B554FD81}" dt="2026-07-18T12:57:30.956" v="2787" actId="21"/>
          <ac:spMkLst>
            <pc:docMk/>
            <pc:sldMk cId="2549366286" sldId="395"/>
            <ac:spMk id="53" creationId="{15375FDD-1661-28E5-C031-040BE90F96D2}"/>
          </ac:spMkLst>
        </pc:spChg>
        <pc:spChg chg="add del mod">
          <ac:chgData name="Prathik, A.K. (Anand Krishnan)" userId="530651e5-3022-4133-8f7a-bf605e28fdd6" providerId="ADAL" clId="{ADA7A2FA-4D5E-4F37-8241-71D0B554FD81}" dt="2026-07-18T12:57:30.956" v="2787" actId="21"/>
          <ac:spMkLst>
            <pc:docMk/>
            <pc:sldMk cId="2549366286" sldId="395"/>
            <ac:spMk id="54" creationId="{4DD3B102-9871-F87A-2737-6740116CEF69}"/>
          </ac:spMkLst>
        </pc:spChg>
        <pc:spChg chg="add mod">
          <ac:chgData name="Prathik, A.K. (Anand Krishnan)" userId="530651e5-3022-4133-8f7a-bf605e28fdd6" providerId="ADAL" clId="{ADA7A2FA-4D5E-4F37-8241-71D0B554FD81}" dt="2026-07-18T12:52:03.351" v="2673" actId="1076"/>
          <ac:spMkLst>
            <pc:docMk/>
            <pc:sldMk cId="2549366286" sldId="395"/>
            <ac:spMk id="55" creationId="{8DCC46B2-E515-135E-4BBE-FDC0B7FC99A6}"/>
          </ac:spMkLst>
        </pc:spChg>
        <pc:spChg chg="add mod">
          <ac:chgData name="Prathik, A.K. (Anand Krishnan)" userId="530651e5-3022-4133-8f7a-bf605e28fdd6" providerId="ADAL" clId="{ADA7A2FA-4D5E-4F37-8241-71D0B554FD81}" dt="2026-07-18T12:52:03.351" v="2673" actId="1076"/>
          <ac:spMkLst>
            <pc:docMk/>
            <pc:sldMk cId="2549366286" sldId="395"/>
            <ac:spMk id="56" creationId="{2A1658F4-98D8-84A5-DF28-DD3F06CD5CC1}"/>
          </ac:spMkLst>
        </pc:spChg>
        <pc:spChg chg="add del mod">
          <ac:chgData name="Prathik, A.K. (Anand Krishnan)" userId="530651e5-3022-4133-8f7a-bf605e28fdd6" providerId="ADAL" clId="{ADA7A2FA-4D5E-4F37-8241-71D0B554FD81}" dt="2026-07-18T12:57:35.164" v="2788" actId="21"/>
          <ac:spMkLst>
            <pc:docMk/>
            <pc:sldMk cId="2549366286" sldId="395"/>
            <ac:spMk id="57" creationId="{D12931EA-F0B7-E826-FDB0-B89068232A75}"/>
          </ac:spMkLst>
        </pc:spChg>
      </pc:sldChg>
      <pc:sldChg chg="delSp new del mod">
        <pc:chgData name="Prathik, A.K. (Anand Krishnan)" userId="530651e5-3022-4133-8f7a-bf605e28fdd6" providerId="ADAL" clId="{ADA7A2FA-4D5E-4F37-8241-71D0B554FD81}" dt="2026-07-18T13:10:36.256" v="3023" actId="47"/>
        <pc:sldMkLst>
          <pc:docMk/>
          <pc:sldMk cId="1046166739" sldId="396"/>
        </pc:sldMkLst>
        <pc:spChg chg="del">
          <ac:chgData name="Prathik, A.K. (Anand Krishnan)" userId="530651e5-3022-4133-8f7a-bf605e28fdd6" providerId="ADAL" clId="{ADA7A2FA-4D5E-4F37-8241-71D0B554FD81}" dt="2026-07-18T12:46:40.247" v="2489" actId="478"/>
          <ac:spMkLst>
            <pc:docMk/>
            <pc:sldMk cId="1046166739" sldId="396"/>
            <ac:spMk id="3" creationId="{4A7409F7-381A-846B-8246-1A2240524E89}"/>
          </ac:spMkLst>
        </pc:spChg>
        <pc:spChg chg="del">
          <ac:chgData name="Prathik, A.K. (Anand Krishnan)" userId="530651e5-3022-4133-8f7a-bf605e28fdd6" providerId="ADAL" clId="{ADA7A2FA-4D5E-4F37-8241-71D0B554FD81}" dt="2026-07-18T12:46:41.627" v="2490" actId="478"/>
          <ac:spMkLst>
            <pc:docMk/>
            <pc:sldMk cId="1046166739" sldId="396"/>
            <ac:spMk id="4" creationId="{8D8273BA-4AE6-D344-1175-1BED20DCC2CE}"/>
          </ac:spMkLst>
        </pc:spChg>
      </pc:sldChg>
      <pc:sldChg chg="new del">
        <pc:chgData name="Prathik, A.K. (Anand Krishnan)" userId="530651e5-3022-4133-8f7a-bf605e28fdd6" providerId="ADAL" clId="{ADA7A2FA-4D5E-4F37-8241-71D0B554FD81}" dt="2026-07-18T12:55:28.513" v="2769" actId="47"/>
        <pc:sldMkLst>
          <pc:docMk/>
          <pc:sldMk cId="1677553216" sldId="397"/>
        </pc:sldMkLst>
      </pc:sldChg>
      <pc:sldChg chg="delSp modSp add mod ord">
        <pc:chgData name="Prathik, A.K. (Anand Krishnan)" userId="530651e5-3022-4133-8f7a-bf605e28fdd6" providerId="ADAL" clId="{ADA7A2FA-4D5E-4F37-8241-71D0B554FD81}" dt="2026-07-18T13:13:31.010" v="3086"/>
        <pc:sldMkLst>
          <pc:docMk/>
          <pc:sldMk cId="3251977979" sldId="398"/>
        </pc:sldMkLst>
        <pc:spChg chg="mod">
          <ac:chgData name="Prathik, A.K. (Anand Krishnan)" userId="530651e5-3022-4133-8f7a-bf605e28fdd6" providerId="ADAL" clId="{ADA7A2FA-4D5E-4F37-8241-71D0B554FD81}" dt="2026-07-18T12:56:48.220" v="2779" actId="1076"/>
          <ac:spMkLst>
            <pc:docMk/>
            <pc:sldMk cId="3251977979" sldId="398"/>
            <ac:spMk id="2" creationId="{027C1DD4-F8B2-E7DB-D196-867B5DC25307}"/>
          </ac:spMkLst>
        </pc:spChg>
        <pc:spChg chg="mod">
          <ac:chgData name="Prathik, A.K. (Anand Krishnan)" userId="530651e5-3022-4133-8f7a-bf605e28fdd6" providerId="ADAL" clId="{ADA7A2FA-4D5E-4F37-8241-71D0B554FD81}" dt="2026-07-18T13:13:31.010" v="3086"/>
          <ac:spMkLst>
            <pc:docMk/>
            <pc:sldMk cId="3251977979" sldId="398"/>
            <ac:spMk id="6" creationId="{09C994F2-0C32-A68C-277F-8B4FD6BAD210}"/>
          </ac:spMkLst>
        </pc:spChg>
        <pc:spChg chg="mod">
          <ac:chgData name="Prathik, A.K. (Anand Krishnan)" userId="530651e5-3022-4133-8f7a-bf605e28fdd6" providerId="ADAL" clId="{ADA7A2FA-4D5E-4F37-8241-71D0B554FD81}" dt="2026-07-18T12:56:48.220" v="2779" actId="1076"/>
          <ac:spMkLst>
            <pc:docMk/>
            <pc:sldMk cId="3251977979" sldId="398"/>
            <ac:spMk id="7" creationId="{B5B587DE-AA1E-643C-562D-742FFB266184}"/>
          </ac:spMkLst>
        </pc:spChg>
        <pc:spChg chg="mod">
          <ac:chgData name="Prathik, A.K. (Anand Krishnan)" userId="530651e5-3022-4133-8f7a-bf605e28fdd6" providerId="ADAL" clId="{ADA7A2FA-4D5E-4F37-8241-71D0B554FD81}" dt="2026-07-18T12:56:48.220" v="2779" actId="1076"/>
          <ac:spMkLst>
            <pc:docMk/>
            <pc:sldMk cId="3251977979" sldId="398"/>
            <ac:spMk id="9" creationId="{D786F6AD-945A-94D0-83A9-0FB6A6D954E6}"/>
          </ac:spMkLst>
        </pc:spChg>
        <pc:spChg chg="mod">
          <ac:chgData name="Prathik, A.K. (Anand Krishnan)" userId="530651e5-3022-4133-8f7a-bf605e28fdd6" providerId="ADAL" clId="{ADA7A2FA-4D5E-4F37-8241-71D0B554FD81}" dt="2026-07-18T12:56:48.220" v="2779" actId="1076"/>
          <ac:spMkLst>
            <pc:docMk/>
            <pc:sldMk cId="3251977979" sldId="398"/>
            <ac:spMk id="10" creationId="{D8B7C50B-D279-331B-227B-F3FAE9AA00A6}"/>
          </ac:spMkLst>
        </pc:spChg>
        <pc:spChg chg="mod">
          <ac:chgData name="Prathik, A.K. (Anand Krishnan)" userId="530651e5-3022-4133-8f7a-bf605e28fdd6" providerId="ADAL" clId="{ADA7A2FA-4D5E-4F37-8241-71D0B554FD81}" dt="2026-07-18T12:56:48.220" v="2779" actId="1076"/>
          <ac:spMkLst>
            <pc:docMk/>
            <pc:sldMk cId="3251977979" sldId="398"/>
            <ac:spMk id="11" creationId="{A7573432-2B81-149E-F41A-691167BAD66F}"/>
          </ac:spMkLst>
        </pc:spChg>
        <pc:spChg chg="del">
          <ac:chgData name="Prathik, A.K. (Anand Krishnan)" userId="530651e5-3022-4133-8f7a-bf605e28fdd6" providerId="ADAL" clId="{ADA7A2FA-4D5E-4F37-8241-71D0B554FD81}" dt="2026-07-18T12:56:28.440" v="2775" actId="478"/>
          <ac:spMkLst>
            <pc:docMk/>
            <pc:sldMk cId="3251977979" sldId="398"/>
            <ac:spMk id="12" creationId="{F8F80E44-401B-1F91-FD6A-C11BBBB0FAE0}"/>
          </ac:spMkLst>
        </pc:spChg>
        <pc:spChg chg="del">
          <ac:chgData name="Prathik, A.K. (Anand Krishnan)" userId="530651e5-3022-4133-8f7a-bf605e28fdd6" providerId="ADAL" clId="{ADA7A2FA-4D5E-4F37-8241-71D0B554FD81}" dt="2026-07-18T12:56:28.440" v="2775" actId="478"/>
          <ac:spMkLst>
            <pc:docMk/>
            <pc:sldMk cId="3251977979" sldId="398"/>
            <ac:spMk id="13" creationId="{D65F7FF5-1073-6ED1-5264-129E46DE5350}"/>
          </ac:spMkLst>
        </pc:spChg>
        <pc:spChg chg="mod">
          <ac:chgData name="Prathik, A.K. (Anand Krishnan)" userId="530651e5-3022-4133-8f7a-bf605e28fdd6" providerId="ADAL" clId="{ADA7A2FA-4D5E-4F37-8241-71D0B554FD81}" dt="2026-07-18T12:56:42.697" v="2778" actId="1076"/>
          <ac:spMkLst>
            <pc:docMk/>
            <pc:sldMk cId="3251977979" sldId="398"/>
            <ac:spMk id="14" creationId="{4B2222B3-0B00-A8EC-B6B3-125875C32B1B}"/>
          </ac:spMkLst>
        </pc:spChg>
        <pc:spChg chg="mod">
          <ac:chgData name="Prathik, A.K. (Anand Krishnan)" userId="530651e5-3022-4133-8f7a-bf605e28fdd6" providerId="ADAL" clId="{ADA7A2FA-4D5E-4F37-8241-71D0B554FD81}" dt="2026-07-18T13:03:18.774" v="2892" actId="20577"/>
          <ac:spMkLst>
            <pc:docMk/>
            <pc:sldMk cId="3251977979" sldId="398"/>
            <ac:spMk id="15" creationId="{D9E181AB-67AF-E9E1-C3E9-C97F0A8BE1DC}"/>
          </ac:spMkLst>
        </pc:spChg>
        <pc:spChg chg="del">
          <ac:chgData name="Prathik, A.K. (Anand Krishnan)" userId="530651e5-3022-4133-8f7a-bf605e28fdd6" providerId="ADAL" clId="{ADA7A2FA-4D5E-4F37-8241-71D0B554FD81}" dt="2026-07-18T12:56:28.440" v="2775" actId="478"/>
          <ac:spMkLst>
            <pc:docMk/>
            <pc:sldMk cId="3251977979" sldId="398"/>
            <ac:spMk id="16" creationId="{D3204468-44D3-AFC9-BAC9-3005697211ED}"/>
          </ac:spMkLst>
        </pc:spChg>
        <pc:spChg chg="mod">
          <ac:chgData name="Prathik, A.K. (Anand Krishnan)" userId="530651e5-3022-4133-8f7a-bf605e28fdd6" providerId="ADAL" clId="{ADA7A2FA-4D5E-4F37-8241-71D0B554FD81}" dt="2026-07-18T13:03:23.214" v="2898" actId="20577"/>
          <ac:spMkLst>
            <pc:docMk/>
            <pc:sldMk cId="3251977979" sldId="398"/>
            <ac:spMk id="17" creationId="{CDE36C77-2FD1-A25E-65D9-570D3E1DF63F}"/>
          </ac:spMkLst>
        </pc:spChg>
        <pc:spChg chg="del">
          <ac:chgData name="Prathik, A.K. (Anand Krishnan)" userId="530651e5-3022-4133-8f7a-bf605e28fdd6" providerId="ADAL" clId="{ADA7A2FA-4D5E-4F37-8241-71D0B554FD81}" dt="2026-07-18T12:56:28.440" v="2775" actId="478"/>
          <ac:spMkLst>
            <pc:docMk/>
            <pc:sldMk cId="3251977979" sldId="398"/>
            <ac:spMk id="18" creationId="{9EDBA318-6A82-9674-7977-C404E4E04EB2}"/>
          </ac:spMkLst>
        </pc:spChg>
        <pc:spChg chg="del">
          <ac:chgData name="Prathik, A.K. (Anand Krishnan)" userId="530651e5-3022-4133-8f7a-bf605e28fdd6" providerId="ADAL" clId="{ADA7A2FA-4D5E-4F37-8241-71D0B554FD81}" dt="2026-07-18T12:56:28.440" v="2775" actId="478"/>
          <ac:spMkLst>
            <pc:docMk/>
            <pc:sldMk cId="3251977979" sldId="398"/>
            <ac:spMk id="19" creationId="{7FD33AF9-83A6-DE51-D84B-3FC48053FC53}"/>
          </ac:spMkLst>
        </pc:spChg>
        <pc:spChg chg="del">
          <ac:chgData name="Prathik, A.K. (Anand Krishnan)" userId="530651e5-3022-4133-8f7a-bf605e28fdd6" providerId="ADAL" clId="{ADA7A2FA-4D5E-4F37-8241-71D0B554FD81}" dt="2026-07-18T12:56:28.440" v="2775" actId="478"/>
          <ac:spMkLst>
            <pc:docMk/>
            <pc:sldMk cId="3251977979" sldId="398"/>
            <ac:spMk id="20" creationId="{AC0CA5C5-57F4-D1C9-4E4C-4B474193BB8A}"/>
          </ac:spMkLst>
        </pc:spChg>
        <pc:spChg chg="mod">
          <ac:chgData name="Prathik, A.K. (Anand Krishnan)" userId="530651e5-3022-4133-8f7a-bf605e28fdd6" providerId="ADAL" clId="{ADA7A2FA-4D5E-4F37-8241-71D0B554FD81}" dt="2026-07-18T12:56:42.697" v="2778" actId="1076"/>
          <ac:spMkLst>
            <pc:docMk/>
            <pc:sldMk cId="3251977979" sldId="398"/>
            <ac:spMk id="25" creationId="{F5F995A9-2748-98E3-9281-610957BF5D6F}"/>
          </ac:spMkLst>
        </pc:spChg>
        <pc:spChg chg="mod">
          <ac:chgData name="Prathik, A.K. (Anand Krishnan)" userId="530651e5-3022-4133-8f7a-bf605e28fdd6" providerId="ADAL" clId="{ADA7A2FA-4D5E-4F37-8241-71D0B554FD81}" dt="2026-07-18T12:56:42.697" v="2778" actId="1076"/>
          <ac:spMkLst>
            <pc:docMk/>
            <pc:sldMk cId="3251977979" sldId="398"/>
            <ac:spMk id="26" creationId="{CBE2A47D-5D74-8EA1-31FC-6A8D6B48EAFA}"/>
          </ac:spMkLst>
        </pc:spChg>
        <pc:spChg chg="mod">
          <ac:chgData name="Prathik, A.K. (Anand Krishnan)" userId="530651e5-3022-4133-8f7a-bf605e28fdd6" providerId="ADAL" clId="{ADA7A2FA-4D5E-4F37-8241-71D0B554FD81}" dt="2026-07-18T12:56:42.697" v="2778" actId="1076"/>
          <ac:spMkLst>
            <pc:docMk/>
            <pc:sldMk cId="3251977979" sldId="398"/>
            <ac:spMk id="27" creationId="{CEF45521-253F-EB9C-A694-92618E70A450}"/>
          </ac:spMkLst>
        </pc:spChg>
        <pc:spChg chg="mod">
          <ac:chgData name="Prathik, A.K. (Anand Krishnan)" userId="530651e5-3022-4133-8f7a-bf605e28fdd6" providerId="ADAL" clId="{ADA7A2FA-4D5E-4F37-8241-71D0B554FD81}" dt="2026-07-18T12:56:42.697" v="2778" actId="1076"/>
          <ac:spMkLst>
            <pc:docMk/>
            <pc:sldMk cId="3251977979" sldId="398"/>
            <ac:spMk id="28" creationId="{0460209F-90CE-D9A5-E826-23E6FE8A9DCA}"/>
          </ac:spMkLst>
        </pc:spChg>
        <pc:spChg chg="mod">
          <ac:chgData name="Prathik, A.K. (Anand Krishnan)" userId="530651e5-3022-4133-8f7a-bf605e28fdd6" providerId="ADAL" clId="{ADA7A2FA-4D5E-4F37-8241-71D0B554FD81}" dt="2026-07-18T13:03:53.322" v="2912" actId="33524"/>
          <ac:spMkLst>
            <pc:docMk/>
            <pc:sldMk cId="3251977979" sldId="398"/>
            <ac:spMk id="35" creationId="{B10535EA-6B7F-0DD3-64DE-4DB3968A8090}"/>
          </ac:spMkLst>
        </pc:spChg>
        <pc:spChg chg="del">
          <ac:chgData name="Prathik, A.K. (Anand Krishnan)" userId="530651e5-3022-4133-8f7a-bf605e28fdd6" providerId="ADAL" clId="{ADA7A2FA-4D5E-4F37-8241-71D0B554FD81}" dt="2026-07-18T12:56:28.440" v="2775" actId="478"/>
          <ac:spMkLst>
            <pc:docMk/>
            <pc:sldMk cId="3251977979" sldId="398"/>
            <ac:spMk id="36" creationId="{7C52F3F9-EA08-F99E-6541-2E094E472555}"/>
          </ac:spMkLst>
        </pc:spChg>
        <pc:spChg chg="del">
          <ac:chgData name="Prathik, A.K. (Anand Krishnan)" userId="530651e5-3022-4133-8f7a-bf605e28fdd6" providerId="ADAL" clId="{ADA7A2FA-4D5E-4F37-8241-71D0B554FD81}" dt="2026-07-18T12:56:28.440" v="2775" actId="478"/>
          <ac:spMkLst>
            <pc:docMk/>
            <pc:sldMk cId="3251977979" sldId="398"/>
            <ac:spMk id="37" creationId="{28AF7D78-D261-D07A-DF23-439EED75E325}"/>
          </ac:spMkLst>
        </pc:spChg>
        <pc:spChg chg="mod">
          <ac:chgData name="Prathik, A.K. (Anand Krishnan)" userId="530651e5-3022-4133-8f7a-bf605e28fdd6" providerId="ADAL" clId="{ADA7A2FA-4D5E-4F37-8241-71D0B554FD81}" dt="2026-07-18T12:56:42.697" v="2778" actId="1076"/>
          <ac:spMkLst>
            <pc:docMk/>
            <pc:sldMk cId="3251977979" sldId="398"/>
            <ac:spMk id="39" creationId="{31325789-3FE6-C5C2-9D07-0CB1AD042F2A}"/>
          </ac:spMkLst>
        </pc:spChg>
      </pc:sldChg>
      <pc:sldChg chg="add del">
        <pc:chgData name="Prathik, A.K. (Anand Krishnan)" userId="530651e5-3022-4133-8f7a-bf605e28fdd6" providerId="ADAL" clId="{ADA7A2FA-4D5E-4F37-8241-71D0B554FD81}" dt="2026-07-18T13:10:34.482" v="3022" actId="47"/>
        <pc:sldMkLst>
          <pc:docMk/>
          <pc:sldMk cId="672253244" sldId="399"/>
        </pc:sldMkLst>
      </pc:sldChg>
      <pc:sldChg chg="modSp add mod">
        <pc:chgData name="Prathik, A.K. (Anand Krishnan)" userId="530651e5-3022-4133-8f7a-bf605e28fdd6" providerId="ADAL" clId="{ADA7A2FA-4D5E-4F37-8241-71D0B554FD81}" dt="2026-07-18T13:13:39.120" v="3088"/>
        <pc:sldMkLst>
          <pc:docMk/>
          <pc:sldMk cId="1423395355" sldId="400"/>
        </pc:sldMkLst>
        <pc:spChg chg="mod">
          <ac:chgData name="Prathik, A.K. (Anand Krishnan)" userId="530651e5-3022-4133-8f7a-bf605e28fdd6" providerId="ADAL" clId="{ADA7A2FA-4D5E-4F37-8241-71D0B554FD81}" dt="2026-07-18T13:13:39.120" v="3088"/>
          <ac:spMkLst>
            <pc:docMk/>
            <pc:sldMk cId="1423395355" sldId="400"/>
            <ac:spMk id="11" creationId="{6D530476-A476-DFA5-2413-75228F20A6EB}"/>
          </ac:spMkLst>
        </pc:spChg>
        <pc:spChg chg="mod">
          <ac:chgData name="Prathik, A.K. (Anand Krishnan)" userId="530651e5-3022-4133-8f7a-bf605e28fdd6" providerId="ADAL" clId="{ADA7A2FA-4D5E-4F37-8241-71D0B554FD81}" dt="2026-07-18T13:09:35.517" v="3000" actId="1076"/>
          <ac:spMkLst>
            <pc:docMk/>
            <pc:sldMk cId="1423395355" sldId="400"/>
            <ac:spMk id="19" creationId="{62CFFCB7-63EF-8F08-A7F7-C417B75D26EC}"/>
          </ac:spMkLst>
        </pc:spChg>
        <pc:spChg chg="mod">
          <ac:chgData name="Prathik, A.K. (Anand Krishnan)" userId="530651e5-3022-4133-8f7a-bf605e28fdd6" providerId="ADAL" clId="{ADA7A2FA-4D5E-4F37-8241-71D0B554FD81}" dt="2026-07-18T13:09:35.517" v="3000" actId="1076"/>
          <ac:spMkLst>
            <pc:docMk/>
            <pc:sldMk cId="1423395355" sldId="400"/>
            <ac:spMk id="20" creationId="{9959943D-16F8-FD7E-D3A1-3F6B0F4D3AEF}"/>
          </ac:spMkLst>
        </pc:spChg>
        <pc:spChg chg="mod">
          <ac:chgData name="Prathik, A.K. (Anand Krishnan)" userId="530651e5-3022-4133-8f7a-bf605e28fdd6" providerId="ADAL" clId="{ADA7A2FA-4D5E-4F37-8241-71D0B554FD81}" dt="2026-07-18T13:09:35.517" v="3000" actId="1076"/>
          <ac:spMkLst>
            <pc:docMk/>
            <pc:sldMk cId="1423395355" sldId="400"/>
            <ac:spMk id="21" creationId="{05D051C7-8847-0726-C20F-5ADB629AAEAA}"/>
          </ac:spMkLst>
        </pc:spChg>
        <pc:spChg chg="mod">
          <ac:chgData name="Prathik, A.K. (Anand Krishnan)" userId="530651e5-3022-4133-8f7a-bf605e28fdd6" providerId="ADAL" clId="{ADA7A2FA-4D5E-4F37-8241-71D0B554FD81}" dt="2026-07-18T13:09:35.517" v="3000" actId="1076"/>
          <ac:spMkLst>
            <pc:docMk/>
            <pc:sldMk cId="1423395355" sldId="400"/>
            <ac:spMk id="22" creationId="{7ED56A24-5C82-81D6-C986-ED54275CD59A}"/>
          </ac:spMkLst>
        </pc:spChg>
        <pc:spChg chg="mod">
          <ac:chgData name="Prathik, A.K. (Anand Krishnan)" userId="530651e5-3022-4133-8f7a-bf605e28fdd6" providerId="ADAL" clId="{ADA7A2FA-4D5E-4F37-8241-71D0B554FD81}" dt="2026-07-18T13:09:35.517" v="3000" actId="1076"/>
          <ac:spMkLst>
            <pc:docMk/>
            <pc:sldMk cId="1423395355" sldId="400"/>
            <ac:spMk id="23" creationId="{B73F94EA-7E9E-F17E-D0FB-91FED87BE7AF}"/>
          </ac:spMkLst>
        </pc:spChg>
        <pc:spChg chg="mod">
          <ac:chgData name="Prathik, A.K. (Anand Krishnan)" userId="530651e5-3022-4133-8f7a-bf605e28fdd6" providerId="ADAL" clId="{ADA7A2FA-4D5E-4F37-8241-71D0B554FD81}" dt="2026-07-18T13:09:35.517" v="3000" actId="1076"/>
          <ac:spMkLst>
            <pc:docMk/>
            <pc:sldMk cId="1423395355" sldId="400"/>
            <ac:spMk id="24" creationId="{68F7883A-9BFA-127B-333C-3204547EBF69}"/>
          </ac:spMkLst>
        </pc:spChg>
        <pc:spChg chg="mod">
          <ac:chgData name="Prathik, A.K. (Anand Krishnan)" userId="530651e5-3022-4133-8f7a-bf605e28fdd6" providerId="ADAL" clId="{ADA7A2FA-4D5E-4F37-8241-71D0B554FD81}" dt="2026-07-18T13:09:35.517" v="3000" actId="1076"/>
          <ac:spMkLst>
            <pc:docMk/>
            <pc:sldMk cId="1423395355" sldId="400"/>
            <ac:spMk id="26" creationId="{7306C36F-F733-0E41-565C-FF5133938840}"/>
          </ac:spMkLst>
        </pc:spChg>
        <pc:spChg chg="mod">
          <ac:chgData name="Prathik, A.K. (Anand Krishnan)" userId="530651e5-3022-4133-8f7a-bf605e28fdd6" providerId="ADAL" clId="{ADA7A2FA-4D5E-4F37-8241-71D0B554FD81}" dt="2026-07-18T13:12:05.283" v="3070" actId="20577"/>
          <ac:spMkLst>
            <pc:docMk/>
            <pc:sldMk cId="1423395355" sldId="400"/>
            <ac:spMk id="27" creationId="{3AE356A7-EACB-10E4-307E-8BB1FC4AC6AB}"/>
          </ac:spMkLst>
        </pc:spChg>
      </pc:sldChg>
      <pc:sldChg chg="addSp delSp modSp add mod">
        <pc:chgData name="Prathik, A.K. (Anand Krishnan)" userId="530651e5-3022-4133-8f7a-bf605e28fdd6" providerId="ADAL" clId="{ADA7A2FA-4D5E-4F37-8241-71D0B554FD81}" dt="2026-07-18T13:16:23.902" v="3112" actId="1036"/>
        <pc:sldMkLst>
          <pc:docMk/>
          <pc:sldMk cId="3645299884" sldId="401"/>
        </pc:sldMkLst>
        <pc:spChg chg="add mod">
          <ac:chgData name="Prathik, A.K. (Anand Krishnan)" userId="530651e5-3022-4133-8f7a-bf605e28fdd6" providerId="ADAL" clId="{ADA7A2FA-4D5E-4F37-8241-71D0B554FD81}" dt="2026-07-18T13:06:14.098" v="2956"/>
          <ac:spMkLst>
            <pc:docMk/>
            <pc:sldMk cId="3645299884" sldId="401"/>
            <ac:spMk id="2" creationId="{DACCBE34-0379-C88A-6D9B-0812B328BE95}"/>
          </ac:spMkLst>
        </pc:spChg>
        <pc:spChg chg="add mod">
          <ac:chgData name="Prathik, A.K. (Anand Krishnan)" userId="530651e5-3022-4133-8f7a-bf605e28fdd6" providerId="ADAL" clId="{ADA7A2FA-4D5E-4F37-8241-71D0B554FD81}" dt="2026-07-18T13:06:14.098" v="2956"/>
          <ac:spMkLst>
            <pc:docMk/>
            <pc:sldMk cId="3645299884" sldId="401"/>
            <ac:spMk id="3" creationId="{D8E9E007-97A7-D09A-5763-6223E7775652}"/>
          </ac:spMkLst>
        </pc:spChg>
        <pc:spChg chg="add mod">
          <ac:chgData name="Prathik, A.K. (Anand Krishnan)" userId="530651e5-3022-4133-8f7a-bf605e28fdd6" providerId="ADAL" clId="{ADA7A2FA-4D5E-4F37-8241-71D0B554FD81}" dt="2026-07-18T13:06:14.098" v="2956"/>
          <ac:spMkLst>
            <pc:docMk/>
            <pc:sldMk cId="3645299884" sldId="401"/>
            <ac:spMk id="4" creationId="{3765DFEB-3A95-296B-2A16-88FFD06ED84B}"/>
          </ac:spMkLst>
        </pc:spChg>
        <pc:spChg chg="add mod">
          <ac:chgData name="Prathik, A.K. (Anand Krishnan)" userId="530651e5-3022-4133-8f7a-bf605e28fdd6" providerId="ADAL" clId="{ADA7A2FA-4D5E-4F37-8241-71D0B554FD81}" dt="2026-07-18T13:06:14.098" v="2956"/>
          <ac:spMkLst>
            <pc:docMk/>
            <pc:sldMk cId="3645299884" sldId="401"/>
            <ac:spMk id="5" creationId="{DC39C12F-A22C-7C0D-0F76-1D7A55DA205F}"/>
          </ac:spMkLst>
        </pc:spChg>
        <pc:spChg chg="add mod">
          <ac:chgData name="Prathik, A.K. (Anand Krishnan)" userId="530651e5-3022-4133-8f7a-bf605e28fdd6" providerId="ADAL" clId="{ADA7A2FA-4D5E-4F37-8241-71D0B554FD81}" dt="2026-07-18T13:06:14.098" v="2956"/>
          <ac:spMkLst>
            <pc:docMk/>
            <pc:sldMk cId="3645299884" sldId="401"/>
            <ac:spMk id="6" creationId="{FF416B03-3E6F-CDE2-1A2F-3708A005EB47}"/>
          </ac:spMkLst>
        </pc:spChg>
        <pc:spChg chg="add mod">
          <ac:chgData name="Prathik, A.K. (Anand Krishnan)" userId="530651e5-3022-4133-8f7a-bf605e28fdd6" providerId="ADAL" clId="{ADA7A2FA-4D5E-4F37-8241-71D0B554FD81}" dt="2026-07-18T13:06:14.098" v="2956"/>
          <ac:spMkLst>
            <pc:docMk/>
            <pc:sldMk cId="3645299884" sldId="401"/>
            <ac:spMk id="7" creationId="{D2AC5398-0278-4990-1332-07F423ADA7E4}"/>
          </ac:spMkLst>
        </pc:spChg>
        <pc:spChg chg="add mod">
          <ac:chgData name="Prathik, A.K. (Anand Krishnan)" userId="530651e5-3022-4133-8f7a-bf605e28fdd6" providerId="ADAL" clId="{ADA7A2FA-4D5E-4F37-8241-71D0B554FD81}" dt="2026-07-18T13:06:14.098" v="2956"/>
          <ac:spMkLst>
            <pc:docMk/>
            <pc:sldMk cId="3645299884" sldId="401"/>
            <ac:spMk id="8" creationId="{65E5CDAD-B459-CB9F-D8FA-B8FCE33AB888}"/>
          </ac:spMkLst>
        </pc:spChg>
        <pc:spChg chg="add mod">
          <ac:chgData name="Prathik, A.K. (Anand Krishnan)" userId="530651e5-3022-4133-8f7a-bf605e28fdd6" providerId="ADAL" clId="{ADA7A2FA-4D5E-4F37-8241-71D0B554FD81}" dt="2026-07-18T13:09:57.602" v="3004" actId="1076"/>
          <ac:spMkLst>
            <pc:docMk/>
            <pc:sldMk cId="3645299884" sldId="401"/>
            <ac:spMk id="9" creationId="{C227AF40-B59E-4DC6-9201-9D63807396A6}"/>
          </ac:spMkLst>
        </pc:spChg>
        <pc:spChg chg="add mod">
          <ac:chgData name="Prathik, A.K. (Anand Krishnan)" userId="530651e5-3022-4133-8f7a-bf605e28fdd6" providerId="ADAL" clId="{ADA7A2FA-4D5E-4F37-8241-71D0B554FD81}" dt="2026-07-18T13:16:11.747" v="3104" actId="14100"/>
          <ac:spMkLst>
            <pc:docMk/>
            <pc:sldMk cId="3645299884" sldId="401"/>
            <ac:spMk id="10" creationId="{08E1151E-5601-1AF4-F631-0D5CCF297AA5}"/>
          </ac:spMkLst>
        </pc:spChg>
        <pc:spChg chg="mod">
          <ac:chgData name="Prathik, A.K. (Anand Krishnan)" userId="530651e5-3022-4133-8f7a-bf605e28fdd6" providerId="ADAL" clId="{ADA7A2FA-4D5E-4F37-8241-71D0B554FD81}" dt="2026-07-18T13:13:45.385" v="3089"/>
          <ac:spMkLst>
            <pc:docMk/>
            <pc:sldMk cId="3645299884" sldId="401"/>
            <ac:spMk id="11" creationId="{8A9A3B78-F0AC-76C2-E064-DC2EECA0078A}"/>
          </ac:spMkLst>
        </pc:spChg>
        <pc:spChg chg="add del mod">
          <ac:chgData name="Prathik, A.K. (Anand Krishnan)" userId="530651e5-3022-4133-8f7a-bf605e28fdd6" providerId="ADAL" clId="{ADA7A2FA-4D5E-4F37-8241-71D0B554FD81}" dt="2026-07-18T13:06:25.797" v="2961" actId="478"/>
          <ac:spMkLst>
            <pc:docMk/>
            <pc:sldMk cId="3645299884" sldId="401"/>
            <ac:spMk id="12" creationId="{4774C81E-D167-9F1B-6D76-D3F300C9D0CF}"/>
          </ac:spMkLst>
        </pc:spChg>
        <pc:spChg chg="add mod">
          <ac:chgData name="Prathik, A.K. (Anand Krishnan)" userId="530651e5-3022-4133-8f7a-bf605e28fdd6" providerId="ADAL" clId="{ADA7A2FA-4D5E-4F37-8241-71D0B554FD81}" dt="2026-07-18T13:09:57.602" v="3004" actId="1076"/>
          <ac:spMkLst>
            <pc:docMk/>
            <pc:sldMk cId="3645299884" sldId="401"/>
            <ac:spMk id="13" creationId="{9B1815C0-F261-66C5-B6E7-CFBA1C4F89ED}"/>
          </ac:spMkLst>
        </pc:spChg>
        <pc:spChg chg="add mod">
          <ac:chgData name="Prathik, A.K. (Anand Krishnan)" userId="530651e5-3022-4133-8f7a-bf605e28fdd6" providerId="ADAL" clId="{ADA7A2FA-4D5E-4F37-8241-71D0B554FD81}" dt="2026-07-18T13:09:57.602" v="3004" actId="1076"/>
          <ac:spMkLst>
            <pc:docMk/>
            <pc:sldMk cId="3645299884" sldId="401"/>
            <ac:spMk id="14" creationId="{2FC9533D-0FF4-D08B-AC14-865A43403342}"/>
          </ac:spMkLst>
        </pc:spChg>
        <pc:spChg chg="del">
          <ac:chgData name="Prathik, A.K. (Anand Krishnan)" userId="530651e5-3022-4133-8f7a-bf605e28fdd6" providerId="ADAL" clId="{ADA7A2FA-4D5E-4F37-8241-71D0B554FD81}" dt="2026-07-18T13:09:51.427" v="3003" actId="478"/>
          <ac:spMkLst>
            <pc:docMk/>
            <pc:sldMk cId="3645299884" sldId="401"/>
            <ac:spMk id="15" creationId="{DEF5A4C7-1D26-F3C7-5A79-908139540B59}"/>
          </ac:spMkLst>
        </pc:spChg>
        <pc:spChg chg="add mod">
          <ac:chgData name="Prathik, A.K. (Anand Krishnan)" userId="530651e5-3022-4133-8f7a-bf605e28fdd6" providerId="ADAL" clId="{ADA7A2FA-4D5E-4F37-8241-71D0B554FD81}" dt="2026-07-18T13:09:57.602" v="3004" actId="1076"/>
          <ac:spMkLst>
            <pc:docMk/>
            <pc:sldMk cId="3645299884" sldId="401"/>
            <ac:spMk id="16" creationId="{41B21C83-5EFF-5375-C62B-DC9000FE5E4F}"/>
          </ac:spMkLst>
        </pc:spChg>
        <pc:spChg chg="del">
          <ac:chgData name="Prathik, A.K. (Anand Krishnan)" userId="530651e5-3022-4133-8f7a-bf605e28fdd6" providerId="ADAL" clId="{ADA7A2FA-4D5E-4F37-8241-71D0B554FD81}" dt="2026-07-18T13:09:50.190" v="3002" actId="478"/>
          <ac:spMkLst>
            <pc:docMk/>
            <pc:sldMk cId="3645299884" sldId="401"/>
            <ac:spMk id="17" creationId="{79C83AF1-7BD3-D218-B6CA-8427B247EA42}"/>
          </ac:spMkLst>
        </pc:spChg>
        <pc:spChg chg="add mod">
          <ac:chgData name="Prathik, A.K. (Anand Krishnan)" userId="530651e5-3022-4133-8f7a-bf605e28fdd6" providerId="ADAL" clId="{ADA7A2FA-4D5E-4F37-8241-71D0B554FD81}" dt="2026-07-18T13:09:57.602" v="3004" actId="1076"/>
          <ac:spMkLst>
            <pc:docMk/>
            <pc:sldMk cId="3645299884" sldId="401"/>
            <ac:spMk id="18" creationId="{73D0AFEF-52DC-88F7-C376-8946655B7640}"/>
          </ac:spMkLst>
        </pc:spChg>
        <pc:spChg chg="del">
          <ac:chgData name="Prathik, A.K. (Anand Krishnan)" userId="530651e5-3022-4133-8f7a-bf605e28fdd6" providerId="ADAL" clId="{ADA7A2FA-4D5E-4F37-8241-71D0B554FD81}" dt="2026-07-18T13:06:16.263" v="2957" actId="478"/>
          <ac:spMkLst>
            <pc:docMk/>
            <pc:sldMk cId="3645299884" sldId="401"/>
            <ac:spMk id="19" creationId="{6594E73A-4E30-25FA-7DDD-1FDCDDA50281}"/>
          </ac:spMkLst>
        </pc:spChg>
        <pc:spChg chg="del">
          <ac:chgData name="Prathik, A.K. (Anand Krishnan)" userId="530651e5-3022-4133-8f7a-bf605e28fdd6" providerId="ADAL" clId="{ADA7A2FA-4D5E-4F37-8241-71D0B554FD81}" dt="2026-07-18T13:06:16.263" v="2957" actId="478"/>
          <ac:spMkLst>
            <pc:docMk/>
            <pc:sldMk cId="3645299884" sldId="401"/>
            <ac:spMk id="20" creationId="{5FE6EFF3-4CE9-0CA6-055B-CBDAFC8A6232}"/>
          </ac:spMkLst>
        </pc:spChg>
        <pc:spChg chg="del">
          <ac:chgData name="Prathik, A.K. (Anand Krishnan)" userId="530651e5-3022-4133-8f7a-bf605e28fdd6" providerId="ADAL" clId="{ADA7A2FA-4D5E-4F37-8241-71D0B554FD81}" dt="2026-07-18T13:06:16.263" v="2957" actId="478"/>
          <ac:spMkLst>
            <pc:docMk/>
            <pc:sldMk cId="3645299884" sldId="401"/>
            <ac:spMk id="21" creationId="{02D96B73-9B8E-A267-5615-EF0EF278068F}"/>
          </ac:spMkLst>
        </pc:spChg>
        <pc:spChg chg="del">
          <ac:chgData name="Prathik, A.K. (Anand Krishnan)" userId="530651e5-3022-4133-8f7a-bf605e28fdd6" providerId="ADAL" clId="{ADA7A2FA-4D5E-4F37-8241-71D0B554FD81}" dt="2026-07-18T13:06:16.263" v="2957" actId="478"/>
          <ac:spMkLst>
            <pc:docMk/>
            <pc:sldMk cId="3645299884" sldId="401"/>
            <ac:spMk id="22" creationId="{2DC04D84-F094-48A0-0C2E-4EAFCC8348BE}"/>
          </ac:spMkLst>
        </pc:spChg>
        <pc:spChg chg="del">
          <ac:chgData name="Prathik, A.K. (Anand Krishnan)" userId="530651e5-3022-4133-8f7a-bf605e28fdd6" providerId="ADAL" clId="{ADA7A2FA-4D5E-4F37-8241-71D0B554FD81}" dt="2026-07-18T13:06:16.263" v="2957" actId="478"/>
          <ac:spMkLst>
            <pc:docMk/>
            <pc:sldMk cId="3645299884" sldId="401"/>
            <ac:spMk id="23" creationId="{37FF8EF0-7008-7065-B9C9-7EDF50834221}"/>
          </ac:spMkLst>
        </pc:spChg>
        <pc:spChg chg="del">
          <ac:chgData name="Prathik, A.K. (Anand Krishnan)" userId="530651e5-3022-4133-8f7a-bf605e28fdd6" providerId="ADAL" clId="{ADA7A2FA-4D5E-4F37-8241-71D0B554FD81}" dt="2026-07-18T13:06:16.263" v="2957" actId="478"/>
          <ac:spMkLst>
            <pc:docMk/>
            <pc:sldMk cId="3645299884" sldId="401"/>
            <ac:spMk id="24" creationId="{C4A81D58-A311-2428-5073-0B8FE4A812BA}"/>
          </ac:spMkLst>
        </pc:spChg>
        <pc:spChg chg="add mod">
          <ac:chgData name="Prathik, A.K. (Anand Krishnan)" userId="530651e5-3022-4133-8f7a-bf605e28fdd6" providerId="ADAL" clId="{ADA7A2FA-4D5E-4F37-8241-71D0B554FD81}" dt="2026-07-18T13:16:23.902" v="3112" actId="1036"/>
          <ac:spMkLst>
            <pc:docMk/>
            <pc:sldMk cId="3645299884" sldId="401"/>
            <ac:spMk id="25" creationId="{64054E24-475D-FFAC-926E-D156B66E778A}"/>
          </ac:spMkLst>
        </pc:spChg>
        <pc:spChg chg="del">
          <ac:chgData name="Prathik, A.K. (Anand Krishnan)" userId="530651e5-3022-4133-8f7a-bf605e28fdd6" providerId="ADAL" clId="{ADA7A2FA-4D5E-4F37-8241-71D0B554FD81}" dt="2026-07-18T13:06:16.263" v="2957" actId="478"/>
          <ac:spMkLst>
            <pc:docMk/>
            <pc:sldMk cId="3645299884" sldId="401"/>
            <ac:spMk id="26" creationId="{2366162D-654D-5F1B-0E17-CE47187BDEE6}"/>
          </ac:spMkLst>
        </pc:spChg>
        <pc:spChg chg="mod">
          <ac:chgData name="Prathik, A.K. (Anand Krishnan)" userId="530651e5-3022-4133-8f7a-bf605e28fdd6" providerId="ADAL" clId="{ADA7A2FA-4D5E-4F37-8241-71D0B554FD81}" dt="2026-07-18T13:14:57.473" v="3103" actId="1035"/>
          <ac:spMkLst>
            <pc:docMk/>
            <pc:sldMk cId="3645299884" sldId="401"/>
            <ac:spMk id="27" creationId="{F23EA95C-360A-0D0B-5C27-BF632774765F}"/>
          </ac:spMkLst>
        </pc:spChg>
        <pc:spChg chg="add mod">
          <ac:chgData name="Prathik, A.K. (Anand Krishnan)" userId="530651e5-3022-4133-8f7a-bf605e28fdd6" providerId="ADAL" clId="{ADA7A2FA-4D5E-4F37-8241-71D0B554FD81}" dt="2026-07-18T13:10:09.235" v="3005"/>
          <ac:spMkLst>
            <pc:docMk/>
            <pc:sldMk cId="3645299884" sldId="401"/>
            <ac:spMk id="28" creationId="{425A9CC5-B847-EE8A-E484-EB4DBFFF0C0C}"/>
          </ac:spMkLst>
        </pc:spChg>
        <pc:spChg chg="add mod">
          <ac:chgData name="Prathik, A.K. (Anand Krishnan)" userId="530651e5-3022-4133-8f7a-bf605e28fdd6" providerId="ADAL" clId="{ADA7A2FA-4D5E-4F37-8241-71D0B554FD81}" dt="2026-07-18T13:14:53.914" v="3096" actId="1036"/>
          <ac:spMkLst>
            <pc:docMk/>
            <pc:sldMk cId="3645299884" sldId="401"/>
            <ac:spMk id="29" creationId="{079455CA-5814-017E-F0C4-42BCC0C464B5}"/>
          </ac:spMkLst>
        </pc:spChg>
        <pc:spChg chg="add mod">
          <ac:chgData name="Prathik, A.K. (Anand Krishnan)" userId="530651e5-3022-4133-8f7a-bf605e28fdd6" providerId="ADAL" clId="{ADA7A2FA-4D5E-4F37-8241-71D0B554FD81}" dt="2026-07-18T13:16:13.746" v="3105" actId="14100"/>
          <ac:spMkLst>
            <pc:docMk/>
            <pc:sldMk cId="3645299884" sldId="401"/>
            <ac:spMk id="30" creationId="{71A98A27-7CCA-E92C-B2A9-FB5B0BF59717}"/>
          </ac:spMkLst>
        </pc:spChg>
        <pc:spChg chg="add mod">
          <ac:chgData name="Prathik, A.K. (Anand Krishnan)" userId="530651e5-3022-4133-8f7a-bf605e28fdd6" providerId="ADAL" clId="{ADA7A2FA-4D5E-4F37-8241-71D0B554FD81}" dt="2026-07-18T13:14:53.914" v="3096" actId="1036"/>
          <ac:spMkLst>
            <pc:docMk/>
            <pc:sldMk cId="3645299884" sldId="401"/>
            <ac:spMk id="31" creationId="{FB5694EB-F19C-E3F4-7B84-A37DE294016B}"/>
          </ac:spMkLst>
        </pc:spChg>
        <pc:spChg chg="add mod">
          <ac:chgData name="Prathik, A.K. (Anand Krishnan)" userId="530651e5-3022-4133-8f7a-bf605e28fdd6" providerId="ADAL" clId="{ADA7A2FA-4D5E-4F37-8241-71D0B554FD81}" dt="2026-07-18T13:14:53.914" v="3096" actId="1036"/>
          <ac:spMkLst>
            <pc:docMk/>
            <pc:sldMk cId="3645299884" sldId="401"/>
            <ac:spMk id="32" creationId="{D503E535-B3BB-49AF-0BBB-98B53F26ECC8}"/>
          </ac:spMkLst>
        </pc:spChg>
        <pc:spChg chg="add mod">
          <ac:chgData name="Prathik, A.K. (Anand Krishnan)" userId="530651e5-3022-4133-8f7a-bf605e28fdd6" providerId="ADAL" clId="{ADA7A2FA-4D5E-4F37-8241-71D0B554FD81}" dt="2026-07-18T13:14:53.914" v="3096" actId="1036"/>
          <ac:spMkLst>
            <pc:docMk/>
            <pc:sldMk cId="3645299884" sldId="401"/>
            <ac:spMk id="33" creationId="{B58FE0FB-DD7E-54F9-2913-D5249A3EDFDD}"/>
          </ac:spMkLst>
        </pc:spChg>
        <pc:spChg chg="add mod">
          <ac:chgData name="Prathik, A.K. (Anand Krishnan)" userId="530651e5-3022-4133-8f7a-bf605e28fdd6" providerId="ADAL" clId="{ADA7A2FA-4D5E-4F37-8241-71D0B554FD81}" dt="2026-07-18T13:14:53.914" v="3096" actId="1036"/>
          <ac:spMkLst>
            <pc:docMk/>
            <pc:sldMk cId="3645299884" sldId="401"/>
            <ac:spMk id="34" creationId="{D09F3273-662D-2741-8BF2-3C1DC57B1E80}"/>
          </ac:spMkLst>
        </pc:spChg>
        <pc:spChg chg="add mod">
          <ac:chgData name="Prathik, A.K. (Anand Krishnan)" userId="530651e5-3022-4133-8f7a-bf605e28fdd6" providerId="ADAL" clId="{ADA7A2FA-4D5E-4F37-8241-71D0B554FD81}" dt="2026-07-18T13:16:20.052" v="3109" actId="1036"/>
          <ac:spMkLst>
            <pc:docMk/>
            <pc:sldMk cId="3645299884" sldId="401"/>
            <ac:spMk id="35" creationId="{8A5FFB4B-B1D7-6DBC-15A5-CC96F1EA9663}"/>
          </ac:spMkLst>
        </pc:spChg>
      </pc:sldChg>
      <pc:sldChg chg="modSp add del mod">
        <pc:chgData name="Prathik, A.K. (Anand Krishnan)" userId="530651e5-3022-4133-8f7a-bf605e28fdd6" providerId="ADAL" clId="{ADA7A2FA-4D5E-4F37-8241-71D0B554FD81}" dt="2026-07-18T13:10:28.268" v="3021" actId="47"/>
        <pc:sldMkLst>
          <pc:docMk/>
          <pc:sldMk cId="4256748199" sldId="402"/>
        </pc:sldMkLst>
        <pc:spChg chg="mod">
          <ac:chgData name="Prathik, A.K. (Anand Krishnan)" userId="530651e5-3022-4133-8f7a-bf605e28fdd6" providerId="ADAL" clId="{ADA7A2FA-4D5E-4F37-8241-71D0B554FD81}" dt="2026-07-18T13:07:54.060" v="2977" actId="20577"/>
          <ac:spMkLst>
            <pc:docMk/>
            <pc:sldMk cId="4256748199" sldId="402"/>
            <ac:spMk id="25" creationId="{34C780E7-39DA-85DE-D388-AE3B903DD255}"/>
          </ac:spMkLst>
        </pc:spChg>
        <pc:spChg chg="mod">
          <ac:chgData name="Prathik, A.K. (Anand Krishnan)" userId="530651e5-3022-4133-8f7a-bf605e28fdd6" providerId="ADAL" clId="{ADA7A2FA-4D5E-4F37-8241-71D0B554FD81}" dt="2026-07-18T13:08:15.431" v="2999" actId="20577"/>
          <ac:spMkLst>
            <pc:docMk/>
            <pc:sldMk cId="4256748199" sldId="402"/>
            <ac:spMk id="27" creationId="{516C9127-1E00-2CF1-FA46-5B70D296F6FF}"/>
          </ac:spMkLst>
        </pc:spChg>
      </pc:sldChg>
    </pc:docChg>
  </pc:docChgLst>
</pc:chgInfo>
</file>

<file path=ppt/comments/modernComment_15D_52A0B324.xml><?xml version="1.0" encoding="utf-8"?>
<p188:cmLst xmlns:a="http://schemas.openxmlformats.org/drawingml/2006/main" xmlns:r="http://schemas.openxmlformats.org/officeDocument/2006/relationships" xmlns:p188="http://schemas.microsoft.com/office/powerpoint/2018/8/main">
  <p188:cm id="{3D0D8555-0750-4D77-8BAE-606DE5490BFE}" authorId="{129DFD28-E731-E8D5-7D1E-BFEBD96854E7}" created="2026-07-15T13:12:27.983">
    <pc:sldMkLst xmlns:pc="http://schemas.microsoft.com/office/powerpoint/2013/main/command">
      <pc:docMk/>
      <pc:sldMk cId="1386263332" sldId="349"/>
    </pc:sldMkLst>
    <p188:txBody>
      <a:bodyPr/>
      <a:lstStyle/>
      <a:p>
        <a:r>
          <a:rPr lang="en-GB"/>
          <a:t>Papers to be referenced. [x] : refer them in the last.</a:t>
        </a:r>
      </a:p>
    </p188:txBody>
  </p188:cm>
  <p188:cm id="{468B91E4-EC99-4B81-9CFD-4FF4A7F35954}" authorId="{129DFD28-E731-E8D5-7D1E-BFEBD96854E7}" created="2026-07-15T13:14:40.184">
    <pc:sldMkLst xmlns:pc="http://schemas.microsoft.com/office/powerpoint/2013/main/command">
      <pc:docMk/>
      <pc:sldMk cId="1386263332" sldId="349"/>
    </pc:sldMkLst>
    <p188:txBody>
      <a:bodyPr/>
      <a:lstStyle/>
      <a:p>
        <a:r>
          <a:rPr lang="en-GB"/>
          <a:t>Ex. If you Branches if you have - you will overcapture for an interaction.</a:t>
        </a:r>
      </a:p>
    </p188:txBody>
  </p188:cm>
  <p188:cm id="{C5FDA50A-7128-43F5-9E30-4AC55A8754BE}" authorId="{129DFD28-E731-E8D5-7D1E-BFEBD96854E7}" created="2026-07-15T13:16:41.106">
    <pc:sldMkLst xmlns:pc="http://schemas.microsoft.com/office/powerpoint/2013/main/command">
      <pc:docMk/>
      <pc:sldMk cId="1386263332" sldId="349"/>
    </pc:sldMkLst>
    <p188:txBody>
      <a:bodyPr/>
      <a:lstStyle/>
      <a:p>
        <a:r>
          <a:rPr lang="en-GB"/>
          <a:t>Hybrid : they do not do scenario specifics - they do it on full systems - add references [x]</a:t>
        </a:r>
      </a:p>
    </p188:txBody>
  </p188:cm>
  <p188:cm id="{F2A17774-6D0C-4B2C-B75D-53494AF948F8}" authorId="{129DFD28-E731-E8D5-7D1E-BFEBD96854E7}" created="2026-07-15T13:18:05.135">
    <ac:deMkLst xmlns:ac="http://schemas.microsoft.com/office/drawing/2013/main/command">
      <pc:docMk xmlns:pc="http://schemas.microsoft.com/office/powerpoint/2013/main/command"/>
      <pc:sldMk xmlns:pc="http://schemas.microsoft.com/office/powerpoint/2013/main/command" cId="1386263332" sldId="349"/>
      <ac:spMk id="5" creationId="{3D6F48DD-3E1C-ACE5-C1C5-A45079769380}"/>
    </ac:deMkLst>
    <p188:txBody>
      <a:bodyPr/>
      <a:lstStyle/>
      <a:p>
        <a:r>
          <a:rPr lang="en-GB"/>
          <a:t>Column - static, trace and scenario specific and sysML v2</a:t>
        </a:r>
      </a:p>
    </p188:txBody>
  </p188:cm>
</p188:cmLst>
</file>

<file path=ppt/comments/modernComment_17B_0.xml><?xml version="1.0" encoding="utf-8"?>
<p188:cmLst xmlns:a="http://schemas.openxmlformats.org/drawingml/2006/main" xmlns:r="http://schemas.openxmlformats.org/officeDocument/2006/relationships" xmlns:p188="http://schemas.microsoft.com/office/powerpoint/2018/8/main">
  <p188:cm id="{63D14503-193A-4C3B-AAF0-BD89869C60E8}" authorId="{129DFD28-E731-E8D5-7D1E-BFEBD96854E7}" created="2026-07-15T14:35:27.473">
    <ac:deMkLst xmlns:ac="http://schemas.microsoft.com/office/drawing/2013/main/command">
      <pc:docMk xmlns:pc="http://schemas.microsoft.com/office/powerpoint/2013/main/command"/>
      <pc:sldMk xmlns:pc="http://schemas.microsoft.com/office/powerpoint/2013/main/command" cId="0" sldId="379"/>
      <ac:spMk id="3" creationId="{00000000-0000-0000-0000-000000000000}"/>
    </ac:deMkLst>
    <p188:replyLst>
      <p188:reply id="{0A36C42E-63F2-4BE8-AC89-3B14C6BFF929}" authorId="{129DFD28-E731-E8D5-7D1E-BFEBD96854E7}" created="2026-07-17T13:39:22.968">
        <p188:txBody>
          <a:bodyPr/>
          <a:lstStyle/>
          <a:p>
            <a:r>
              <a:rPr lang="en-GB"/>
              <a:t>Add the test case ref. in the descrption</a:t>
            </a:r>
          </a:p>
        </p188:txBody>
      </p188:reply>
    </p188:replyLst>
    <p188:txBody>
      <a:bodyPr/>
      <a:lstStyle/>
      <a:p>
        <a:r>
          <a:rPr lang="en-GB"/>
          <a:t>Make it less verbose</a:t>
        </a:r>
      </a:p>
    </p188:txBody>
  </p188:cm>
</p188:cmLst>
</file>

<file path=ppt/comments/modernComment_17C_0.xml><?xml version="1.0" encoding="utf-8"?>
<p188:cmLst xmlns:a="http://schemas.openxmlformats.org/drawingml/2006/main" xmlns:r="http://schemas.openxmlformats.org/officeDocument/2006/relationships" xmlns:p188="http://schemas.microsoft.com/office/powerpoint/2018/8/main">
  <p188:cm id="{88AB9407-CD8C-4BE0-8515-DE9D87695BDC}" authorId="{129DFD28-E731-E8D5-7D1E-BFEBD96854E7}" status="resolved" created="2026-07-16T12:52:12.939" complete="100000">
    <ac:deMkLst xmlns:ac="http://schemas.microsoft.com/office/drawing/2013/main/command">
      <pc:docMk xmlns:pc="http://schemas.microsoft.com/office/powerpoint/2013/main/command"/>
      <pc:sldMk xmlns:pc="http://schemas.microsoft.com/office/powerpoint/2013/main/command" cId="0" sldId="380"/>
      <ac:spMk id="3" creationId="{00000000-0000-0000-0000-000000000000}"/>
    </ac:deMkLst>
    <p188:replyLst>
      <p188:reply id="{063589D2-FF22-403D-BCE3-177F1BB9FA9E}" authorId="{129DFD28-E731-E8D5-7D1E-BFEBD96854E7}" created="2026-07-16T12:52:32.397">
        <p188:txBody>
          <a:bodyPr/>
          <a:lstStyle/>
          <a:p>
            <a:r>
              <a:rPr lang="en-GB"/>
              <a:t>Dicuss only 1 scenario</a:t>
            </a:r>
          </a:p>
        </p188:txBody>
      </p188:reply>
    </p188:replyLst>
    <p188:txBody>
      <a:bodyPr/>
      <a:lstStyle/>
      <a:p>
        <a:r>
          <a:rPr lang="en-GB"/>
          <a:t>Ground truth we need to show.</a:t>
        </a:r>
      </a:p>
    </p188:txBody>
  </p188:cm>
  <p188:cm id="{C1D7D6DE-6B1D-4AC0-A385-C7AF135DB49B}" authorId="{129DFD28-E731-E8D5-7D1E-BFEBD96854E7}" created="2026-07-17T14:52:02.534">
    <pc:sldMkLst xmlns:pc="http://schemas.microsoft.com/office/powerpoint/2013/main/command">
      <pc:docMk/>
      <pc:sldMk cId="0" sldId="380"/>
    </pc:sldMkLst>
    <p188:txBody>
      <a:bodyPr/>
      <a:lstStyle/>
      <a:p>
        <a:r>
          <a:rPr lang="en-GB"/>
          <a:t>Actual test cases for each scenario
the artifacts used to calculate Precesion, Recall and ref - H1, H2 and H3
in gitlab</a:t>
        </a:r>
      </a:p>
    </p188:txBody>
  </p188:cm>
</p188:cmLst>
</file>

<file path=ppt/comments/modernComment_165_67511C01.xml><?xml version="1.0" encoding="utf-8"?>
<p188:cmLst xmlns:a="http://schemas.openxmlformats.org/drawingml/2006/main" xmlns:r="http://schemas.openxmlformats.org/officeDocument/2006/relationships" xmlns:p188="http://schemas.microsoft.com/office/powerpoint/2018/8/main">
  <p188:cm id="{EC67BBDF-FE1A-464F-93F8-892BA41299DE}" authorId="{129DFD28-E731-E8D5-7D1E-BFEBD96854E7}" created="2026-07-15T13:11:22.122">
    <pc:sldMkLst xmlns:pc="http://schemas.microsoft.com/office/powerpoint/2013/main/command">
      <pc:docMk/>
      <pc:sldMk cId="1733368833" sldId="357"/>
    </pc:sldMkLst>
    <p188:txBody>
      <a:bodyPr/>
      <a:lstStyle/>
      <a:p>
        <a:r>
          <a:rPr lang="en-GB"/>
          <a:t>Interaction diagrams support human understanding of event driven sys behaviour. Industry - the diagrams are are reverse engineered manually. Which is costly and costly to maintain these diagram: consistent with the implementation.
Current : existent technique to automate the reverse engineering diagrams are static analysis and trace analysis.</a:t>
        </a:r>
      </a:p>
    </p188:txBody>
  </p188:cm>
</p188:cmLst>
</file>

<file path=ppt/comments/modernComment_167_90842B7A.xml><?xml version="1.0" encoding="utf-8"?>
<p188:cmLst xmlns:a="http://schemas.openxmlformats.org/drawingml/2006/main" xmlns:r="http://schemas.openxmlformats.org/officeDocument/2006/relationships" xmlns:p188="http://schemas.microsoft.com/office/powerpoint/2018/8/main">
  <p188:cm id="{525B1B84-9ECE-44F8-BD21-0087BED8E582}" authorId="{129DFD28-E731-E8D5-7D1E-BFEBD96854E7}" created="2026-07-15T13:21:43.855">
    <ac:deMkLst xmlns:ac="http://schemas.microsoft.com/office/drawing/2013/main/command">
      <pc:docMk xmlns:pc="http://schemas.microsoft.com/office/powerpoint/2013/main/command"/>
      <pc:sldMk xmlns:pc="http://schemas.microsoft.com/office/powerpoint/2013/main/command" cId="2424580986" sldId="359"/>
      <ac:spMk id="3" creationId="{72A0D7F7-63C4-ECF7-BA18-3CEC3ABC2D24}"/>
    </ac:deMkLst>
    <p188:txBody>
      <a:bodyPr/>
      <a:lstStyle/>
      <a:p>
        <a:r>
          <a:rPr lang="en-GB"/>
          <a:t>1 slide which have 3 Core Research questions </a:t>
        </a:r>
      </a:p>
    </p188:txBody>
  </p188:cm>
</p188:cmLst>
</file>

<file path=ppt/comments/modernComment_187_F649CF62.xml><?xml version="1.0" encoding="utf-8"?>
<p188:cmLst xmlns:a="http://schemas.openxmlformats.org/drawingml/2006/main" xmlns:r="http://schemas.openxmlformats.org/officeDocument/2006/relationships" xmlns:p188="http://schemas.microsoft.com/office/powerpoint/2018/8/main">
  <p188:cm id="{8006BB15-BC98-4C0A-BAF9-B8C04D7ED610}" authorId="{129DFD28-E731-E8D5-7D1E-BFEBD96854E7}" created="2026-07-15T14:33:42.825">
    <pc:sldMkLst xmlns:pc="http://schemas.microsoft.com/office/powerpoint/2013/main/command">
      <pc:docMk/>
      <pc:sldMk cId="4132032354" sldId="391"/>
    </pc:sldMkLst>
    <p188:replyLst>
      <p188:reply id="{413ED957-3008-4E41-8A2C-6673CCB1857E}" authorId="{129DFD28-E731-E8D5-7D1E-BFEBD96854E7}" created="2026-07-15T14:34:33.805">
        <p188:txBody>
          <a:bodyPr/>
          <a:lstStyle/>
          <a:p>
            <a:r>
              <a:rPr lang="en-GB"/>
              <a:t>Add this after scenario 4 slide</a:t>
            </a:r>
          </a:p>
        </p188:txBody>
      </p188:reply>
    </p188:replyLst>
    <p188:txBody>
      <a:bodyPr/>
      <a:lstStyle/>
      <a:p>
        <a:r>
          <a:rPr lang="en-GB"/>
          <a:t>Take Scenario 1 - how the agents are used..
json and dpenedency metrix and add traces
Taking S4 as example - a runtime created subscription which is in trace..</a:t>
        </a:r>
      </a:p>
    </p188:txBody>
  </p188:cm>
</p188:cmLst>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3C4FF3-511F-4F4E-8CBA-7957CD35A0FA}"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n-US"/>
        </a:p>
      </dgm:t>
    </dgm:pt>
    <dgm:pt modelId="{21D771B0-D063-4F97-92EC-A6362D8AB3FA}">
      <dgm:prSet/>
      <dgm:spPr/>
      <dgm:t>
        <a:bodyPr/>
        <a:lstStyle/>
        <a:p>
          <a:r>
            <a:rPr lang="en-IN" dirty="0"/>
            <a:t>RQ1: How does combining static analysis and runtime traces improve accuracy and completeness of scenario-specific interaction model reconstruction? </a:t>
          </a:r>
          <a:endParaRPr lang="en-US" dirty="0"/>
        </a:p>
      </dgm:t>
    </dgm:pt>
    <dgm:pt modelId="{C3AF8761-29D2-4843-882F-0D6B1803A1E1}" type="parTrans" cxnId="{7ED06996-6CAE-4F22-802E-9C5488962F7B}">
      <dgm:prSet/>
      <dgm:spPr/>
      <dgm:t>
        <a:bodyPr/>
        <a:lstStyle/>
        <a:p>
          <a:endParaRPr lang="en-US"/>
        </a:p>
      </dgm:t>
    </dgm:pt>
    <dgm:pt modelId="{D0B0D6A3-AEE9-4B1B-9265-AEB4FFD9D734}" type="sibTrans" cxnId="{7ED06996-6CAE-4F22-802E-9C5488962F7B}">
      <dgm:prSet/>
      <dgm:spPr/>
      <dgm:t>
        <a:bodyPr/>
        <a:lstStyle/>
        <a:p>
          <a:endParaRPr lang="en-US"/>
        </a:p>
      </dgm:t>
    </dgm:pt>
    <dgm:pt modelId="{9214A3F3-BB67-4C6A-9DCC-A9BA12C575DB}">
      <dgm:prSet/>
      <dgm:spPr/>
      <dgm:t>
        <a:bodyPr/>
        <a:lstStyle/>
        <a:p>
          <a:r>
            <a:rPr lang="en-IN"/>
            <a:t>RQ2: </a:t>
          </a:r>
          <a:r>
            <a:rPr lang="en-GB"/>
            <a:t>How does guiding trace collection with the static call graph removes noise without losing scenario coverage</a:t>
          </a:r>
          <a:r>
            <a:rPr lang="en-IN"/>
            <a:t>?</a:t>
          </a:r>
          <a:endParaRPr lang="en-US"/>
        </a:p>
      </dgm:t>
    </dgm:pt>
    <dgm:pt modelId="{E1DA5E7F-8E3E-4350-A8B2-EA31388F36EC}" type="parTrans" cxnId="{FBF462FB-B86E-4833-BDB0-00AC77F6B0A4}">
      <dgm:prSet/>
      <dgm:spPr/>
      <dgm:t>
        <a:bodyPr/>
        <a:lstStyle/>
        <a:p>
          <a:endParaRPr lang="en-US"/>
        </a:p>
      </dgm:t>
    </dgm:pt>
    <dgm:pt modelId="{1C198FDD-B004-4D99-B339-943AC7AAD379}" type="sibTrans" cxnId="{FBF462FB-B86E-4833-BDB0-00AC77F6B0A4}">
      <dgm:prSet/>
      <dgm:spPr/>
      <dgm:t>
        <a:bodyPr/>
        <a:lstStyle/>
        <a:p>
          <a:endParaRPr lang="en-US"/>
        </a:p>
      </dgm:t>
    </dgm:pt>
    <dgm:pt modelId="{6C29C085-CFF0-4C10-B234-D5A256B9F609}">
      <dgm:prSet/>
      <dgm:spPr/>
      <dgm:t>
        <a:bodyPr/>
        <a:lstStyle/>
        <a:p>
          <a:r>
            <a:rPr lang="en-IN"/>
            <a:t>RQ3: </a:t>
          </a:r>
          <a:r>
            <a:rPr lang="en-GB"/>
            <a:t>How well does a reconstructed SysML v2 interaction diagram consolidate static and dynamic evidence into a single artifact sufficient for system behaviour comprehension</a:t>
          </a:r>
          <a:r>
            <a:rPr lang="en-IN"/>
            <a:t>?</a:t>
          </a:r>
          <a:endParaRPr lang="en-US"/>
        </a:p>
      </dgm:t>
    </dgm:pt>
    <dgm:pt modelId="{74A916C4-FCC7-4C86-A48C-E6B5C27F2E86}" type="parTrans" cxnId="{59CD6FB3-302D-4CA9-A88E-78C8B6BFCE61}">
      <dgm:prSet/>
      <dgm:spPr/>
      <dgm:t>
        <a:bodyPr/>
        <a:lstStyle/>
        <a:p>
          <a:endParaRPr lang="en-US"/>
        </a:p>
      </dgm:t>
    </dgm:pt>
    <dgm:pt modelId="{5A950125-52CE-4709-AB4A-6FD552E3EC58}" type="sibTrans" cxnId="{59CD6FB3-302D-4CA9-A88E-78C8B6BFCE61}">
      <dgm:prSet/>
      <dgm:spPr/>
      <dgm:t>
        <a:bodyPr/>
        <a:lstStyle/>
        <a:p>
          <a:endParaRPr lang="en-US"/>
        </a:p>
      </dgm:t>
    </dgm:pt>
    <dgm:pt modelId="{BD325CB9-0C5D-43A5-B7DE-B04E9EA8981A}" type="pres">
      <dgm:prSet presAssocID="{253C4FF3-511F-4F4E-8CBA-7957CD35A0FA}" presName="linear" presStyleCnt="0">
        <dgm:presLayoutVars>
          <dgm:animLvl val="lvl"/>
          <dgm:resizeHandles val="exact"/>
        </dgm:presLayoutVars>
      </dgm:prSet>
      <dgm:spPr/>
    </dgm:pt>
    <dgm:pt modelId="{92F5EDA9-998D-4869-B237-6B6D0E109CAC}" type="pres">
      <dgm:prSet presAssocID="{21D771B0-D063-4F97-92EC-A6362D8AB3FA}" presName="parentText" presStyleLbl="node1" presStyleIdx="0" presStyleCnt="3">
        <dgm:presLayoutVars>
          <dgm:chMax val="0"/>
          <dgm:bulletEnabled val="1"/>
        </dgm:presLayoutVars>
      </dgm:prSet>
      <dgm:spPr/>
    </dgm:pt>
    <dgm:pt modelId="{C435D792-9F9F-4D13-B909-0360B4EB6456}" type="pres">
      <dgm:prSet presAssocID="{D0B0D6A3-AEE9-4B1B-9265-AEB4FFD9D734}" presName="spacer" presStyleCnt="0"/>
      <dgm:spPr/>
    </dgm:pt>
    <dgm:pt modelId="{E3DFA99D-7EEB-48D8-BFB9-31FDA3A57870}" type="pres">
      <dgm:prSet presAssocID="{9214A3F3-BB67-4C6A-9DCC-A9BA12C575DB}" presName="parentText" presStyleLbl="node1" presStyleIdx="1" presStyleCnt="3">
        <dgm:presLayoutVars>
          <dgm:chMax val="0"/>
          <dgm:bulletEnabled val="1"/>
        </dgm:presLayoutVars>
      </dgm:prSet>
      <dgm:spPr/>
    </dgm:pt>
    <dgm:pt modelId="{0B389985-EBCC-43AB-BB98-49D3E89E2268}" type="pres">
      <dgm:prSet presAssocID="{1C198FDD-B004-4D99-B339-943AC7AAD379}" presName="spacer" presStyleCnt="0"/>
      <dgm:spPr/>
    </dgm:pt>
    <dgm:pt modelId="{214E6DCC-4172-412A-A56E-989382293DD6}" type="pres">
      <dgm:prSet presAssocID="{6C29C085-CFF0-4C10-B234-D5A256B9F609}" presName="parentText" presStyleLbl="node1" presStyleIdx="2" presStyleCnt="3">
        <dgm:presLayoutVars>
          <dgm:chMax val="0"/>
          <dgm:bulletEnabled val="1"/>
        </dgm:presLayoutVars>
      </dgm:prSet>
      <dgm:spPr/>
    </dgm:pt>
  </dgm:ptLst>
  <dgm:cxnLst>
    <dgm:cxn modelId="{51096F62-64DE-4BD3-80A5-2A7454805B54}" type="presOf" srcId="{21D771B0-D063-4F97-92EC-A6362D8AB3FA}" destId="{92F5EDA9-998D-4869-B237-6B6D0E109CAC}" srcOrd="0" destOrd="0" presId="urn:microsoft.com/office/officeart/2005/8/layout/vList2"/>
    <dgm:cxn modelId="{64EC4D83-AACE-45B4-A1E1-071EC40B6072}" type="presOf" srcId="{6C29C085-CFF0-4C10-B234-D5A256B9F609}" destId="{214E6DCC-4172-412A-A56E-989382293DD6}" srcOrd="0" destOrd="0" presId="urn:microsoft.com/office/officeart/2005/8/layout/vList2"/>
    <dgm:cxn modelId="{7ED06996-6CAE-4F22-802E-9C5488962F7B}" srcId="{253C4FF3-511F-4F4E-8CBA-7957CD35A0FA}" destId="{21D771B0-D063-4F97-92EC-A6362D8AB3FA}" srcOrd="0" destOrd="0" parTransId="{C3AF8761-29D2-4843-882F-0D6B1803A1E1}" sibTransId="{D0B0D6A3-AEE9-4B1B-9265-AEB4FFD9D734}"/>
    <dgm:cxn modelId="{93C57498-A9E3-464A-92F6-22769CF7047A}" type="presOf" srcId="{9214A3F3-BB67-4C6A-9DCC-A9BA12C575DB}" destId="{E3DFA99D-7EEB-48D8-BFB9-31FDA3A57870}" srcOrd="0" destOrd="0" presId="urn:microsoft.com/office/officeart/2005/8/layout/vList2"/>
    <dgm:cxn modelId="{1C24429E-3990-46C0-BD6E-8A3824126CA6}" type="presOf" srcId="{253C4FF3-511F-4F4E-8CBA-7957CD35A0FA}" destId="{BD325CB9-0C5D-43A5-B7DE-B04E9EA8981A}" srcOrd="0" destOrd="0" presId="urn:microsoft.com/office/officeart/2005/8/layout/vList2"/>
    <dgm:cxn modelId="{59CD6FB3-302D-4CA9-A88E-78C8B6BFCE61}" srcId="{253C4FF3-511F-4F4E-8CBA-7957CD35A0FA}" destId="{6C29C085-CFF0-4C10-B234-D5A256B9F609}" srcOrd="2" destOrd="0" parTransId="{74A916C4-FCC7-4C86-A48C-E6B5C27F2E86}" sibTransId="{5A950125-52CE-4709-AB4A-6FD552E3EC58}"/>
    <dgm:cxn modelId="{FBF462FB-B86E-4833-BDB0-00AC77F6B0A4}" srcId="{253C4FF3-511F-4F4E-8CBA-7957CD35A0FA}" destId="{9214A3F3-BB67-4C6A-9DCC-A9BA12C575DB}" srcOrd="1" destOrd="0" parTransId="{E1DA5E7F-8E3E-4350-A8B2-EA31388F36EC}" sibTransId="{1C198FDD-B004-4D99-B339-943AC7AAD379}"/>
    <dgm:cxn modelId="{B678721E-4714-4910-8B21-F8F152BA0D46}" type="presParOf" srcId="{BD325CB9-0C5D-43A5-B7DE-B04E9EA8981A}" destId="{92F5EDA9-998D-4869-B237-6B6D0E109CAC}" srcOrd="0" destOrd="0" presId="urn:microsoft.com/office/officeart/2005/8/layout/vList2"/>
    <dgm:cxn modelId="{9C81EC62-9540-42C8-BC81-214D44C06C53}" type="presParOf" srcId="{BD325CB9-0C5D-43A5-B7DE-B04E9EA8981A}" destId="{C435D792-9F9F-4D13-B909-0360B4EB6456}" srcOrd="1" destOrd="0" presId="urn:microsoft.com/office/officeart/2005/8/layout/vList2"/>
    <dgm:cxn modelId="{E0929F42-26B2-4531-BB09-CA506636460D}" type="presParOf" srcId="{BD325CB9-0C5D-43A5-B7DE-B04E9EA8981A}" destId="{E3DFA99D-7EEB-48D8-BFB9-31FDA3A57870}" srcOrd="2" destOrd="0" presId="urn:microsoft.com/office/officeart/2005/8/layout/vList2"/>
    <dgm:cxn modelId="{7C4A637A-7987-4000-98FC-2AB21A6FA00E}" type="presParOf" srcId="{BD325CB9-0C5D-43A5-B7DE-B04E9EA8981A}" destId="{0B389985-EBCC-43AB-BB98-49D3E89E2268}" srcOrd="3" destOrd="0" presId="urn:microsoft.com/office/officeart/2005/8/layout/vList2"/>
    <dgm:cxn modelId="{6B8B4A7E-34D0-48B0-9241-64FAEB17F935}" type="presParOf" srcId="{BD325CB9-0C5D-43A5-B7DE-B04E9EA8981A}" destId="{214E6DCC-4172-412A-A56E-989382293DD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2B970A-343D-4CF1-ACD8-1E2928BB0BB1}" type="doc">
      <dgm:prSet loTypeId="urn:microsoft.com/office/officeart/2005/8/layout/lProcess2"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2400" noProof="0" dirty="0"/>
            <a:t>Hybrid Analysis - Interaction Diagram</a:t>
          </a:r>
        </a:p>
      </dgm:t>
    </dgm:pt>
    <dgm:pt modelId="{8EBEC8EE-1475-4134-9795-1AD1D3E69769}" type="parTrans" cxnId="{16815193-993C-4DD3-9052-FCC6BEFAB67F}">
      <dgm:prSet/>
      <dgm:spPr/>
      <dgm:t>
        <a:bodyPr/>
        <a:lstStyle/>
        <a:p>
          <a:endParaRPr lang="en-IN" sz="2400"/>
        </a:p>
      </dgm:t>
    </dgm:pt>
    <dgm:pt modelId="{0A9D0EF0-9EBE-48F2-82FB-8B164A14BE5E}" type="sibTrans" cxnId="{16815193-993C-4DD3-9052-FCC6BEFAB67F}">
      <dgm:prSet/>
      <dgm:spPr/>
      <dgm:t>
        <a:bodyPr/>
        <a:lstStyle/>
        <a:p>
          <a:endParaRPr lang="en-IN" sz="2400"/>
        </a:p>
      </dgm:t>
    </dgm:pt>
    <dgm:pt modelId="{0211A353-289D-4524-9D3F-247B3468225E}">
      <dgm:prSet phldrT="[Text]" custT="1"/>
      <dgm:spPr/>
      <dgm:t>
        <a:bodyPr/>
        <a:lstStyle/>
        <a:p>
          <a:pPr>
            <a:buNone/>
          </a:pPr>
          <a:r>
            <a:rPr lang="en-GB" sz="2400" noProof="0" dirty="0"/>
            <a:t>Static Code Structure</a:t>
          </a:r>
        </a:p>
      </dgm:t>
    </dgm:pt>
    <dgm:pt modelId="{C2F80ECA-2972-44EA-8274-BBC94B98BF8F}" type="parTrans" cxnId="{488FA463-4D2D-4F01-8629-5F245FEF84D9}">
      <dgm:prSet/>
      <dgm:spPr/>
      <dgm:t>
        <a:bodyPr/>
        <a:lstStyle/>
        <a:p>
          <a:endParaRPr lang="en-IN" sz="2400"/>
        </a:p>
      </dgm:t>
    </dgm:pt>
    <dgm:pt modelId="{7177C19B-DE9F-4C96-86E7-96571403DBE9}" type="sibTrans" cxnId="{488FA463-4D2D-4F01-8629-5F245FEF84D9}">
      <dgm:prSet/>
      <dgm:spPr/>
      <dgm:t>
        <a:bodyPr/>
        <a:lstStyle/>
        <a:p>
          <a:endParaRPr lang="en-IN" sz="2400"/>
        </a:p>
      </dgm:t>
    </dgm:pt>
    <dgm:pt modelId="{FA687220-3D64-4729-97B5-56C3B0CB4991}">
      <dgm:prSet phldrT="[Text]" custT="1"/>
      <dgm:spPr/>
      <dgm:t>
        <a:bodyPr/>
        <a:lstStyle/>
        <a:p>
          <a:r>
            <a:rPr lang="en-GB" sz="2400" noProof="0" dirty="0"/>
            <a:t>Runtime Traces</a:t>
          </a:r>
        </a:p>
      </dgm:t>
    </dgm:pt>
    <dgm:pt modelId="{50770C6B-5AEF-4BF8-8C77-2C95B4E196AA}" type="parTrans" cxnId="{7386F78F-1D2E-458D-BF2D-B78550D9070B}">
      <dgm:prSet/>
      <dgm:spPr/>
      <dgm:t>
        <a:bodyPr/>
        <a:lstStyle/>
        <a:p>
          <a:endParaRPr lang="en-IN" sz="2400"/>
        </a:p>
      </dgm:t>
    </dgm:pt>
    <dgm:pt modelId="{A68AE9DD-55CD-4847-ADCA-BACF42E16F3A}" type="sibTrans" cxnId="{7386F78F-1D2E-458D-BF2D-B78550D9070B}">
      <dgm:prSet/>
      <dgm:spPr/>
      <dgm:t>
        <a:bodyPr/>
        <a:lstStyle/>
        <a:p>
          <a:endParaRPr lang="en-IN" sz="2400"/>
        </a:p>
      </dgm:t>
    </dgm:pt>
    <dgm:pt modelId="{03A1301B-524C-46FD-A290-26EC95C02BD8}" type="pres">
      <dgm:prSet presAssocID="{282B970A-343D-4CF1-ACD8-1E2928BB0BB1}" presName="theList" presStyleCnt="0">
        <dgm:presLayoutVars>
          <dgm:dir/>
          <dgm:animLvl val="lvl"/>
          <dgm:resizeHandles val="exact"/>
        </dgm:presLayoutVars>
      </dgm:prSet>
      <dgm:spPr/>
    </dgm:pt>
    <dgm:pt modelId="{ECFB74FB-BE45-4FDD-8208-E10484F7434C}" type="pres">
      <dgm:prSet presAssocID="{50075DFF-BDD2-4B22-BB45-D72E355A0837}" presName="compNode" presStyleCnt="0"/>
      <dgm:spPr/>
    </dgm:pt>
    <dgm:pt modelId="{0F7F8C7F-6CB2-404E-97FF-7B8F9DC44EE3}" type="pres">
      <dgm:prSet presAssocID="{50075DFF-BDD2-4B22-BB45-D72E355A0837}" presName="aNode" presStyleLbl="bgShp" presStyleIdx="0" presStyleCnt="1"/>
      <dgm:spPr/>
    </dgm:pt>
    <dgm:pt modelId="{5A987722-A42D-4A0A-87AF-68ED8256B9A3}" type="pres">
      <dgm:prSet presAssocID="{50075DFF-BDD2-4B22-BB45-D72E355A0837}" presName="textNode" presStyleLbl="bgShp" presStyleIdx="0" presStyleCnt="1"/>
      <dgm:spPr/>
    </dgm:pt>
    <dgm:pt modelId="{1B43AE5E-3DFF-43BF-8C57-8B14F59AB127}" type="pres">
      <dgm:prSet presAssocID="{50075DFF-BDD2-4B22-BB45-D72E355A0837}" presName="compChildNode" presStyleCnt="0"/>
      <dgm:spPr/>
    </dgm:pt>
    <dgm:pt modelId="{5C47A2A9-5318-4926-8CCD-9DA6A157E81E}" type="pres">
      <dgm:prSet presAssocID="{50075DFF-BDD2-4B22-BB45-D72E355A0837}" presName="theInnerList" presStyleCnt="0"/>
      <dgm:spPr/>
    </dgm:pt>
    <dgm:pt modelId="{E18736DA-694F-466D-B344-12FB14467A38}" type="pres">
      <dgm:prSet presAssocID="{0211A353-289D-4524-9D3F-247B3468225E}" presName="childNode" presStyleLbl="node1" presStyleIdx="0" presStyleCnt="2">
        <dgm:presLayoutVars>
          <dgm:bulletEnabled val="1"/>
        </dgm:presLayoutVars>
      </dgm:prSet>
      <dgm:spPr/>
    </dgm:pt>
    <dgm:pt modelId="{306E7532-8809-441F-878C-26DC5D43DFB1}" type="pres">
      <dgm:prSet presAssocID="{0211A353-289D-4524-9D3F-247B3468225E}" presName="aSpace2" presStyleCnt="0"/>
      <dgm:spPr/>
    </dgm:pt>
    <dgm:pt modelId="{9A6884A8-4091-429F-9504-D196E5C98273}" type="pres">
      <dgm:prSet presAssocID="{FA687220-3D64-4729-97B5-56C3B0CB4991}" presName="childNode" presStyleLbl="node1" presStyleIdx="1" presStyleCnt="2">
        <dgm:presLayoutVars>
          <dgm:bulletEnabled val="1"/>
        </dgm:presLayoutVars>
      </dgm:prSet>
      <dgm:spPr/>
    </dgm:pt>
  </dgm:ptLst>
  <dgm:cxnLst>
    <dgm:cxn modelId="{2A057C25-EC88-44F2-8771-2A107228C342}" type="presOf" srcId="{50075DFF-BDD2-4B22-BB45-D72E355A0837}" destId="{0F7F8C7F-6CB2-404E-97FF-7B8F9DC44EE3}" srcOrd="0" destOrd="0" presId="urn:microsoft.com/office/officeart/2005/8/layout/lProcess2"/>
    <dgm:cxn modelId="{1B5B642F-2C97-498B-A6C0-BC7B5A918883}" type="presOf" srcId="{282B970A-343D-4CF1-ACD8-1E2928BB0BB1}" destId="{03A1301B-524C-46FD-A290-26EC95C02BD8}" srcOrd="0" destOrd="0" presId="urn:microsoft.com/office/officeart/2005/8/layout/lProcess2"/>
    <dgm:cxn modelId="{488FA463-4D2D-4F01-8629-5F245FEF84D9}" srcId="{50075DFF-BDD2-4B22-BB45-D72E355A0837}" destId="{0211A353-289D-4524-9D3F-247B3468225E}" srcOrd="0" destOrd="0" parTransId="{C2F80ECA-2972-44EA-8274-BBC94B98BF8F}" sibTransId="{7177C19B-DE9F-4C96-86E7-96571403DBE9}"/>
    <dgm:cxn modelId="{D8839147-FFCB-4C6F-8309-7584111FB1B1}" type="presOf" srcId="{50075DFF-BDD2-4B22-BB45-D72E355A0837}" destId="{5A987722-A42D-4A0A-87AF-68ED8256B9A3}" srcOrd="1" destOrd="0" presId="urn:microsoft.com/office/officeart/2005/8/layout/lProcess2"/>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99B4B5B8-AB28-4E4D-B841-7911E4248DD3}" type="presOf" srcId="{FA687220-3D64-4729-97B5-56C3B0CB4991}" destId="{9A6884A8-4091-429F-9504-D196E5C98273}" srcOrd="0" destOrd="0" presId="urn:microsoft.com/office/officeart/2005/8/layout/lProcess2"/>
    <dgm:cxn modelId="{6CA519D0-C8FF-434E-9A75-ADBABBE89B9E}" type="presOf" srcId="{0211A353-289D-4524-9D3F-247B3468225E}" destId="{E18736DA-694F-466D-B344-12FB14467A38}" srcOrd="0" destOrd="0" presId="urn:microsoft.com/office/officeart/2005/8/layout/lProcess2"/>
    <dgm:cxn modelId="{416899E2-A8C0-4D74-9C77-8F202D23E5CA}" type="presParOf" srcId="{03A1301B-524C-46FD-A290-26EC95C02BD8}" destId="{ECFB74FB-BE45-4FDD-8208-E10484F7434C}" srcOrd="0" destOrd="0" presId="urn:microsoft.com/office/officeart/2005/8/layout/lProcess2"/>
    <dgm:cxn modelId="{4FD7FB62-3BF2-43ED-A0C9-B394A800E014}" type="presParOf" srcId="{ECFB74FB-BE45-4FDD-8208-E10484F7434C}" destId="{0F7F8C7F-6CB2-404E-97FF-7B8F9DC44EE3}" srcOrd="0" destOrd="0" presId="urn:microsoft.com/office/officeart/2005/8/layout/lProcess2"/>
    <dgm:cxn modelId="{DEE776E5-1A74-48EE-9119-818FC8F47E5F}" type="presParOf" srcId="{ECFB74FB-BE45-4FDD-8208-E10484F7434C}" destId="{5A987722-A42D-4A0A-87AF-68ED8256B9A3}" srcOrd="1" destOrd="0" presId="urn:microsoft.com/office/officeart/2005/8/layout/lProcess2"/>
    <dgm:cxn modelId="{FFE898BA-541D-4F1C-B222-7CB4DB60E108}" type="presParOf" srcId="{ECFB74FB-BE45-4FDD-8208-E10484F7434C}" destId="{1B43AE5E-3DFF-43BF-8C57-8B14F59AB127}" srcOrd="2" destOrd="0" presId="urn:microsoft.com/office/officeart/2005/8/layout/lProcess2"/>
    <dgm:cxn modelId="{2E23B769-8176-4637-8563-132823C95CF8}" type="presParOf" srcId="{1B43AE5E-3DFF-43BF-8C57-8B14F59AB127}" destId="{5C47A2A9-5318-4926-8CCD-9DA6A157E81E}" srcOrd="0" destOrd="0" presId="urn:microsoft.com/office/officeart/2005/8/layout/lProcess2"/>
    <dgm:cxn modelId="{2E59BEC8-43BB-43F6-B9EB-577567EACBEB}" type="presParOf" srcId="{5C47A2A9-5318-4926-8CCD-9DA6A157E81E}" destId="{E18736DA-694F-466D-B344-12FB14467A38}" srcOrd="0" destOrd="0" presId="urn:microsoft.com/office/officeart/2005/8/layout/lProcess2"/>
    <dgm:cxn modelId="{56B4065C-0B45-418C-8342-13A38A530614}" type="presParOf" srcId="{5C47A2A9-5318-4926-8CCD-9DA6A157E81E}" destId="{306E7532-8809-441F-878C-26DC5D43DFB1}" srcOrd="1" destOrd="0" presId="urn:microsoft.com/office/officeart/2005/8/layout/lProcess2"/>
    <dgm:cxn modelId="{2EEC211F-AD34-4BB8-AEC0-EA6B8F33B8DE}" type="presParOf" srcId="{5C47A2A9-5318-4926-8CCD-9DA6A157E81E}" destId="{9A6884A8-4091-429F-9504-D196E5C98273}"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2B970A-343D-4CF1-ACD8-1E2928BB0BB1}" type="doc">
      <dgm:prSet loTypeId="urn:microsoft.com/office/officeart/2005/8/layout/radial4"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3500" noProof="0" dirty="0"/>
            <a:t>Hybrid Analysis - Interaction Diagram</a:t>
          </a:r>
        </a:p>
      </dgm:t>
    </dgm:pt>
    <dgm:pt modelId="{8EBEC8EE-1475-4134-9795-1AD1D3E69769}" type="parTrans" cxnId="{16815193-993C-4DD3-9052-FCC6BEFAB67F}">
      <dgm:prSet/>
      <dgm:spPr/>
      <dgm:t>
        <a:bodyPr/>
        <a:lstStyle/>
        <a:p>
          <a:endParaRPr lang="en-IN"/>
        </a:p>
      </dgm:t>
    </dgm:pt>
    <dgm:pt modelId="{0A9D0EF0-9EBE-48F2-82FB-8B164A14BE5E}" type="sibTrans" cxnId="{16815193-993C-4DD3-9052-FCC6BEFAB67F}">
      <dgm:prSet/>
      <dgm:spPr/>
      <dgm:t>
        <a:bodyPr/>
        <a:lstStyle/>
        <a:p>
          <a:endParaRPr lang="en-IN"/>
        </a:p>
      </dgm:t>
    </dgm:pt>
    <dgm:pt modelId="{0211A353-289D-4524-9D3F-247B3468225E}">
      <dgm:prSet phldrT="[Text]"/>
      <dgm:spPr/>
      <dgm:t>
        <a:bodyPr/>
        <a:lstStyle/>
        <a:p>
          <a:pPr>
            <a:buNone/>
          </a:pPr>
          <a:r>
            <a:rPr lang="en-GB" noProof="0" dirty="0"/>
            <a:t>Static Code Structure</a:t>
          </a:r>
        </a:p>
      </dgm:t>
    </dgm:pt>
    <dgm:pt modelId="{C2F80ECA-2972-44EA-8274-BBC94B98BF8F}" type="parTrans" cxnId="{488FA463-4D2D-4F01-8629-5F245FEF84D9}">
      <dgm:prSet/>
      <dgm:spPr/>
      <dgm:t>
        <a:bodyPr/>
        <a:lstStyle/>
        <a:p>
          <a:endParaRPr lang="en-IN"/>
        </a:p>
      </dgm:t>
    </dgm:pt>
    <dgm:pt modelId="{7177C19B-DE9F-4C96-86E7-96571403DBE9}" type="sibTrans" cxnId="{488FA463-4D2D-4F01-8629-5F245FEF84D9}">
      <dgm:prSet/>
      <dgm:spPr/>
      <dgm:t>
        <a:bodyPr/>
        <a:lstStyle/>
        <a:p>
          <a:endParaRPr lang="en-IN"/>
        </a:p>
      </dgm:t>
    </dgm:pt>
    <dgm:pt modelId="{FA687220-3D64-4729-97B5-56C3B0CB4991}">
      <dgm:prSet phldrT="[Text]"/>
      <dgm:spPr/>
      <dgm:t>
        <a:bodyPr/>
        <a:lstStyle/>
        <a:p>
          <a:r>
            <a:rPr lang="en-GB" noProof="0" dirty="0"/>
            <a:t>Runtime Traces</a:t>
          </a:r>
        </a:p>
      </dgm:t>
    </dgm:pt>
    <dgm:pt modelId="{50770C6B-5AEF-4BF8-8C77-2C95B4E196AA}" type="parTrans" cxnId="{7386F78F-1D2E-458D-BF2D-B78550D9070B}">
      <dgm:prSet/>
      <dgm:spPr/>
      <dgm:t>
        <a:bodyPr/>
        <a:lstStyle/>
        <a:p>
          <a:endParaRPr lang="en-IN"/>
        </a:p>
      </dgm:t>
    </dgm:pt>
    <dgm:pt modelId="{A68AE9DD-55CD-4847-ADCA-BACF42E16F3A}" type="sibTrans" cxnId="{7386F78F-1D2E-458D-BF2D-B78550D9070B}">
      <dgm:prSet/>
      <dgm:spPr/>
      <dgm:t>
        <a:bodyPr/>
        <a:lstStyle/>
        <a:p>
          <a:endParaRPr lang="en-IN"/>
        </a:p>
      </dgm:t>
    </dgm:pt>
    <dgm:pt modelId="{82E91E0B-8AC0-4C2B-8161-BBAF5DB50A07}" type="pres">
      <dgm:prSet presAssocID="{282B970A-343D-4CF1-ACD8-1E2928BB0BB1}" presName="cycle" presStyleCnt="0">
        <dgm:presLayoutVars>
          <dgm:chMax val="1"/>
          <dgm:dir/>
          <dgm:animLvl val="ctr"/>
          <dgm:resizeHandles val="exact"/>
        </dgm:presLayoutVars>
      </dgm:prSet>
      <dgm:spPr/>
    </dgm:pt>
    <dgm:pt modelId="{E6E6520F-46AA-4630-9440-F84329110735}" type="pres">
      <dgm:prSet presAssocID="{50075DFF-BDD2-4B22-BB45-D72E355A0837}" presName="centerShape" presStyleLbl="node0" presStyleIdx="0" presStyleCnt="1" custScaleX="124053" custScaleY="126718"/>
      <dgm:spPr/>
    </dgm:pt>
    <dgm:pt modelId="{B8ACAC19-9BEB-4097-ADE6-D47CB3C1FDF8}" type="pres">
      <dgm:prSet presAssocID="{C2F80ECA-2972-44EA-8274-BBC94B98BF8F}" presName="parTrans" presStyleLbl="bgSibTrans2D1" presStyleIdx="0" presStyleCnt="2"/>
      <dgm:spPr/>
    </dgm:pt>
    <dgm:pt modelId="{E76856CA-843E-4B14-9B79-40084004CF3F}" type="pres">
      <dgm:prSet presAssocID="{0211A353-289D-4524-9D3F-247B3468225E}" presName="node" presStyleLbl="node1" presStyleIdx="0" presStyleCnt="2">
        <dgm:presLayoutVars>
          <dgm:bulletEnabled val="1"/>
        </dgm:presLayoutVars>
      </dgm:prSet>
      <dgm:spPr/>
    </dgm:pt>
    <dgm:pt modelId="{76CBC3C4-A747-4381-B8A5-1715FFDFC7F8}" type="pres">
      <dgm:prSet presAssocID="{50770C6B-5AEF-4BF8-8C77-2C95B4E196AA}" presName="parTrans" presStyleLbl="bgSibTrans2D1" presStyleIdx="1" presStyleCnt="2"/>
      <dgm:spPr/>
    </dgm:pt>
    <dgm:pt modelId="{259CC2E9-93BA-4ED4-A047-1AE3733F2CB5}" type="pres">
      <dgm:prSet presAssocID="{FA687220-3D64-4729-97B5-56C3B0CB4991}" presName="node" presStyleLbl="node1" presStyleIdx="1" presStyleCnt="2">
        <dgm:presLayoutVars>
          <dgm:bulletEnabled val="1"/>
        </dgm:presLayoutVars>
      </dgm:prSet>
      <dgm:spPr/>
    </dgm:pt>
  </dgm:ptLst>
  <dgm:cxnLst>
    <dgm:cxn modelId="{6283F10D-7F95-44CC-8320-B0B7C2BF51AF}" type="presOf" srcId="{FA687220-3D64-4729-97B5-56C3B0CB4991}" destId="{259CC2E9-93BA-4ED4-A047-1AE3733F2CB5}" srcOrd="0" destOrd="0" presId="urn:microsoft.com/office/officeart/2005/8/layout/radial4"/>
    <dgm:cxn modelId="{4DF85910-F88B-4685-BEE8-F04BD5478403}" type="presOf" srcId="{50770C6B-5AEF-4BF8-8C77-2C95B4E196AA}" destId="{76CBC3C4-A747-4381-B8A5-1715FFDFC7F8}" srcOrd="0" destOrd="0" presId="urn:microsoft.com/office/officeart/2005/8/layout/radial4"/>
    <dgm:cxn modelId="{488FA463-4D2D-4F01-8629-5F245FEF84D9}" srcId="{50075DFF-BDD2-4B22-BB45-D72E355A0837}" destId="{0211A353-289D-4524-9D3F-247B3468225E}" srcOrd="0" destOrd="0" parTransId="{C2F80ECA-2972-44EA-8274-BBC94B98BF8F}" sibTransId="{7177C19B-DE9F-4C96-86E7-96571403DBE9}"/>
    <dgm:cxn modelId="{86907D47-B84E-4805-9D79-215ABC31FB83}" type="presOf" srcId="{0211A353-289D-4524-9D3F-247B3468225E}" destId="{E76856CA-843E-4B14-9B79-40084004CF3F}" srcOrd="0" destOrd="0" presId="urn:microsoft.com/office/officeart/2005/8/layout/radial4"/>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01A819B5-1592-4536-9FC5-7E476C656FBD}" type="presOf" srcId="{C2F80ECA-2972-44EA-8274-BBC94B98BF8F}" destId="{B8ACAC19-9BEB-4097-ADE6-D47CB3C1FDF8}" srcOrd="0" destOrd="0" presId="urn:microsoft.com/office/officeart/2005/8/layout/radial4"/>
    <dgm:cxn modelId="{F90622DF-7892-4921-B5AA-793A3C722ED0}" type="presOf" srcId="{282B970A-343D-4CF1-ACD8-1E2928BB0BB1}" destId="{82E91E0B-8AC0-4C2B-8161-BBAF5DB50A07}" srcOrd="0" destOrd="0" presId="urn:microsoft.com/office/officeart/2005/8/layout/radial4"/>
    <dgm:cxn modelId="{600F0AE8-A23C-4F7B-9D5C-F09DD9C5D52E}" type="presOf" srcId="{50075DFF-BDD2-4B22-BB45-D72E355A0837}" destId="{E6E6520F-46AA-4630-9440-F84329110735}" srcOrd="0" destOrd="0" presId="urn:microsoft.com/office/officeart/2005/8/layout/radial4"/>
    <dgm:cxn modelId="{DD358A00-28E4-463B-BB00-D2038B55C48F}" type="presParOf" srcId="{82E91E0B-8AC0-4C2B-8161-BBAF5DB50A07}" destId="{E6E6520F-46AA-4630-9440-F84329110735}" srcOrd="0" destOrd="0" presId="urn:microsoft.com/office/officeart/2005/8/layout/radial4"/>
    <dgm:cxn modelId="{40DC9475-6556-4EAD-8AD4-9D6D82F71BD5}" type="presParOf" srcId="{82E91E0B-8AC0-4C2B-8161-BBAF5DB50A07}" destId="{B8ACAC19-9BEB-4097-ADE6-D47CB3C1FDF8}" srcOrd="1" destOrd="0" presId="urn:microsoft.com/office/officeart/2005/8/layout/radial4"/>
    <dgm:cxn modelId="{A45E9887-4F57-4AD3-B090-544EFF98194C}" type="presParOf" srcId="{82E91E0B-8AC0-4C2B-8161-BBAF5DB50A07}" destId="{E76856CA-843E-4B14-9B79-40084004CF3F}" srcOrd="2" destOrd="0" presId="urn:microsoft.com/office/officeart/2005/8/layout/radial4"/>
    <dgm:cxn modelId="{2B33A4EC-6F98-453B-9D04-A61AD5672B65}" type="presParOf" srcId="{82E91E0B-8AC0-4C2B-8161-BBAF5DB50A07}" destId="{76CBC3C4-A747-4381-B8A5-1715FFDFC7F8}" srcOrd="3" destOrd="0" presId="urn:microsoft.com/office/officeart/2005/8/layout/radial4"/>
    <dgm:cxn modelId="{396128FF-F9A9-4A45-B224-F71282ECDC70}" type="presParOf" srcId="{82E91E0B-8AC0-4C2B-8161-BBAF5DB50A07}" destId="{259CC2E9-93BA-4ED4-A047-1AE3733F2CB5}" srcOrd="4" destOrd="0" presId="urn:microsoft.com/office/officeart/2005/8/layout/radial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5AB167-C5F2-4B06-98B2-0C690836CB92}"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BDB8574A-EB20-4CBF-A2CB-822783CC6FC0}">
      <dgm:prSet phldrT="[Text]"/>
      <dgm:spPr/>
      <dgm:t>
        <a:bodyPr/>
        <a:lstStyle/>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noProof="0" dirty="0"/>
        </a:p>
      </dgm:t>
    </dgm:pt>
    <dgm:pt modelId="{DD69CB6C-D04D-4C90-8B7C-387472BEC3AA}" type="parTrans" cxnId="{E647244A-6564-4575-9CE9-2871755F72C7}">
      <dgm:prSet/>
      <dgm:spPr/>
      <dgm:t>
        <a:bodyPr/>
        <a:lstStyle/>
        <a:p>
          <a:endParaRPr lang="en-GB"/>
        </a:p>
      </dgm:t>
    </dgm:pt>
    <dgm:pt modelId="{C4F8E8CA-E2D3-4875-9D7A-1398837A2BEF}" type="sibTrans" cxnId="{E647244A-6564-4575-9CE9-2871755F72C7}">
      <dgm:prSet/>
      <dgm:spPr/>
      <dgm:t>
        <a:bodyPr/>
        <a:lstStyle/>
        <a:p>
          <a:endParaRPr lang="en-GB" noProof="0" dirty="0"/>
        </a:p>
      </dgm:t>
    </dgm:pt>
    <dgm:pt modelId="{7027F2C2-AEE3-41B4-8725-046FC24C1EF2}">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noProof="0" dirty="0"/>
        </a:p>
      </dgm:t>
    </dgm:pt>
    <dgm:pt modelId="{87368B0A-3CA2-4BE2-869B-EBFF9029E1EA}" type="parTrans" cxnId="{DEDC84B8-94FD-4585-AFE9-83C2E7E837A6}">
      <dgm:prSet/>
      <dgm:spPr/>
      <dgm:t>
        <a:bodyPr/>
        <a:lstStyle/>
        <a:p>
          <a:endParaRPr lang="en-GB"/>
        </a:p>
      </dgm:t>
    </dgm:pt>
    <dgm:pt modelId="{6D110883-3BAA-498D-833F-ADCFCAE10163}" type="sibTrans" cxnId="{DEDC84B8-94FD-4585-AFE9-83C2E7E837A6}">
      <dgm:prSet/>
      <dgm:spPr/>
      <dgm:t>
        <a:bodyPr/>
        <a:lstStyle/>
        <a:p>
          <a:endParaRPr lang="en-GB" noProof="0" dirty="0"/>
        </a:p>
      </dgm:t>
    </dgm:pt>
    <dgm:pt modelId="{9591F37E-12CA-42D6-A4F7-B4D581FBB5D1}">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noProof="0" dirty="0"/>
        </a:p>
      </dgm:t>
    </dgm:pt>
    <dgm:pt modelId="{3EB9097F-BBB2-4306-895E-E16C7A9FCEF9}" type="parTrans" cxnId="{704AA0B0-0EBA-4199-843B-7357A594BE39}">
      <dgm:prSet/>
      <dgm:spPr/>
      <dgm:t>
        <a:bodyPr/>
        <a:lstStyle/>
        <a:p>
          <a:endParaRPr lang="en-GB"/>
        </a:p>
      </dgm:t>
    </dgm:pt>
    <dgm:pt modelId="{0B620B68-784F-4A73-B2E5-133E9F824831}" type="sibTrans" cxnId="{704AA0B0-0EBA-4199-843B-7357A594BE39}">
      <dgm:prSet/>
      <dgm:spPr/>
      <dgm:t>
        <a:bodyPr/>
        <a:lstStyle/>
        <a:p>
          <a:endParaRPr lang="en-GB"/>
        </a:p>
      </dgm:t>
    </dgm:pt>
    <dgm:pt modelId="{A272EFE1-2756-4AF9-BB32-BE479D503D6D}" type="pres">
      <dgm:prSet presAssocID="{165AB167-C5F2-4B06-98B2-0C690836CB92}" presName="Name0" presStyleCnt="0">
        <dgm:presLayoutVars>
          <dgm:dir/>
          <dgm:resizeHandles val="exact"/>
        </dgm:presLayoutVars>
      </dgm:prSet>
      <dgm:spPr/>
    </dgm:pt>
    <dgm:pt modelId="{44A4F49B-0B09-4A8D-AA48-48B502AA87C6}" type="pres">
      <dgm:prSet presAssocID="{BDB8574A-EB20-4CBF-A2CB-822783CC6FC0}" presName="node" presStyleLbl="node1" presStyleIdx="0" presStyleCnt="3">
        <dgm:presLayoutVars>
          <dgm:bulletEnabled val="1"/>
        </dgm:presLayoutVars>
      </dgm:prSet>
      <dgm:spPr/>
    </dgm:pt>
    <dgm:pt modelId="{C9E69455-77D6-4BD6-AC14-C1D1A836281F}" type="pres">
      <dgm:prSet presAssocID="{C4F8E8CA-E2D3-4875-9D7A-1398837A2BEF}" presName="sibTrans" presStyleLbl="sibTrans2D1" presStyleIdx="0" presStyleCnt="2"/>
      <dgm:spPr/>
    </dgm:pt>
    <dgm:pt modelId="{7EFBE86A-4E48-4D55-9E44-2E77F9B884BE}" type="pres">
      <dgm:prSet presAssocID="{C4F8E8CA-E2D3-4875-9D7A-1398837A2BEF}" presName="connectorText" presStyleLbl="sibTrans2D1" presStyleIdx="0" presStyleCnt="2"/>
      <dgm:spPr/>
    </dgm:pt>
    <dgm:pt modelId="{95AF53A0-7079-4D35-B093-70A4818D75BD}" type="pres">
      <dgm:prSet presAssocID="{7027F2C2-AEE3-41B4-8725-046FC24C1EF2}" presName="node" presStyleLbl="node1" presStyleIdx="1" presStyleCnt="3">
        <dgm:presLayoutVars>
          <dgm:bulletEnabled val="1"/>
        </dgm:presLayoutVars>
      </dgm:prSet>
      <dgm:spPr/>
    </dgm:pt>
    <dgm:pt modelId="{BC03A217-2A36-4F1E-A41D-5A8C72F9E858}" type="pres">
      <dgm:prSet presAssocID="{6D110883-3BAA-498D-833F-ADCFCAE10163}" presName="sibTrans" presStyleLbl="sibTrans2D1" presStyleIdx="1" presStyleCnt="2"/>
      <dgm:spPr/>
    </dgm:pt>
    <dgm:pt modelId="{C37F1163-3AF3-4B97-8B70-24AE87DEBD5F}" type="pres">
      <dgm:prSet presAssocID="{6D110883-3BAA-498D-833F-ADCFCAE10163}" presName="connectorText" presStyleLbl="sibTrans2D1" presStyleIdx="1" presStyleCnt="2"/>
      <dgm:spPr/>
    </dgm:pt>
    <dgm:pt modelId="{384453D8-600E-4A39-9DEC-DAB537E5667B}" type="pres">
      <dgm:prSet presAssocID="{9591F37E-12CA-42D6-A4F7-B4D581FBB5D1}" presName="node" presStyleLbl="node1" presStyleIdx="2" presStyleCnt="3">
        <dgm:presLayoutVars>
          <dgm:bulletEnabled val="1"/>
        </dgm:presLayoutVars>
      </dgm:prSet>
      <dgm:spPr/>
    </dgm:pt>
  </dgm:ptLst>
  <dgm:cxnLst>
    <dgm:cxn modelId="{889A0702-65EA-452D-BF5C-7FA81F1A86B2}" type="presOf" srcId="{C4F8E8CA-E2D3-4875-9D7A-1398837A2BEF}" destId="{C9E69455-77D6-4BD6-AC14-C1D1A836281F}" srcOrd="0" destOrd="0" presId="urn:microsoft.com/office/officeart/2005/8/layout/process1"/>
    <dgm:cxn modelId="{DD3C7032-A896-4400-9DE4-7799245F82C9}" type="presOf" srcId="{165AB167-C5F2-4B06-98B2-0C690836CB92}" destId="{A272EFE1-2756-4AF9-BB32-BE479D503D6D}" srcOrd="0" destOrd="0" presId="urn:microsoft.com/office/officeart/2005/8/layout/process1"/>
    <dgm:cxn modelId="{E647244A-6564-4575-9CE9-2871755F72C7}" srcId="{165AB167-C5F2-4B06-98B2-0C690836CB92}" destId="{BDB8574A-EB20-4CBF-A2CB-822783CC6FC0}" srcOrd="0" destOrd="0" parTransId="{DD69CB6C-D04D-4C90-8B7C-387472BEC3AA}" sibTransId="{C4F8E8CA-E2D3-4875-9D7A-1398837A2BEF}"/>
    <dgm:cxn modelId="{FAD2EF4C-E2EA-4CE8-A069-A2E3C41A4A91}" type="presOf" srcId="{7027F2C2-AEE3-41B4-8725-046FC24C1EF2}" destId="{95AF53A0-7079-4D35-B093-70A4818D75BD}" srcOrd="0" destOrd="0" presId="urn:microsoft.com/office/officeart/2005/8/layout/process1"/>
    <dgm:cxn modelId="{A0A4737C-B8D0-4062-9886-3F8FB29F4BCE}" type="presOf" srcId="{C4F8E8CA-E2D3-4875-9D7A-1398837A2BEF}" destId="{7EFBE86A-4E48-4D55-9E44-2E77F9B884BE}" srcOrd="1" destOrd="0" presId="urn:microsoft.com/office/officeart/2005/8/layout/process1"/>
    <dgm:cxn modelId="{704AA0B0-0EBA-4199-843B-7357A594BE39}" srcId="{165AB167-C5F2-4B06-98B2-0C690836CB92}" destId="{9591F37E-12CA-42D6-A4F7-B4D581FBB5D1}" srcOrd="2" destOrd="0" parTransId="{3EB9097F-BBB2-4306-895E-E16C7A9FCEF9}" sibTransId="{0B620B68-784F-4A73-B2E5-133E9F824831}"/>
    <dgm:cxn modelId="{820DA0B5-EE74-4F0B-BDA6-D4A7157D346F}" type="presOf" srcId="{9591F37E-12CA-42D6-A4F7-B4D581FBB5D1}" destId="{384453D8-600E-4A39-9DEC-DAB537E5667B}" srcOrd="0" destOrd="0" presId="urn:microsoft.com/office/officeart/2005/8/layout/process1"/>
    <dgm:cxn modelId="{DEDC84B8-94FD-4585-AFE9-83C2E7E837A6}" srcId="{165AB167-C5F2-4B06-98B2-0C690836CB92}" destId="{7027F2C2-AEE3-41B4-8725-046FC24C1EF2}" srcOrd="1" destOrd="0" parTransId="{87368B0A-3CA2-4BE2-869B-EBFF9029E1EA}" sibTransId="{6D110883-3BAA-498D-833F-ADCFCAE10163}"/>
    <dgm:cxn modelId="{91A8EBCD-5FEE-445D-BA28-D1E934238608}" type="presOf" srcId="{BDB8574A-EB20-4CBF-A2CB-822783CC6FC0}" destId="{44A4F49B-0B09-4A8D-AA48-48B502AA87C6}" srcOrd="0" destOrd="0" presId="urn:microsoft.com/office/officeart/2005/8/layout/process1"/>
    <dgm:cxn modelId="{C7CB43E9-83C3-4C61-A6CE-630064F681FF}" type="presOf" srcId="{6D110883-3BAA-498D-833F-ADCFCAE10163}" destId="{C37F1163-3AF3-4B97-8B70-24AE87DEBD5F}" srcOrd="1" destOrd="0" presId="urn:microsoft.com/office/officeart/2005/8/layout/process1"/>
    <dgm:cxn modelId="{9978B8F5-E2F3-4668-ACC8-AC28A35836A4}" type="presOf" srcId="{6D110883-3BAA-498D-833F-ADCFCAE10163}" destId="{BC03A217-2A36-4F1E-A41D-5A8C72F9E858}" srcOrd="0" destOrd="0" presId="urn:microsoft.com/office/officeart/2005/8/layout/process1"/>
    <dgm:cxn modelId="{251B3D5C-B78A-4B9D-B9D9-390FEDFE2972}" type="presParOf" srcId="{A272EFE1-2756-4AF9-BB32-BE479D503D6D}" destId="{44A4F49B-0B09-4A8D-AA48-48B502AA87C6}" srcOrd="0" destOrd="0" presId="urn:microsoft.com/office/officeart/2005/8/layout/process1"/>
    <dgm:cxn modelId="{53236339-28A4-4AC8-B747-5BDCDFCE2DB0}" type="presParOf" srcId="{A272EFE1-2756-4AF9-BB32-BE479D503D6D}" destId="{C9E69455-77D6-4BD6-AC14-C1D1A836281F}" srcOrd="1" destOrd="0" presId="urn:microsoft.com/office/officeart/2005/8/layout/process1"/>
    <dgm:cxn modelId="{426B7DF6-1F54-482D-9BE3-83CAFFA81A95}" type="presParOf" srcId="{C9E69455-77D6-4BD6-AC14-C1D1A836281F}" destId="{7EFBE86A-4E48-4D55-9E44-2E77F9B884BE}" srcOrd="0" destOrd="0" presId="urn:microsoft.com/office/officeart/2005/8/layout/process1"/>
    <dgm:cxn modelId="{7DCB5E01-3B77-4CF9-9B93-5E808D86F267}" type="presParOf" srcId="{A272EFE1-2756-4AF9-BB32-BE479D503D6D}" destId="{95AF53A0-7079-4D35-B093-70A4818D75BD}" srcOrd="2" destOrd="0" presId="urn:microsoft.com/office/officeart/2005/8/layout/process1"/>
    <dgm:cxn modelId="{DF5CEF9F-CFDF-494D-9B5B-8F4E0173CB1C}" type="presParOf" srcId="{A272EFE1-2756-4AF9-BB32-BE479D503D6D}" destId="{BC03A217-2A36-4F1E-A41D-5A8C72F9E858}" srcOrd="3" destOrd="0" presId="urn:microsoft.com/office/officeart/2005/8/layout/process1"/>
    <dgm:cxn modelId="{2180B94A-C950-43C1-99D5-1AE2D8ABE5B9}" type="presParOf" srcId="{BC03A217-2A36-4F1E-A41D-5A8C72F9E858}" destId="{C37F1163-3AF3-4B97-8B70-24AE87DEBD5F}" srcOrd="0" destOrd="0" presId="urn:microsoft.com/office/officeart/2005/8/layout/process1"/>
    <dgm:cxn modelId="{C8F6F114-F041-431B-A596-A3480FA4F618}" type="presParOf" srcId="{A272EFE1-2756-4AF9-BB32-BE479D503D6D}" destId="{384453D8-600E-4A39-9DEC-DAB537E5667B}"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5EDA9-998D-4869-B237-6B6D0E109CAC}">
      <dsp:nvSpPr>
        <dsp:cNvPr id="0" name=""/>
        <dsp:cNvSpPr/>
      </dsp:nvSpPr>
      <dsp:spPr>
        <a:xfrm>
          <a:off x="0" y="2320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RQ1: How does combining static analysis and runtime traces improve accuracy and completeness of scenario-specific interaction model reconstruction? </a:t>
          </a:r>
          <a:endParaRPr lang="en-US" sz="2000" kern="1200" dirty="0"/>
        </a:p>
      </dsp:txBody>
      <dsp:txXfrm>
        <a:off x="55972" y="288017"/>
        <a:ext cx="6688547" cy="1034656"/>
      </dsp:txXfrm>
    </dsp:sp>
    <dsp:sp modelId="{E3DFA99D-7EEB-48D8-BFB9-31FDA3A57870}">
      <dsp:nvSpPr>
        <dsp:cNvPr id="0" name=""/>
        <dsp:cNvSpPr/>
      </dsp:nvSpPr>
      <dsp:spPr>
        <a:xfrm>
          <a:off x="0" y="14362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RQ2: </a:t>
          </a:r>
          <a:r>
            <a:rPr lang="en-GB" sz="2000" kern="1200"/>
            <a:t>How does guiding trace collection with the static call graph removes noise without losing scenario coverage</a:t>
          </a:r>
          <a:r>
            <a:rPr lang="en-IN" sz="2000" kern="1200"/>
            <a:t>?</a:t>
          </a:r>
          <a:endParaRPr lang="en-US" sz="2000" kern="1200"/>
        </a:p>
      </dsp:txBody>
      <dsp:txXfrm>
        <a:off x="55972" y="1492217"/>
        <a:ext cx="6688547" cy="1034656"/>
      </dsp:txXfrm>
    </dsp:sp>
    <dsp:sp modelId="{214E6DCC-4172-412A-A56E-989382293DD6}">
      <dsp:nvSpPr>
        <dsp:cNvPr id="0" name=""/>
        <dsp:cNvSpPr/>
      </dsp:nvSpPr>
      <dsp:spPr>
        <a:xfrm>
          <a:off x="0" y="26404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RQ3: </a:t>
          </a:r>
          <a:r>
            <a:rPr lang="en-GB" sz="2000" kern="1200"/>
            <a:t>How well does a reconstructed SysML v2 interaction diagram consolidate static and dynamic evidence into a single artifact sufficient for system behaviour comprehension</a:t>
          </a:r>
          <a:r>
            <a:rPr lang="en-IN" sz="2000" kern="1200"/>
            <a:t>?</a:t>
          </a:r>
          <a:endParaRPr lang="en-US" sz="2000" kern="1200"/>
        </a:p>
      </dsp:txBody>
      <dsp:txXfrm>
        <a:off x="55972" y="2696417"/>
        <a:ext cx="6688547" cy="1034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F8C7F-6CB2-404E-97FF-7B8F9DC44EE3}">
      <dsp:nvSpPr>
        <dsp:cNvPr id="0" name=""/>
        <dsp:cNvSpPr/>
      </dsp:nvSpPr>
      <dsp:spPr>
        <a:xfrm>
          <a:off x="0" y="0"/>
          <a:ext cx="3433313" cy="401909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noProof="0" dirty="0"/>
            <a:t>Hybrid Analysis - Interaction Diagram</a:t>
          </a:r>
        </a:p>
      </dsp:txBody>
      <dsp:txXfrm>
        <a:off x="0" y="0"/>
        <a:ext cx="3433313" cy="1205729"/>
      </dsp:txXfrm>
    </dsp:sp>
    <dsp:sp modelId="{E18736DA-694F-466D-B344-12FB14467A38}">
      <dsp:nvSpPr>
        <dsp:cNvPr id="0" name=""/>
        <dsp:cNvSpPr/>
      </dsp:nvSpPr>
      <dsp:spPr>
        <a:xfrm>
          <a:off x="343331" y="1206906"/>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Static Code Structure</a:t>
          </a:r>
        </a:p>
      </dsp:txBody>
      <dsp:txXfrm>
        <a:off x="378824" y="1242399"/>
        <a:ext cx="2675664" cy="1140826"/>
      </dsp:txXfrm>
    </dsp:sp>
    <dsp:sp modelId="{9A6884A8-4091-429F-9504-D196E5C98273}">
      <dsp:nvSpPr>
        <dsp:cNvPr id="0" name=""/>
        <dsp:cNvSpPr/>
      </dsp:nvSpPr>
      <dsp:spPr>
        <a:xfrm>
          <a:off x="343331" y="2605151"/>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Runtime Traces</a:t>
          </a:r>
        </a:p>
      </dsp:txBody>
      <dsp:txXfrm>
        <a:off x="378824" y="2640644"/>
        <a:ext cx="2675664" cy="11408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6520F-46AA-4630-9440-F84329110735}">
      <dsp:nvSpPr>
        <dsp:cNvPr id="0" name=""/>
        <dsp:cNvSpPr/>
      </dsp:nvSpPr>
      <dsp:spPr>
        <a:xfrm>
          <a:off x="3153488" y="1289570"/>
          <a:ext cx="3176387" cy="3244625"/>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GB" sz="3500" kern="1200" noProof="0" dirty="0"/>
            <a:t>Hybrid Analysis - Interaction Diagram</a:t>
          </a:r>
        </a:p>
      </dsp:txBody>
      <dsp:txXfrm>
        <a:off x="3618659" y="1764734"/>
        <a:ext cx="2246045" cy="2294297"/>
      </dsp:txXfrm>
    </dsp:sp>
    <dsp:sp modelId="{B8ACAC19-9BEB-4097-ADE6-D47CB3C1FDF8}">
      <dsp:nvSpPr>
        <dsp:cNvPr id="0" name=""/>
        <dsp:cNvSpPr/>
      </dsp:nvSpPr>
      <dsp:spPr>
        <a:xfrm rot="12900000">
          <a:off x="1551153"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76856CA-843E-4B14-9B79-40084004CF3F}">
      <dsp:nvSpPr>
        <dsp:cNvPr id="0" name=""/>
        <dsp:cNvSpPr/>
      </dsp:nvSpPr>
      <dsp:spPr>
        <a:xfrm>
          <a:off x="512552"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Static Code Structure</a:t>
          </a:r>
        </a:p>
      </dsp:txBody>
      <dsp:txXfrm>
        <a:off x="569548" y="-113761"/>
        <a:ext cx="2318491" cy="1831994"/>
      </dsp:txXfrm>
    </dsp:sp>
    <dsp:sp modelId="{76CBC3C4-A747-4381-B8A5-1715FFDFC7F8}">
      <dsp:nvSpPr>
        <dsp:cNvPr id="0" name=""/>
        <dsp:cNvSpPr/>
      </dsp:nvSpPr>
      <dsp:spPr>
        <a:xfrm rot="19500000">
          <a:off x="5967672"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259CC2E9-93BA-4ED4-A047-1AE3733F2CB5}">
      <dsp:nvSpPr>
        <dsp:cNvPr id="0" name=""/>
        <dsp:cNvSpPr/>
      </dsp:nvSpPr>
      <dsp:spPr>
        <a:xfrm>
          <a:off x="6538328"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Runtime Traces</a:t>
          </a:r>
        </a:p>
      </dsp:txBody>
      <dsp:txXfrm>
        <a:off x="6595324" y="-113761"/>
        <a:ext cx="2318491" cy="18319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4F49B-0B09-4A8D-AA48-48B502AA87C6}">
      <dsp:nvSpPr>
        <dsp:cNvPr id="0" name=""/>
        <dsp:cNvSpPr/>
      </dsp:nvSpPr>
      <dsp:spPr>
        <a:xfrm>
          <a:off x="950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sz="2500" kern="1200" noProof="0" dirty="0"/>
        </a:p>
      </dsp:txBody>
      <dsp:txXfrm>
        <a:off x="83410" y="73907"/>
        <a:ext cx="2692625" cy="2375556"/>
      </dsp:txXfrm>
    </dsp:sp>
    <dsp:sp modelId="{C9E69455-77D6-4BD6-AC14-C1D1A836281F}">
      <dsp:nvSpPr>
        <dsp:cNvPr id="0" name=""/>
        <dsp:cNvSpPr/>
      </dsp:nvSpPr>
      <dsp:spPr>
        <a:xfrm>
          <a:off x="3133986"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3133986" y="1050356"/>
        <a:ext cx="421521" cy="422656"/>
      </dsp:txXfrm>
    </dsp:sp>
    <dsp:sp modelId="{95AF53A0-7079-4D35-B093-70A4818D75BD}">
      <dsp:nvSpPr>
        <dsp:cNvPr id="0" name=""/>
        <dsp:cNvSpPr/>
      </dsp:nvSpPr>
      <dsp:spPr>
        <a:xfrm>
          <a:off x="3986118"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kern="1200" noProof="0" dirty="0"/>
        </a:p>
      </dsp:txBody>
      <dsp:txXfrm>
        <a:off x="4060025" y="73907"/>
        <a:ext cx="2692625" cy="2375556"/>
      </dsp:txXfrm>
    </dsp:sp>
    <dsp:sp modelId="{BC03A217-2A36-4F1E-A41D-5A8C72F9E858}">
      <dsp:nvSpPr>
        <dsp:cNvPr id="0" name=""/>
        <dsp:cNvSpPr/>
      </dsp:nvSpPr>
      <dsp:spPr>
        <a:xfrm>
          <a:off x="7110601"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7110601" y="1050356"/>
        <a:ext cx="421521" cy="422656"/>
      </dsp:txXfrm>
    </dsp:sp>
    <dsp:sp modelId="{384453D8-600E-4A39-9DEC-DAB537E5667B}">
      <dsp:nvSpPr>
        <dsp:cNvPr id="0" name=""/>
        <dsp:cNvSpPr/>
      </dsp:nvSpPr>
      <dsp:spPr>
        <a:xfrm>
          <a:off x="796273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kern="1200" noProof="0" dirty="0"/>
        </a:p>
      </dsp:txBody>
      <dsp:txXfrm>
        <a:off x="8036640" y="73907"/>
        <a:ext cx="2692625" cy="23755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t>7/18/2026</a:t>
            </a:fld>
            <a:endParaRPr lang="en-US" dirty="0"/>
          </a:p>
        </p:txBody>
      </p:sp>
      <p:sp>
        <p:nvSpPr>
          <p:cNvPr id="4" name="Footer Placeholder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t>‹#›</a:t>
            </a:fld>
            <a:endParaRPr lang="en-US" dirty="0"/>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t>7/18/2026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t>‹#›</a:t>
            </a:fld>
            <a:endParaRPr lang="en-US" dirty="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research is all about creating a tool that can create - </a:t>
            </a:r>
            <a:r>
              <a:rPr lang="en-US" b="1" dirty="0"/>
              <a:t>more complete and more accurate Interaction Diagrams in an EDS – by utilizing a hybrid static-trace analysis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key idea is </a:t>
            </a:r>
            <a:r>
              <a:rPr lang="en-US" b="1" dirty="0"/>
              <a:t>to improve scenario-specific understanding of system behavior as the runtime traces are incomplete.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work is supervised jointly by the university and TNO.</a:t>
            </a:r>
            <a:endParaRPr lang="en-IN" sz="1200" i="0" dirty="0"/>
          </a:p>
        </p:txBody>
      </p:sp>
      <p:sp>
        <p:nvSpPr>
          <p:cNvPr id="4" name="Slide Number Placeholder 3"/>
          <p:cNvSpPr>
            <a:spLocks noGrp="1"/>
          </p:cNvSpPr>
          <p:nvPr>
            <p:ph type="sldNum" sz="quarter" idx="5"/>
          </p:nvPr>
        </p:nvSpPr>
        <p:spPr/>
        <p:txBody>
          <a:bodyPr/>
          <a:lstStyle/>
          <a:p>
            <a:fld id="{8D18E0B9-48E4-499D-93B2-B07D00395BAC}" type="slidenum">
              <a:rPr lang="en-US" smtClean="0"/>
              <a:t>1</a:t>
            </a:fld>
            <a:endParaRPr lang="en-US" dirty="0"/>
          </a:p>
        </p:txBody>
      </p:sp>
    </p:spTree>
    <p:extLst>
      <p:ext uri="{BB962C8B-B14F-4D97-AF65-F5344CB8AC3E}">
        <p14:creationId xmlns:p14="http://schemas.microsoft.com/office/powerpoint/2010/main" val="678461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[0:30] Here's the roadmap. I'll start with the motivation and the concrete</a:t>
            </a:r>
          </a:p>
          <a:p>
            <a:r>
              <a:t>problem, state my three research questions, then walk through the approach —</a:t>
            </a:r>
          </a:p>
          <a:p>
            <a:r>
              <a:t>the pipeline and the shared property graph. After a quick look at the case</a:t>
            </a:r>
          </a:p>
          <a:p>
            <a:r>
              <a:t>study, CPSCore, I'll present the three experiments and their results, and close</a:t>
            </a:r>
          </a:p>
          <a:p>
            <a:r>
              <a:t>with contributions, limitations, and conclusions.</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Modern event-driven systems are highly concurrent and asynchronous, which makes understanding their behavior difficult.</a:t>
            </a:r>
          </a:p>
          <a:p>
            <a:r>
              <a:rPr lang="en-US" dirty="0"/>
              <a:t>Because of this massiveness - Runtime traces are often </a:t>
            </a:r>
            <a:r>
              <a:rPr lang="en-US" b="1" dirty="0"/>
              <a:t>incomplete or noisy</a:t>
            </a:r>
            <a:endParaRPr lang="en-US" dirty="0"/>
          </a:p>
          <a:p>
            <a:r>
              <a:rPr lang="en-US" dirty="0"/>
              <a:t>Instrumentation is limited (performance, access, cost)</a:t>
            </a:r>
          </a:p>
          <a:p>
            <a:endParaRPr lang="en-US" dirty="0"/>
          </a:p>
          <a:p>
            <a:r>
              <a:rPr lang="en-US" dirty="0"/>
              <a:t>Static - Produces interactions that </a:t>
            </a:r>
            <a:r>
              <a:rPr lang="en-US" i="1" dirty="0"/>
              <a:t>may never happen</a:t>
            </a:r>
            <a:endParaRPr lang="en-US" dirty="0"/>
          </a:p>
          <a:p>
            <a:endParaRPr lang="en-US" dirty="0"/>
          </a:p>
          <a:p>
            <a:r>
              <a:rPr lang="en-US" b="1" dirty="0"/>
              <a:t>Goal is to understand the system behavior accurately under certain scenarios </a:t>
            </a:r>
            <a:r>
              <a:rPr lang="en-US" dirty="0"/>
              <a:t>– to then be </a:t>
            </a:r>
            <a:r>
              <a:rPr lang="en-US" b="1" dirty="0"/>
              <a:t>able to take architectural calls / refactoring decisions / fix the bugs, etc.</a:t>
            </a:r>
          </a:p>
          <a:p>
            <a:r>
              <a:rPr lang="en-US" dirty="0"/>
              <a:t>Because these </a:t>
            </a:r>
            <a:r>
              <a:rPr lang="en-US" b="1" dirty="0"/>
              <a:t>mission critical systems require proper understanding of the nuances of things </a:t>
            </a:r>
            <a:r>
              <a:rPr lang="en-US" dirty="0"/>
              <a:t>– like what all components are interacting</a:t>
            </a:r>
          </a:p>
          <a:p>
            <a:r>
              <a:rPr lang="en-US" dirty="0"/>
              <a:t>With each other and what orchestration is happening under the hood – then be able to isolate those part of the code and refactor it / add more tests and increase its long-term maintainability</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a:t>
            </a:fld>
            <a:endParaRPr lang="en-US" dirty="0"/>
          </a:p>
        </p:txBody>
      </p:sp>
    </p:spTree>
    <p:extLst>
      <p:ext uri="{BB962C8B-B14F-4D97-AF65-F5344CB8AC3E}">
        <p14:creationId xmlns:p14="http://schemas.microsoft.com/office/powerpoint/2010/main" val="612370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Traces are often instrumentation-limited (logs, </a:t>
            </a:r>
            <a:r>
              <a:rPr lang="en-IN" dirty="0"/>
              <a:t>performance constraints) </a:t>
            </a:r>
            <a:r>
              <a:rPr lang="en-US" dirty="0"/>
              <a:t>overheads, access constraints, and cost.</a:t>
            </a:r>
          </a:p>
          <a:p>
            <a:br>
              <a:rPr lang="en-US" dirty="0"/>
            </a:br>
            <a:r>
              <a:rPr lang="en-US" dirty="0"/>
              <a:t>Static code analysis shows all the possible behaviors possible, but often lacks information about execution order and runtime conditions.</a:t>
            </a:r>
          </a:p>
          <a:p>
            <a:endParaRPr lang="en-US" dirty="0"/>
          </a:p>
          <a:p>
            <a:r>
              <a:rPr lang="en-US" dirty="0"/>
              <a:t>Hybrid approach is what we are going to perform – previously there has been some work done – but their goals and objectives have been different. Some used it to reduce logging and runtime  instrumentation, other used it understand if they had control-flow loops in the execution path - such as repeated method invocations</a:t>
            </a:r>
          </a:p>
          <a:p>
            <a:endParaRPr lang="en-US" dirty="0"/>
          </a:p>
          <a:p>
            <a:r>
              <a:rPr lang="en-US" dirty="0"/>
              <a:t>Existing work either relies on traces, static structure, or uses hybrid analysis for other goals. </a:t>
            </a:r>
          </a:p>
          <a:p>
            <a:r>
              <a:rPr lang="en-US" dirty="0"/>
              <a:t>None focus on synthesizing interaction diagrams for a specific scenario when traces are incomplete.</a:t>
            </a:r>
          </a:p>
          <a:p>
            <a:endParaRPr lang="en-US" dirty="0"/>
          </a:p>
          <a:p>
            <a:r>
              <a:rPr lang="en-US" dirty="0"/>
              <a:t>Goal is to create a more richer, more accurate and more complete interaction diagrams – which can assist the engineers in taking architectural decisions </a:t>
            </a:r>
          </a:p>
          <a:p>
            <a:endParaRPr lang="en-US" dirty="0"/>
          </a:p>
          <a:p>
            <a:r>
              <a:rPr lang="en-US" dirty="0"/>
              <a:t>In contrast, this thesis assumes that runtime traces are incomplete and uses static call graphs to not only enrich observed behavior, but to infer unobserved interactions within a bounded scenario.</a:t>
            </a:r>
          </a:p>
        </p:txBody>
      </p:sp>
      <p:sp>
        <p:nvSpPr>
          <p:cNvPr id="4" name="Slide Number Placeholder 3"/>
          <p:cNvSpPr>
            <a:spLocks noGrp="1"/>
          </p:cNvSpPr>
          <p:nvPr>
            <p:ph type="sldNum" sz="quarter" idx="5"/>
          </p:nvPr>
        </p:nvSpPr>
        <p:spPr/>
        <p:txBody>
          <a:bodyPr/>
          <a:lstStyle/>
          <a:p>
            <a:fld id="{8D18E0B9-48E4-499D-93B2-B07D00395BAC}" type="slidenum">
              <a:rPr lang="en-US" smtClean="0"/>
              <a:t>4</a:t>
            </a:fld>
            <a:endParaRPr lang="en-US" dirty="0"/>
          </a:p>
        </p:txBody>
      </p:sp>
    </p:spTree>
    <p:extLst>
      <p:ext uri="{BB962C8B-B14F-4D97-AF65-F5344CB8AC3E}">
        <p14:creationId xmlns:p14="http://schemas.microsoft.com/office/powerpoint/2010/main" val="585805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A9492-C4CE-CE71-17EE-ADF0DDCCE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F3878B-6DB2-7C3C-FFF0-C353A43F463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7AE4DD0-F4B6-933A-867F-E84761704702}"/>
              </a:ext>
            </a:extLst>
          </p:cNvPr>
          <p:cNvSpPr>
            <a:spLocks noGrp="1"/>
          </p:cNvSpPr>
          <p:nvPr>
            <p:ph type="body" idx="1"/>
          </p:nvPr>
        </p:nvSpPr>
        <p:spPr/>
        <p:txBody>
          <a:bodyPr/>
          <a:lstStyle/>
          <a:p>
            <a:r>
              <a:rPr lang="en-US" b="1" dirty="0"/>
              <a:t>Scenario Definition</a:t>
            </a:r>
          </a:p>
          <a:p>
            <a:r>
              <a:rPr lang="en-US" dirty="0"/>
              <a:t>“We start by clearly defining a single functionality or algorithm as the scenario of interest. </a:t>
            </a:r>
            <a:r>
              <a:rPr lang="en-US" b="1" dirty="0"/>
              <a:t>This keeps the scope focused and narrow </a:t>
            </a:r>
            <a:r>
              <a:rPr lang="en-US" dirty="0"/>
              <a:t>and avoids over-generalizing the system’s behavior.”</a:t>
            </a:r>
          </a:p>
          <a:p>
            <a:r>
              <a:rPr lang="en-US" b="1" dirty="0"/>
              <a:t>Static Analysis</a:t>
            </a:r>
          </a:p>
          <a:p>
            <a:r>
              <a:rPr lang="en-US" dirty="0"/>
              <a:t>“We then apply </a:t>
            </a:r>
            <a:r>
              <a:rPr lang="en-US" b="1" dirty="0"/>
              <a:t>dependency-based slicing on the code to retain only scenario-relevant components.</a:t>
            </a:r>
            <a:r>
              <a:rPr lang="en-US" dirty="0"/>
              <a:t> This prunes irrelevant code paths and constrains </a:t>
            </a:r>
            <a:r>
              <a:rPr lang="en-US" b="1" dirty="0"/>
              <a:t>what interactions are theoretically possible.”</a:t>
            </a:r>
          </a:p>
          <a:p>
            <a:r>
              <a:rPr lang="en-US" b="1" dirty="0"/>
              <a:t>Runtime Trace Collection</a:t>
            </a:r>
          </a:p>
          <a:p>
            <a:r>
              <a:rPr lang="en-US" dirty="0"/>
              <a:t>“Next</a:t>
            </a:r>
            <a:r>
              <a:rPr lang="en-US" b="1" dirty="0"/>
              <a:t>, we collect timestamped runtime events corresponding to the scenario execution. </a:t>
            </a:r>
            <a:r>
              <a:rPr lang="en-US" dirty="0"/>
              <a:t>Although these traces may be incomplete, they </a:t>
            </a:r>
            <a:r>
              <a:rPr lang="en-US" b="1" dirty="0"/>
              <a:t>still provide concrete evidence and the order of execution information</a:t>
            </a:r>
            <a:r>
              <a:rPr lang="en-US" dirty="0"/>
              <a:t>.”</a:t>
            </a:r>
          </a:p>
          <a:p>
            <a:r>
              <a:rPr lang="en-US" b="1" dirty="0"/>
              <a:t>Hybrid Reconstruction</a:t>
            </a:r>
          </a:p>
          <a:p>
            <a:r>
              <a:rPr lang="en-US" dirty="0"/>
              <a:t>“</a:t>
            </a:r>
            <a:r>
              <a:rPr lang="en-US" b="1" dirty="0"/>
              <a:t>Static and dynamic information are then aligned through trace-to-code mapping</a:t>
            </a:r>
            <a:r>
              <a:rPr lang="en-US" dirty="0"/>
              <a:t>. Static reachability analysis is used to infer missing interactions, but only when they are consistent with both code structure and observed traces.”</a:t>
            </a:r>
          </a:p>
          <a:p>
            <a:r>
              <a:rPr lang="en-US" b="1" dirty="0" err="1"/>
              <a:t>SysML</a:t>
            </a:r>
            <a:r>
              <a:rPr lang="en-US" b="1" dirty="0"/>
              <a:t> v2 Interaction Diagram</a:t>
            </a:r>
          </a:p>
          <a:p>
            <a:r>
              <a:rPr lang="en-US" dirty="0"/>
              <a:t>“Finally, </a:t>
            </a:r>
            <a:r>
              <a:rPr lang="en-US" b="1" dirty="0"/>
              <a:t>the reconstructed interactions are exported as </a:t>
            </a:r>
            <a:r>
              <a:rPr lang="en-US" b="1" dirty="0" err="1"/>
              <a:t>SysML</a:t>
            </a:r>
            <a:r>
              <a:rPr lang="en-US" b="1" dirty="0"/>
              <a:t> v2 interaction diagrams</a:t>
            </a:r>
            <a:r>
              <a:rPr lang="en-US" dirty="0"/>
              <a:t>. These diagrams are scenario-specific, human-readable, and suitable for engineers and stakeholders.”</a:t>
            </a:r>
          </a:p>
          <a:p>
            <a:endParaRPr lang="en-US" dirty="0"/>
          </a:p>
          <a:p>
            <a:r>
              <a:rPr lang="en-IN" b="1" dirty="0" err="1"/>
              <a:t>SysML</a:t>
            </a:r>
            <a:r>
              <a:rPr lang="en-IN" b="1" dirty="0"/>
              <a:t> v2 (Systems </a:t>
            </a:r>
            <a:r>
              <a:rPr lang="en-IN" b="1" dirty="0" err="1"/>
              <a:t>Modeling</a:t>
            </a:r>
            <a:r>
              <a:rPr lang="en-IN" b="1" dirty="0"/>
              <a:t> Language v2)</a:t>
            </a:r>
            <a:r>
              <a:rPr lang="en-IN" dirty="0"/>
              <a:t> is a next-gen textual </a:t>
            </a:r>
            <a:r>
              <a:rPr lang="en-IN" b="1" dirty="0"/>
              <a:t>modern, formal systems </a:t>
            </a:r>
            <a:r>
              <a:rPr lang="en-IN" b="1" dirty="0" err="1"/>
              <a:t>modeling</a:t>
            </a:r>
            <a:r>
              <a:rPr lang="en-IN" b="1" dirty="0"/>
              <a:t> language</a:t>
            </a:r>
            <a:r>
              <a:rPr lang="en-IN" dirty="0"/>
              <a:t> – which has its own textual syntax </a:t>
            </a:r>
            <a:r>
              <a:rPr lang="en-IN"/>
              <a:t>and formal </a:t>
            </a:r>
            <a:r>
              <a:rPr lang="en-IN" dirty="0"/>
              <a:t>semantics</a:t>
            </a:r>
            <a:endParaRPr lang="en-US" dirty="0"/>
          </a:p>
          <a:p>
            <a:r>
              <a:rPr lang="en-US" dirty="0" err="1"/>
              <a:t>SysML</a:t>
            </a:r>
            <a:r>
              <a:rPr lang="en-US" dirty="0"/>
              <a:t> v2 provides formal semantics and a textual representation, making it suitable for automated generation and analysis. In this work, </a:t>
            </a:r>
            <a:r>
              <a:rPr lang="en-US" dirty="0" err="1"/>
              <a:t>SysML</a:t>
            </a:r>
            <a:r>
              <a:rPr lang="en-US" dirty="0"/>
              <a:t> v2 is used as the output representation to express reconstructed, scenario-specific interactions inferred from static code and runtime traces.</a:t>
            </a:r>
          </a:p>
        </p:txBody>
      </p:sp>
      <p:sp>
        <p:nvSpPr>
          <p:cNvPr id="4" name="Slide Number Placeholder 3">
            <a:extLst>
              <a:ext uri="{FF2B5EF4-FFF2-40B4-BE49-F238E27FC236}">
                <a16:creationId xmlns:a16="http://schemas.microsoft.com/office/drawing/2014/main" id="{B2729754-139F-EF6B-C9A8-454067F23C0F}"/>
              </a:ext>
            </a:extLst>
          </p:cNvPr>
          <p:cNvSpPr>
            <a:spLocks noGrp="1"/>
          </p:cNvSpPr>
          <p:nvPr>
            <p:ph type="sldNum" sz="quarter" idx="5"/>
          </p:nvPr>
        </p:nvSpPr>
        <p:spPr/>
        <p:txBody>
          <a:bodyPr/>
          <a:lstStyle/>
          <a:p>
            <a:fld id="{8D18E0B9-48E4-499D-93B2-B07D00395BAC}" type="slidenum">
              <a:rPr lang="en-US" smtClean="0"/>
              <a:t>6</a:t>
            </a:fld>
            <a:endParaRPr lang="en-US" dirty="0"/>
          </a:p>
        </p:txBody>
      </p:sp>
    </p:spTree>
    <p:extLst>
      <p:ext uri="{BB962C8B-B14F-4D97-AF65-F5344CB8AC3E}">
        <p14:creationId xmlns:p14="http://schemas.microsoft.com/office/powerpoint/2010/main" val="3701636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IN" dirty="0"/>
              <a:t>BDD – Block Definition Diagram - </a:t>
            </a:r>
            <a:r>
              <a:rPr lang="en-US" dirty="0"/>
              <a:t>Components (Blocks) Dependencies Associations Hierarchical relationships Composition relationships</a:t>
            </a:r>
            <a:endParaRPr lang="en-IN" dirty="0"/>
          </a:p>
          <a:p>
            <a:r>
              <a:rPr lang="en-IN" dirty="0"/>
              <a:t>IBD – Internal Block Diagram - Parts (instances of blocks) Ports Connectors Internal communication paths</a:t>
            </a:r>
          </a:p>
          <a:p>
            <a:endParaRPr lang="en-IN" dirty="0"/>
          </a:p>
          <a:p>
            <a:r>
              <a:rPr lang="en-IN" dirty="0"/>
              <a:t>IBD – to understand How these components communicate. BDD - These components exist.</a:t>
            </a:r>
          </a:p>
          <a:p>
            <a:r>
              <a:rPr lang="en-US" b="0" dirty="0"/>
              <a:t>Sequence Diagram </a:t>
            </a:r>
            <a:r>
              <a:rPr lang="en-US" b="1" dirty="0"/>
              <a:t>- </a:t>
            </a:r>
            <a:r>
              <a:rPr lang="en-US" dirty="0"/>
              <a:t>What happens during execution and in what order?</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7</a:t>
            </a:fld>
            <a:endParaRPr lang="en-US" dirty="0"/>
          </a:p>
        </p:txBody>
      </p:sp>
    </p:spTree>
    <p:extLst>
      <p:ext uri="{BB962C8B-B14F-4D97-AF65-F5344CB8AC3E}">
        <p14:creationId xmlns:p14="http://schemas.microsoft.com/office/powerpoint/2010/main" val="1775579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True Positive: a triple the reference expects </a:t>
            </a:r>
            <a:r>
              <a:rPr lang="en-GB" sz="1200" b="0" i="1" kern="1200" dirty="0">
                <a:solidFill>
                  <a:schemeClr val="tx1"/>
                </a:solidFill>
                <a:effectLst/>
                <a:latin typeface="+mn-lt"/>
                <a:ea typeface="+mn-ea"/>
                <a:cs typeface="+mn-cs"/>
              </a:rPr>
              <a:t>and</a:t>
            </a:r>
            <a:r>
              <a:rPr lang="en-GB" sz="1200" b="0" i="0" kern="1200" dirty="0">
                <a:solidFill>
                  <a:schemeClr val="tx1"/>
                </a:solidFill>
                <a:effectLst/>
                <a:latin typeface="+mn-lt"/>
                <a:ea typeface="+mn-ea"/>
                <a:cs typeface="+mn-cs"/>
              </a:rPr>
              <a:t> the generated file has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Positive: a triple the generated file has that isn't in the reference — an invented edge (GEN − REF)</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Negative: a triple the reference expects that the generated file is missing (REF − GEN)</a:t>
            </a:r>
          </a:p>
          <a:p>
            <a:endParaRPr lang="en-GB" dirty="0"/>
          </a:p>
          <a:p>
            <a:r>
              <a:rPr lang="en-GB" sz="1200" b="0" i="0" kern="1200" dirty="0">
                <a:solidFill>
                  <a:schemeClr val="tx1"/>
                </a:solidFill>
                <a:effectLst/>
                <a:latin typeface="+mn-lt"/>
                <a:ea typeface="+mn-ea"/>
                <a:cs typeface="+mn-cs"/>
              </a:rPr>
              <a:t>Precision asks "of what I generated, how much was right"; recall asks "of what should be there, how much did I find"</a:t>
            </a:r>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11</a:t>
            </a:fld>
            <a:endParaRPr lang="en-US" dirty="0"/>
          </a:p>
        </p:txBody>
      </p:sp>
    </p:spTree>
    <p:extLst>
      <p:ext uri="{BB962C8B-B14F-4D97-AF65-F5344CB8AC3E}">
        <p14:creationId xmlns:p14="http://schemas.microsoft.com/office/powerpoint/2010/main" val="897499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r>
              <a:rPr lang="en-IN" dirty="0"/>
              <a:t> IBD – to understand How these components communicate. BDD - These components exist.</a:t>
            </a:r>
          </a:p>
        </p:txBody>
      </p:sp>
      <p:sp>
        <p:nvSpPr>
          <p:cNvPr id="4" name="Slide Number Placeholder 3"/>
          <p:cNvSpPr>
            <a:spLocks noGrp="1"/>
          </p:cNvSpPr>
          <p:nvPr>
            <p:ph type="sldNum" sz="quarter" idx="5"/>
          </p:nvPr>
        </p:nvSpPr>
        <p:spPr/>
        <p:txBody>
          <a:bodyPr/>
          <a:lstStyle/>
          <a:p>
            <a:fld id="{8D18E0B9-48E4-499D-93B2-B07D00395BAC}" type="slidenum">
              <a:rPr lang="en-US" smtClean="0"/>
              <a:t>26</a:t>
            </a:fld>
            <a:endParaRPr lang="en-US" dirty="0"/>
          </a:p>
        </p:txBody>
      </p:sp>
    </p:spTree>
    <p:extLst>
      <p:ext uri="{BB962C8B-B14F-4D97-AF65-F5344CB8AC3E}">
        <p14:creationId xmlns:p14="http://schemas.microsoft.com/office/powerpoint/2010/main" val="2664784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28</a:t>
            </a:fld>
            <a:endParaRPr lang="en-US" dirty="0"/>
          </a:p>
        </p:txBody>
      </p:sp>
    </p:spTree>
    <p:extLst>
      <p:ext uri="{BB962C8B-B14F-4D97-AF65-F5344CB8AC3E}">
        <p14:creationId xmlns:p14="http://schemas.microsoft.com/office/powerpoint/2010/main" val="98025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31</a:t>
            </a:fld>
            <a:endParaRPr lang="en-US" dirty="0"/>
          </a:p>
        </p:txBody>
      </p:sp>
    </p:spTree>
    <p:extLst>
      <p:ext uri="{BB962C8B-B14F-4D97-AF65-F5344CB8AC3E}">
        <p14:creationId xmlns:p14="http://schemas.microsoft.com/office/powerpoint/2010/main" val="218129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goal is to combine static code structure and incomplete runtime traces to synthesize a scenario-specific interaction diagram in </a:t>
            </a:r>
            <a:r>
              <a:rPr lang="en-US" dirty="0" err="1"/>
              <a:t>SysML</a:t>
            </a:r>
            <a:r>
              <a:rPr lang="en-US" dirty="0"/>
              <a:t> v2</a:t>
            </a:r>
          </a:p>
          <a:p>
            <a:endParaRPr lang="en-US" dirty="0"/>
          </a:p>
          <a:p>
            <a:r>
              <a:rPr lang="en-US" dirty="0"/>
              <a:t>How can we filter both code and traces so we only focus on behavior relevant to a given scenario?</a:t>
            </a:r>
          </a:p>
          <a:p>
            <a:r>
              <a:rPr lang="en-US" dirty="0"/>
              <a:t>What kind of graph can meaningfully combine static call relationships with timestamped runtime events?</a:t>
            </a:r>
          </a:p>
          <a:p>
            <a:r>
              <a:rPr lang="en-US" dirty="0"/>
              <a:t>Does combining both actually improve completeness and accuracy compared to static-only or trace-only approaches?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Static and dynamic information are then aligned through </a:t>
            </a:r>
            <a:r>
              <a:rPr lang="en-US" b="1" dirty="0"/>
              <a:t>trace-to-code mapping</a:t>
            </a:r>
            <a:r>
              <a:rPr lang="en-US" dirty="0"/>
              <a:t>. </a:t>
            </a:r>
          </a:p>
          <a:p>
            <a:endParaRPr lang="en-IN" dirty="0"/>
          </a:p>
          <a:p>
            <a:r>
              <a:rPr lang="en-US" dirty="0"/>
              <a:t>who talks to whom, in what order, under which conditions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32</a:t>
            </a:fld>
            <a:endParaRPr lang="en-US" dirty="0"/>
          </a:p>
        </p:txBody>
      </p:sp>
    </p:spTree>
    <p:extLst>
      <p:ext uri="{BB962C8B-B14F-4D97-AF65-F5344CB8AC3E}">
        <p14:creationId xmlns:p14="http://schemas.microsoft.com/office/powerpoint/2010/main" val="2043992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[2:00] The systems I care about are long-lived and safety-critical — think</a:t>
            </a:r>
          </a:p>
          <a:p>
            <a:r>
              <a:t>medical imaging or industrial automation. Their behaviour is supposed to be</a:t>
            </a:r>
          </a:p>
          <a:p>
            <a:r>
              <a:t>captured in interaction models, i.e. sequence diagrams. But in practice those</a:t>
            </a:r>
          </a:p>
          <a:p>
            <a:r>
              <a:t>diagrams drift out of sync as the code evolves, so engineers end up</a:t>
            </a:r>
          </a:p>
          <a:p>
            <a:r>
              <a:t>reconstructing behaviour by hand — slow and expertise-dependent. Event-driven</a:t>
            </a:r>
          </a:p>
          <a:p>
            <a:r>
              <a:t>systems make it harder because async callbacks and pub/sub hide who talks to</a:t>
            </a:r>
          </a:p>
          <a:p>
            <a:r>
              <a:t>whom.</a:t>
            </a:r>
          </a:p>
          <a:p>
            <a:r>
              <a:t>On the right is a real, previously-resolved defect that motivated the work: a</a:t>
            </a:r>
          </a:p>
          <a:p>
            <a:r>
              <a:t>stale proxy was never freed because a reset call was missing, and after a</a:t>
            </a:r>
          </a:p>
          <a:p>
            <a:r>
              <a:t>restart the system silently stopped delivering notifications. It was only</a:t>
            </a:r>
          </a:p>
          <a:p>
            <a:r>
              <a:t>visible by tracing an implicit event chain that no diagram showed — exactly the</a:t>
            </a:r>
          </a:p>
          <a:p>
            <a:r>
              <a:t>kind of model this thesis reconstructs automatically.</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We compare trace-only diagrams with hybrid diagrams to show improvements in completeness and clarity.</a:t>
            </a:r>
          </a:p>
          <a:p>
            <a:endParaRPr lang="en-US" dirty="0"/>
          </a:p>
          <a:p>
            <a:r>
              <a:rPr lang="en-US" dirty="0"/>
              <a:t>The evaluation focuses on qualitative completeness and structural accuracy metrics rather than raw performance.</a:t>
            </a:r>
          </a:p>
          <a:p>
            <a:endParaRPr lang="en-US" dirty="0"/>
          </a:p>
          <a:p>
            <a:r>
              <a:rPr lang="en-US" dirty="0"/>
              <a:t>We compare interaction diagrams generated using trace-only, static-only, and hybrid approaches. The expectation is that the hybrid method produces more complete flows without introducing excessive over-approximation. The outcome includes a working prototype and comparative evaluation results.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Goal is to create a more richer, more accurate and more complete interaction diagrams </a:t>
            </a:r>
            <a:r>
              <a:rPr lang="en-US" dirty="0"/>
              <a:t>– which can assist the engineers in taking architectural decisions </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38</a:t>
            </a:fld>
            <a:endParaRPr lang="en-US" dirty="0"/>
          </a:p>
        </p:txBody>
      </p:sp>
    </p:spTree>
    <p:extLst>
      <p:ext uri="{BB962C8B-B14F-4D97-AF65-F5344CB8AC3E}">
        <p14:creationId xmlns:p14="http://schemas.microsoft.com/office/powerpoint/2010/main" val="3786530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015DB-4223-6413-6CCE-02D6E2D03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47051-55F6-D765-6287-FB7453E142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0D6548-8D09-CCB0-A1E1-7AC6637A38F0}"/>
              </a:ext>
            </a:extLst>
          </p:cNvPr>
          <p:cNvSpPr>
            <a:spLocks noGrp="1"/>
          </p:cNvSpPr>
          <p:nvPr>
            <p:ph type="body" idx="1"/>
          </p:nvPr>
        </p:nvSpPr>
        <p:spPr/>
        <p:txBody>
          <a:bodyPr/>
          <a:lstStyle/>
          <a:p>
            <a:r>
              <a:rPr lang="en-US" dirty="0"/>
              <a:t>The scope is intentionally limited to one scenario to ensure feasibility within the 22-week timeline. </a:t>
            </a:r>
          </a:p>
          <a:p>
            <a:r>
              <a:rPr lang="en-US" dirty="0"/>
              <a:t>✓ Single scenario ✓ Single industrial system ✓ Proof-of-concept focus</a:t>
            </a:r>
          </a:p>
          <a:p>
            <a:endParaRPr lang="en-US" dirty="0"/>
          </a:p>
          <a:p>
            <a:r>
              <a:rPr lang="en-US" dirty="0"/>
              <a:t>Point out it’s </a:t>
            </a:r>
            <a:r>
              <a:rPr lang="en-US" b="1" dirty="0"/>
              <a:t>incremental</a:t>
            </a:r>
            <a:endParaRPr lang="en-US" dirty="0"/>
          </a:p>
          <a:p>
            <a:r>
              <a:rPr lang="en-US" dirty="0"/>
              <a:t>Early risk is handled early (literature + static analysis)</a:t>
            </a:r>
          </a:p>
          <a:p>
            <a:r>
              <a:rPr lang="en-US" dirty="0"/>
              <a:t>Buffer included → realistic planning</a:t>
            </a:r>
          </a:p>
          <a:p>
            <a:r>
              <a:rPr lang="en-US" dirty="0"/>
              <a:t>Optional reassurance:</a:t>
            </a:r>
          </a:p>
          <a:p>
            <a:r>
              <a:rPr lang="en-US" b="1" dirty="0"/>
              <a:t>“Each phase produces intermediate artifacts, reducing project risk.”</a:t>
            </a:r>
          </a:p>
          <a:p>
            <a:endParaRPr lang="en-US" dirty="0"/>
          </a:p>
        </p:txBody>
      </p:sp>
      <p:sp>
        <p:nvSpPr>
          <p:cNvPr id="4" name="Slide Number Placeholder 3">
            <a:extLst>
              <a:ext uri="{FF2B5EF4-FFF2-40B4-BE49-F238E27FC236}">
                <a16:creationId xmlns:a16="http://schemas.microsoft.com/office/drawing/2014/main" id="{8C2BEA63-8E9D-D6A0-3669-015CF0F58824}"/>
              </a:ext>
            </a:extLst>
          </p:cNvPr>
          <p:cNvSpPr>
            <a:spLocks noGrp="1"/>
          </p:cNvSpPr>
          <p:nvPr>
            <p:ph type="sldNum" sz="quarter" idx="5"/>
          </p:nvPr>
        </p:nvSpPr>
        <p:spPr/>
        <p:txBody>
          <a:bodyPr/>
          <a:lstStyle/>
          <a:p>
            <a:fld id="{8D18E0B9-48E4-499D-93B2-B07D00395BAC}" type="slidenum">
              <a:rPr lang="en-US" smtClean="0"/>
              <a:t>39</a:t>
            </a:fld>
            <a:endParaRPr lang="en-US" dirty="0"/>
          </a:p>
        </p:txBody>
      </p:sp>
    </p:spTree>
    <p:extLst>
      <p:ext uri="{BB962C8B-B14F-4D97-AF65-F5344CB8AC3E}">
        <p14:creationId xmlns:p14="http://schemas.microsoft.com/office/powerpoint/2010/main" val="3131678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CA39D92-9919-A80E-44FF-6B912E850733}"/>
              </a:ext>
            </a:extLst>
          </p:cNvPr>
          <p:cNvSpPr>
            <a:spLocks noGrp="1"/>
          </p:cNvSpPr>
          <p:nvPr>
            <p:ph type="pic" sz="quarter" idx="10" hasCustomPrompt="1"/>
          </p:nvPr>
        </p:nvSpPr>
        <p:spPr>
          <a:xfrm>
            <a:off x="458788" y="457200"/>
            <a:ext cx="11274425" cy="5943600"/>
          </a:xfrm>
        </p:spPr>
        <p:txBody>
          <a:bodyPr>
            <a:normAutofit/>
          </a:bodyPr>
          <a:lstStyle>
            <a:lvl1pPr marL="0" indent="0">
              <a:buNone/>
              <a:defRPr sz="2000"/>
            </a:lvl1pPr>
          </a:lstStyle>
          <a:p>
            <a:r>
              <a:rPr lang="en-US" dirty="0"/>
              <a:t>Click icon to insert picture</a:t>
            </a:r>
          </a:p>
        </p:txBody>
      </p:sp>
      <p:sp>
        <p:nvSpPr>
          <p:cNvPr id="6" name="Title 5">
            <a:extLst>
              <a:ext uri="{FF2B5EF4-FFF2-40B4-BE49-F238E27FC236}">
                <a16:creationId xmlns:a16="http://schemas.microsoft.com/office/drawing/2014/main" id="{B62FF34D-C8F8-1796-647D-D17056A27E11}"/>
              </a:ext>
            </a:extLst>
          </p:cNvPr>
          <p:cNvSpPr>
            <a:spLocks noGrp="1"/>
          </p:cNvSpPr>
          <p:nvPr>
            <p:ph type="title" hasCustomPrompt="1"/>
          </p:nvPr>
        </p:nvSpPr>
        <p:spPr>
          <a:xfrm>
            <a:off x="6581955" y="612475"/>
            <a:ext cx="4701904" cy="3079029"/>
          </a:xfrm>
        </p:spPr>
        <p:txBody>
          <a:bodyPr anchor="b">
            <a:normAutofit/>
          </a:bodyPr>
          <a:lstStyle>
            <a:lvl1pPr algn="r">
              <a:defRPr sz="4800">
                <a:solidFill>
                  <a:schemeClr val="tx1"/>
                </a:solidFill>
              </a:defRPr>
            </a:lvl1pPr>
          </a:lstStyle>
          <a:p>
            <a:r>
              <a:rPr lang="en-US" dirty="0"/>
              <a:t>Click to add title</a:t>
            </a:r>
          </a:p>
        </p:txBody>
      </p:sp>
    </p:spTree>
    <p:extLst>
      <p:ext uri="{BB962C8B-B14F-4D97-AF65-F5344CB8AC3E}">
        <p14:creationId xmlns:p14="http://schemas.microsoft.com/office/powerpoint/2010/main" val="9076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229E2-8757-94D8-A1B6-702189DCCBF2}"/>
              </a:ext>
              <a:ext uri="{C183D7F6-B498-43B3-948B-1728B52AA6E4}">
                <adec:decorative xmlns:adec="http://schemas.microsoft.com/office/drawing/2017/decorative" val="1"/>
              </a:ext>
            </a:extLst>
          </p:cNvPr>
          <p:cNvSpPr/>
          <p:nvPr userDrawn="1"/>
        </p:nvSpPr>
        <p:spPr>
          <a:xfrm>
            <a:off x="6096000" y="3249"/>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A77143C8-CDFF-B937-C00C-5E7B5093991E}"/>
              </a:ext>
            </a:extLst>
          </p:cNvPr>
          <p:cNvSpPr>
            <a:spLocks noGrp="1"/>
          </p:cNvSpPr>
          <p:nvPr>
            <p:ph type="title" hasCustomPrompt="1"/>
          </p:nvPr>
        </p:nvSpPr>
        <p:spPr>
          <a:xfrm>
            <a:off x="914400" y="883920"/>
            <a:ext cx="4114800" cy="5059680"/>
          </a:xfrm>
        </p:spPr>
        <p:txBody>
          <a:bodyPr>
            <a:normAutofit/>
          </a:bodyPr>
          <a:lstStyle>
            <a:lvl1pPr>
              <a:defRPr sz="3600">
                <a:solidFill>
                  <a:schemeClr val="tx1">
                    <a:lumMod val="75000"/>
                    <a:lumOff val="25000"/>
                  </a:schemeClr>
                </a:solidFill>
              </a:defRPr>
            </a:lvl1pPr>
          </a:lstStyle>
          <a:p>
            <a:r>
              <a:rPr lang="en-US" dirty="0"/>
              <a:t>Click to add title</a:t>
            </a:r>
          </a:p>
        </p:txBody>
      </p:sp>
      <p:sp>
        <p:nvSpPr>
          <p:cNvPr id="10" name="Content Placeholder 9">
            <a:extLst>
              <a:ext uri="{FF2B5EF4-FFF2-40B4-BE49-F238E27FC236}">
                <a16:creationId xmlns:a16="http://schemas.microsoft.com/office/drawing/2014/main" id="{F82637A1-1BB4-AF51-24C3-6FE78DD45D99}"/>
              </a:ext>
            </a:extLst>
          </p:cNvPr>
          <p:cNvSpPr>
            <a:spLocks noGrp="1"/>
          </p:cNvSpPr>
          <p:nvPr>
            <p:ph sz="quarter" idx="10" hasCustomPrompt="1"/>
          </p:nvPr>
        </p:nvSpPr>
        <p:spPr>
          <a:xfrm>
            <a:off x="6475413" y="2438400"/>
            <a:ext cx="4799012" cy="3505200"/>
          </a:xfrm>
        </p:spPr>
        <p:txBody>
          <a:bodyPr>
            <a:normAutofit/>
          </a:bodyPr>
          <a:lstStyle>
            <a:lvl1pPr marL="0" indent="0">
              <a:lnSpc>
                <a:spcPct val="125000"/>
              </a:lnSpc>
              <a:buNone/>
              <a:defRPr sz="1800"/>
            </a:lvl1pPr>
            <a:lvl2pPr marL="457200" indent="0">
              <a:lnSpc>
                <a:spcPct val="125000"/>
              </a:lnSpc>
              <a:buNone/>
              <a:defRPr sz="1600"/>
            </a:lvl2pPr>
            <a:lvl3pPr marL="914400" indent="0">
              <a:lnSpc>
                <a:spcPct val="125000"/>
              </a:lnSpc>
              <a:buNone/>
              <a:defRPr sz="1400"/>
            </a:lvl3pPr>
            <a:lvl4pPr marL="1371600" indent="0">
              <a:lnSpc>
                <a:spcPct val="125000"/>
              </a:lnSpc>
              <a:buNone/>
              <a:defRPr sz="1200"/>
            </a:lvl4pPr>
            <a:lvl5pPr marL="1828800" indent="0">
              <a:lnSpc>
                <a:spcPct val="125000"/>
              </a:lnSpc>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3" name="Frame 2">
            <a:extLst>
              <a:ext uri="{FF2B5EF4-FFF2-40B4-BE49-F238E27FC236}">
                <a16:creationId xmlns:a16="http://schemas.microsoft.com/office/drawing/2014/main" id="{56F59DF2-AB3C-B7B3-826A-636B8CC5AB3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5768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37016-0B2B-9F81-7A77-63223C4864D8}"/>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1134E572-08FE-0439-A460-8DFE1183A605}"/>
              </a:ext>
            </a:extLst>
          </p:cNvPr>
          <p:cNvSpPr>
            <a:spLocks noGrp="1"/>
          </p:cNvSpPr>
          <p:nvPr>
            <p:ph type="title" hasCustomPrompt="1"/>
          </p:nvPr>
        </p:nvSpPr>
        <p:spPr>
          <a:xfrm>
            <a:off x="6478742" y="914399"/>
            <a:ext cx="4798858" cy="5029199"/>
          </a:xfrm>
        </p:spPr>
        <p:txBody>
          <a:bodyPr>
            <a:normAutofit/>
          </a:bodyPr>
          <a:lstStyle>
            <a:lvl1pPr>
              <a:defRPr sz="4800"/>
            </a:lvl1pPr>
          </a:lstStyle>
          <a:p>
            <a:r>
              <a:rPr lang="en-US" dirty="0"/>
              <a:t>Click to add title</a:t>
            </a:r>
          </a:p>
        </p:txBody>
      </p:sp>
      <p:sp>
        <p:nvSpPr>
          <p:cNvPr id="9" name="Picture Placeholder 8">
            <a:extLst>
              <a:ext uri="{FF2B5EF4-FFF2-40B4-BE49-F238E27FC236}">
                <a16:creationId xmlns:a16="http://schemas.microsoft.com/office/drawing/2014/main" id="{01EB46EC-087C-B8FF-2363-B99FAE983B02}"/>
              </a:ext>
            </a:extLst>
          </p:cNvPr>
          <p:cNvSpPr>
            <a:spLocks noGrp="1"/>
          </p:cNvSpPr>
          <p:nvPr>
            <p:ph type="pic" sz="quarter" idx="10"/>
          </p:nvPr>
        </p:nvSpPr>
        <p:spPr>
          <a:xfrm>
            <a:off x="0" y="914400"/>
            <a:ext cx="5713413" cy="5029200"/>
          </a:xfrm>
        </p:spPr>
        <p:txBody>
          <a:bodyPr>
            <a:norm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1992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D49246-C641-C3BA-F07B-89FFC6CDAEB8}"/>
              </a:ext>
            </a:extLst>
          </p:cNvPr>
          <p:cNvSpPr>
            <a:spLocks noGrp="1"/>
          </p:cNvSpPr>
          <p:nvPr>
            <p:ph type="title" hasCustomPrompt="1"/>
          </p:nvPr>
        </p:nvSpPr>
        <p:spPr>
          <a:xfrm>
            <a:off x="914399" y="853439"/>
            <a:ext cx="4802373" cy="2833689"/>
          </a:xfrm>
        </p:spPr>
        <p:txBody>
          <a:bodyPr rIns="914400" anchor="b"/>
          <a:lstStyle>
            <a:lvl1pPr>
              <a:defRPr sz="4800"/>
            </a:lvl1pPr>
          </a:lstStyle>
          <a:p>
            <a:r>
              <a:rPr lang="en-US" dirty="0"/>
              <a:t>Click to add title</a:t>
            </a:r>
          </a:p>
        </p:txBody>
      </p:sp>
      <p:sp>
        <p:nvSpPr>
          <p:cNvPr id="11" name="Content Placeholder 10">
            <a:extLst>
              <a:ext uri="{FF2B5EF4-FFF2-40B4-BE49-F238E27FC236}">
                <a16:creationId xmlns:a16="http://schemas.microsoft.com/office/drawing/2014/main" id="{5BE7E1DF-A70C-8F79-9B76-72B2A7B4DC71}"/>
              </a:ext>
            </a:extLst>
          </p:cNvPr>
          <p:cNvSpPr>
            <a:spLocks noGrp="1"/>
          </p:cNvSpPr>
          <p:nvPr>
            <p:ph sz="quarter" idx="11" hasCustomPrompt="1"/>
          </p:nvPr>
        </p:nvSpPr>
        <p:spPr>
          <a:xfrm>
            <a:off x="914400" y="393191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1CD5F637-DFBF-7FED-7CD5-F46A26E5CD15}"/>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13" name="Frame 12">
            <a:extLst>
              <a:ext uri="{FF2B5EF4-FFF2-40B4-BE49-F238E27FC236}">
                <a16:creationId xmlns:a16="http://schemas.microsoft.com/office/drawing/2014/main" id="{33E3B934-3E16-21AF-8F5A-9EFD93255705}"/>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7805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872928-B479-F7C5-9C83-C448FBA36175}"/>
              </a:ext>
            </a:extLst>
          </p:cNvPr>
          <p:cNvSpPr>
            <a:spLocks noGrp="1"/>
          </p:cNvSpPr>
          <p:nvPr>
            <p:ph type="title" hasCustomPrompt="1"/>
          </p:nvPr>
        </p:nvSpPr>
        <p:spPr>
          <a:xfrm>
            <a:off x="914400" y="1020445"/>
            <a:ext cx="4114800" cy="5029200"/>
          </a:xfrm>
        </p:spPr>
        <p:txBody>
          <a:bodyPr>
            <a:normAutofit/>
          </a:bodyPr>
          <a:lstStyle>
            <a:lvl1pPr>
              <a:defRPr sz="3600"/>
            </a:lvl1pPr>
          </a:lstStyle>
          <a:p>
            <a:r>
              <a:rPr lang="en-US" dirty="0"/>
              <a:t>Click to add title</a:t>
            </a:r>
          </a:p>
        </p:txBody>
      </p:sp>
      <p:sp>
        <p:nvSpPr>
          <p:cNvPr id="9" name="Content Placeholder 10">
            <a:extLst>
              <a:ext uri="{FF2B5EF4-FFF2-40B4-BE49-F238E27FC236}">
                <a16:creationId xmlns:a16="http://schemas.microsoft.com/office/drawing/2014/main" id="{61E3771A-E1EB-0CBE-828C-2C5E1F2AE6CF}"/>
              </a:ext>
            </a:extLst>
          </p:cNvPr>
          <p:cNvSpPr>
            <a:spLocks noGrp="1"/>
          </p:cNvSpPr>
          <p:nvPr>
            <p:ph sz="quarter" idx="11" hasCustomPrompt="1"/>
          </p:nvPr>
        </p:nvSpPr>
        <p:spPr>
          <a:xfrm>
            <a:off x="6475227" y="1020445"/>
            <a:ext cx="4802735" cy="5029200"/>
          </a:xfrm>
        </p:spPr>
        <p:txBody>
          <a:bodyPr anchor="ctr">
            <a:normAutofit/>
          </a:bodyPr>
          <a:lstStyle>
            <a:lvl1pPr marL="228600" indent="-228600">
              <a:lnSpc>
                <a:spcPct val="125000"/>
              </a:lnSpc>
              <a:spcBef>
                <a:spcPts val="0"/>
              </a:spcBef>
              <a:spcAft>
                <a:spcPts val="1200"/>
              </a:spcAft>
              <a:buFont typeface="Arial" panose="020B0604020202020204" pitchFamily="34" charset="0"/>
              <a:buChar char="•"/>
              <a:defRPr sz="1800"/>
            </a:lvl1pPr>
            <a:lvl2pPr marL="411480" indent="-228600">
              <a:lnSpc>
                <a:spcPct val="125000"/>
              </a:lnSpc>
              <a:spcBef>
                <a:spcPts val="0"/>
              </a:spcBef>
              <a:spcAft>
                <a:spcPts val="1200"/>
              </a:spcAft>
              <a:buFont typeface="Arial" panose="020B0604020202020204" pitchFamily="34" charset="0"/>
              <a:buChar char="•"/>
              <a:defRPr sz="1600"/>
            </a:lvl2pPr>
            <a:lvl3pPr marL="594360" indent="-228600">
              <a:lnSpc>
                <a:spcPct val="125000"/>
              </a:lnSpc>
              <a:spcBef>
                <a:spcPts val="0"/>
              </a:spcBef>
              <a:spcAft>
                <a:spcPts val="1200"/>
              </a:spcAft>
              <a:buFont typeface="Arial" panose="020B0604020202020204" pitchFamily="34" charset="0"/>
              <a:buChar char="•"/>
              <a:defRPr sz="1400"/>
            </a:lvl3pPr>
            <a:lvl4pPr marL="777240" indent="-228600">
              <a:lnSpc>
                <a:spcPct val="125000"/>
              </a:lnSpc>
              <a:spcBef>
                <a:spcPts val="0"/>
              </a:spcBef>
              <a:spcAft>
                <a:spcPts val="1200"/>
              </a:spcAft>
              <a:buFont typeface="Arial" panose="020B0604020202020204" pitchFamily="34" charset="0"/>
              <a:buChar char="•"/>
              <a:defRPr sz="1200"/>
            </a:lvl4pPr>
            <a:lvl5pPr marL="960120" indent="-228600">
              <a:lnSpc>
                <a:spcPct val="125000"/>
              </a:lnSpc>
              <a:spcBef>
                <a:spcPts val="0"/>
              </a:spcBef>
              <a:spcAft>
                <a:spcPts val="12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Rectangle 1">
            <a:extLst>
              <a:ext uri="{FF2B5EF4-FFF2-40B4-BE49-F238E27FC236}">
                <a16:creationId xmlns:a16="http://schemas.microsoft.com/office/drawing/2014/main" id="{62A1635D-96F0-769B-4ECB-70502770ABBC}"/>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ame 5">
            <a:extLst>
              <a:ext uri="{FF2B5EF4-FFF2-40B4-BE49-F238E27FC236}">
                <a16:creationId xmlns:a16="http://schemas.microsoft.com/office/drawing/2014/main" id="{4F877767-0342-A344-0462-A0D877FF68F8}"/>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9715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1F215D-0D9E-64B3-1F66-E90B87932A89}"/>
              </a:ext>
            </a:extLst>
          </p:cNvPr>
          <p:cNvSpPr>
            <a:spLocks noGrp="1"/>
          </p:cNvSpPr>
          <p:nvPr>
            <p:ph type="title" hasCustomPrompt="1"/>
          </p:nvPr>
        </p:nvSpPr>
        <p:spPr>
          <a:xfrm>
            <a:off x="914400" y="900741"/>
            <a:ext cx="4802372" cy="2788919"/>
          </a:xfrm>
        </p:spPr>
        <p:txBody>
          <a:bodyPr anchor="b">
            <a:normAutofit/>
          </a:bodyPr>
          <a:lstStyle>
            <a:lvl1pPr>
              <a:defRPr sz="4800"/>
            </a:lvl1pPr>
          </a:lstStyle>
          <a:p>
            <a:r>
              <a:rPr lang="en-US" dirty="0"/>
              <a:t>Click to add title</a:t>
            </a:r>
          </a:p>
        </p:txBody>
      </p:sp>
      <p:sp>
        <p:nvSpPr>
          <p:cNvPr id="9" name="Content Placeholder 10">
            <a:extLst>
              <a:ext uri="{FF2B5EF4-FFF2-40B4-BE49-F238E27FC236}">
                <a16:creationId xmlns:a16="http://schemas.microsoft.com/office/drawing/2014/main" id="{E86A4459-11C2-44C6-0173-C666D5AADC1E}"/>
              </a:ext>
            </a:extLst>
          </p:cNvPr>
          <p:cNvSpPr>
            <a:spLocks noGrp="1"/>
          </p:cNvSpPr>
          <p:nvPr>
            <p:ph sz="quarter" idx="11" hasCustomPrompt="1"/>
          </p:nvPr>
        </p:nvSpPr>
        <p:spPr>
          <a:xfrm>
            <a:off x="914400" y="382523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9284EF14-0982-D931-9DD6-ECFE61D5B0F6}"/>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6" name="Frame 5">
            <a:extLst>
              <a:ext uri="{FF2B5EF4-FFF2-40B4-BE49-F238E27FC236}">
                <a16:creationId xmlns:a16="http://schemas.microsoft.com/office/drawing/2014/main" id="{7D7E927E-4F73-5579-4F1D-E13899DEEA0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906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layout 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0" y="2153285"/>
            <a:ext cx="4953001"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6309360" y="2153285"/>
            <a:ext cx="51358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5D7E8F5-692D-24DD-0F8C-9563BA74AAF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1943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lumn layou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1" y="2153285"/>
            <a:ext cx="3261359"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4480560" y="2153285"/>
            <a:ext cx="69646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C0F1533-3810-C210-9B67-D2F4A1846C23}"/>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30816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9C70371-D147-2B29-EAEB-B10A799D09DF}"/>
              </a:ext>
            </a:extLst>
          </p:cNvPr>
          <p:cNvSpPr>
            <a:spLocks noGrp="1"/>
          </p:cNvSpPr>
          <p:nvPr>
            <p:ph type="title" hasCustomPrompt="1"/>
          </p:nvPr>
        </p:nvSpPr>
        <p:spPr>
          <a:xfrm>
            <a:off x="916169" y="614812"/>
            <a:ext cx="10359659" cy="1325563"/>
          </a:xfrm>
        </p:spPr>
        <p:txBody>
          <a:bodyPr>
            <a:normAutofit/>
          </a:bodyPr>
          <a:lstStyle>
            <a:lvl1pPr>
              <a:defRPr sz="3600"/>
            </a:lvl1pPr>
          </a:lstStyle>
          <a:p>
            <a:r>
              <a:rPr lang="en-US" dirty="0"/>
              <a:t>Click to add title</a:t>
            </a:r>
          </a:p>
        </p:txBody>
      </p:sp>
      <p:sp>
        <p:nvSpPr>
          <p:cNvPr id="3" name="Picture Placeholder 2">
            <a:extLst>
              <a:ext uri="{FF2B5EF4-FFF2-40B4-BE49-F238E27FC236}">
                <a16:creationId xmlns:a16="http://schemas.microsoft.com/office/drawing/2014/main" id="{1C5AE226-98C6-70F4-8DED-59E8FE30401C}"/>
              </a:ext>
            </a:extLst>
          </p:cNvPr>
          <p:cNvSpPr>
            <a:spLocks noGrp="1"/>
          </p:cNvSpPr>
          <p:nvPr>
            <p:ph type="pic" sz="quarter" idx="11"/>
          </p:nvPr>
        </p:nvSpPr>
        <p:spPr>
          <a:xfrm>
            <a:off x="-367" y="2177378"/>
            <a:ext cx="5713413" cy="4669987"/>
          </a:xfrm>
          <a:custGeom>
            <a:avLst/>
            <a:gdLst>
              <a:gd name="connsiteX0" fmla="*/ 400038 w 5713413"/>
              <a:gd name="connsiteY0" fmla="*/ 0 h 4669987"/>
              <a:gd name="connsiteX1" fmla="*/ 5713413 w 5713413"/>
              <a:gd name="connsiteY1" fmla="*/ 0 h 4669987"/>
              <a:gd name="connsiteX2" fmla="*/ 5713413 w 5713413"/>
              <a:gd name="connsiteY2" fmla="*/ 4315224 h 4669987"/>
              <a:gd name="connsiteX3" fmla="*/ 400038 w 5713413"/>
              <a:gd name="connsiteY3" fmla="*/ 4315224 h 4669987"/>
              <a:gd name="connsiteX4" fmla="*/ 0 w 5713413"/>
              <a:gd name="connsiteY4" fmla="*/ 0 h 4669987"/>
              <a:gd name="connsiteX5" fmla="*/ 386684 w 5713413"/>
              <a:gd name="connsiteY5" fmla="*/ 0 h 4669987"/>
              <a:gd name="connsiteX6" fmla="*/ 386684 w 5713413"/>
              <a:gd name="connsiteY6" fmla="*/ 4328578 h 4669987"/>
              <a:gd name="connsiteX7" fmla="*/ 5713413 w 5713413"/>
              <a:gd name="connsiteY7" fmla="*/ 4328578 h 4669987"/>
              <a:gd name="connsiteX8" fmla="*/ 5713413 w 5713413"/>
              <a:gd name="connsiteY8" fmla="*/ 4669987 h 4669987"/>
              <a:gd name="connsiteX9" fmla="*/ 0 w 5713413"/>
              <a:gd name="connsiteY9" fmla="*/ 4669987 h 466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3413" h="4669987">
                <a:moveTo>
                  <a:pt x="400038" y="0"/>
                </a:moveTo>
                <a:lnTo>
                  <a:pt x="5713413" y="0"/>
                </a:lnTo>
                <a:lnTo>
                  <a:pt x="5713413" y="4315224"/>
                </a:lnTo>
                <a:lnTo>
                  <a:pt x="400038" y="4315224"/>
                </a:lnTo>
                <a:close/>
                <a:moveTo>
                  <a:pt x="0" y="0"/>
                </a:moveTo>
                <a:lnTo>
                  <a:pt x="386684" y="0"/>
                </a:lnTo>
                <a:lnTo>
                  <a:pt x="386684" y="4328578"/>
                </a:lnTo>
                <a:lnTo>
                  <a:pt x="5713413" y="4328578"/>
                </a:lnTo>
                <a:lnTo>
                  <a:pt x="5713413" y="4669987"/>
                </a:lnTo>
                <a:lnTo>
                  <a:pt x="0" y="4669987"/>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12" name="Content Placeholder 11">
            <a:extLst>
              <a:ext uri="{FF2B5EF4-FFF2-40B4-BE49-F238E27FC236}">
                <a16:creationId xmlns:a16="http://schemas.microsoft.com/office/drawing/2014/main" id="{8EEA9034-22FD-3C2F-6A27-63638969802D}"/>
              </a:ext>
            </a:extLst>
          </p:cNvPr>
          <p:cNvSpPr>
            <a:spLocks noGrp="1"/>
          </p:cNvSpPr>
          <p:nvPr>
            <p:ph sz="quarter" idx="10" hasCustomPrompt="1"/>
          </p:nvPr>
        </p:nvSpPr>
        <p:spPr>
          <a:xfrm>
            <a:off x="6475413" y="2153285"/>
            <a:ext cx="4799012" cy="3790315"/>
          </a:xfrm>
        </p:spPr>
        <p:txBody>
          <a:bodyPr>
            <a:normAutofit/>
          </a:bodyPr>
          <a:lstStyle>
            <a:lvl1pPr>
              <a:lnSpc>
                <a:spcPct val="95000"/>
              </a:lnSpc>
              <a:spcBef>
                <a:spcPts val="1000"/>
              </a:spcBef>
              <a:spcAft>
                <a:spcPts val="1200"/>
              </a:spcAft>
              <a:defRPr sz="2000"/>
            </a:lvl1pPr>
            <a:lvl2pPr>
              <a:lnSpc>
                <a:spcPct val="95000"/>
              </a:lnSpc>
              <a:spcBef>
                <a:spcPts val="1000"/>
              </a:spcBef>
              <a:spcAft>
                <a:spcPts val="1200"/>
              </a:spcAft>
              <a:defRPr sz="1800"/>
            </a:lvl2pPr>
            <a:lvl3pPr>
              <a:lnSpc>
                <a:spcPct val="95000"/>
              </a:lnSpc>
              <a:spcBef>
                <a:spcPts val="1000"/>
              </a:spcBef>
              <a:spcAft>
                <a:spcPts val="1200"/>
              </a:spcAft>
              <a:defRPr sz="1600"/>
            </a:lvl3pPr>
            <a:lvl4pPr>
              <a:lnSpc>
                <a:spcPct val="95000"/>
              </a:lnSpc>
              <a:spcBef>
                <a:spcPts val="1000"/>
              </a:spcBef>
              <a:spcAft>
                <a:spcPts val="1200"/>
              </a:spcAft>
              <a:defRPr sz="1400"/>
            </a:lvl4pPr>
            <a:lvl5pPr>
              <a:lnSpc>
                <a:spcPct val="95000"/>
              </a:lnSpc>
              <a:spcBef>
                <a:spcPts val="10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C72AFED-AF5A-A2E9-0D36-388733BBE998}"/>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7" name="Frame 6">
            <a:extLst>
              <a:ext uri="{FF2B5EF4-FFF2-40B4-BE49-F238E27FC236}">
                <a16:creationId xmlns:a16="http://schemas.microsoft.com/office/drawing/2014/main" id="{7A42E613-3DCC-07A2-BA9B-74B13F28E59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613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338E2-B50A-8F3E-2CA7-A75753E7ED96}"/>
              </a:ext>
            </a:extLst>
          </p:cNvPr>
          <p:cNvSpPr>
            <a:spLocks noGrp="1"/>
          </p:cNvSpPr>
          <p:nvPr>
            <p:ph type="title" hasCustomPrompt="1"/>
          </p:nvPr>
        </p:nvSpPr>
        <p:spPr>
          <a:xfrm>
            <a:off x="912629" y="598947"/>
            <a:ext cx="10515600" cy="1325563"/>
          </a:xfrm>
        </p:spPr>
        <p:txBody>
          <a:bodyPr>
            <a:normAutofit/>
          </a:bodyPr>
          <a:lstStyle>
            <a:lvl1pPr>
              <a:defRPr sz="3600"/>
            </a:lvl1pPr>
          </a:lstStyle>
          <a:p>
            <a:r>
              <a:rPr lang="en-US" dirty="0"/>
              <a:t>Click to add title</a:t>
            </a:r>
          </a:p>
        </p:txBody>
      </p:sp>
      <p:sp>
        <p:nvSpPr>
          <p:cNvPr id="12" name="Content Placeholder 11">
            <a:extLst>
              <a:ext uri="{FF2B5EF4-FFF2-40B4-BE49-F238E27FC236}">
                <a16:creationId xmlns:a16="http://schemas.microsoft.com/office/drawing/2014/main" id="{CC8DD029-A673-92B9-0343-3B35BE46D2F3}"/>
              </a:ext>
            </a:extLst>
          </p:cNvPr>
          <p:cNvSpPr>
            <a:spLocks noGrp="1"/>
          </p:cNvSpPr>
          <p:nvPr>
            <p:ph sz="quarter" idx="11" hasCustomPrompt="1"/>
          </p:nvPr>
        </p:nvSpPr>
        <p:spPr>
          <a:xfrm>
            <a:off x="929641" y="2153285"/>
            <a:ext cx="3032759" cy="3790310"/>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6E658BA3-0202-C705-7A02-8B70B7884420}"/>
              </a:ext>
            </a:extLst>
          </p:cNvPr>
          <p:cNvSpPr>
            <a:spLocks noGrp="1"/>
          </p:cNvSpPr>
          <p:nvPr>
            <p:ph type="tbl" sz="quarter" idx="10"/>
          </p:nvPr>
        </p:nvSpPr>
        <p:spPr>
          <a:xfrm>
            <a:off x="4724400" y="2170621"/>
            <a:ext cx="6553200" cy="3772974"/>
          </a:xfrm>
        </p:spPr>
        <p:txBody>
          <a:bodyPr>
            <a:normAutofit/>
          </a:bodyPr>
          <a:lstStyle>
            <a:lvl1pPr>
              <a:defRPr sz="2000"/>
            </a:lvl1pPr>
          </a:lstStyle>
          <a:p>
            <a:r>
              <a:rPr lang="en-US"/>
              <a:t>Click icon to add table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BD761E53-47C7-492A-D5B5-A8C2740B5157}"/>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295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layou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2" y="2153285"/>
            <a:ext cx="6925660" cy="3500438"/>
          </a:xfrm>
        </p:spPr>
        <p:txBody>
          <a:bodyPr lIns="91440">
            <a:normAutofit/>
          </a:bodyPr>
          <a:lstStyle>
            <a:lvl1pPr marL="0" indent="0">
              <a:spcBef>
                <a:spcPts val="1000"/>
              </a:spcBef>
              <a:spcAft>
                <a:spcPts val="1200"/>
              </a:spcAft>
              <a:buNone/>
              <a:defRPr sz="1800" b="0"/>
            </a:lvl1pPr>
            <a:lvl2pPr marL="228600">
              <a:spcBef>
                <a:spcPts val="1000"/>
              </a:spcBef>
              <a:spcAft>
                <a:spcPts val="1200"/>
              </a:spcAft>
              <a:defRPr sz="1800" b="0"/>
            </a:lvl2pPr>
            <a:lvl3pPr marL="685800">
              <a:spcBef>
                <a:spcPts val="1000"/>
              </a:spcBef>
              <a:spcAft>
                <a:spcPts val="1200"/>
              </a:spcAft>
              <a:defRPr sz="1800" b="0"/>
            </a:lvl3pPr>
            <a:lvl4pPr marL="868680">
              <a:spcBef>
                <a:spcPts val="1000"/>
              </a:spcBef>
              <a:spcAft>
                <a:spcPts val="1200"/>
              </a:spcAft>
              <a:defRPr sz="1800" b="0"/>
            </a:lvl4pPr>
            <a:lvl5pPr marL="1143000">
              <a:spcBef>
                <a:spcPts val="1000"/>
              </a:spcBef>
              <a:spcAft>
                <a:spcPts val="1200"/>
              </a:spcAft>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8215745" y="2153285"/>
            <a:ext cx="3229495"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C9F70CF1-DCAD-AE71-6B34-7BFB25EE530B}"/>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15423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331450" cy="1531525"/>
          </a:xfrm>
        </p:spPr>
        <p:txBody>
          <a:bodyPr>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0CF90928-AB48-3554-E2B9-417A00F286AD}"/>
              </a:ext>
            </a:extLst>
          </p:cNvPr>
          <p:cNvSpPr>
            <a:spLocks noGrp="1"/>
          </p:cNvSpPr>
          <p:nvPr>
            <p:ph type="tbl" sz="quarter" idx="10" hasCustomPrompt="1"/>
          </p:nvPr>
        </p:nvSpPr>
        <p:spPr>
          <a:xfrm>
            <a:off x="930275" y="2168526"/>
            <a:ext cx="10331450" cy="3939068"/>
          </a:xfrm>
        </p:spPr>
        <p:txBody>
          <a:bodyPr>
            <a:normAutofit/>
          </a:bodyPr>
          <a:lstStyle>
            <a:lvl1pPr>
              <a:defRPr sz="2400"/>
            </a:lvl1pPr>
          </a:lstStyle>
          <a:p>
            <a:r>
              <a:rPr lang="en-US" dirty="0"/>
              <a:t>Click icon to insert table</a:t>
            </a:r>
          </a:p>
        </p:txBody>
      </p:sp>
      <p:sp>
        <p:nvSpPr>
          <p:cNvPr id="8" name="Rectangle 7">
            <a:extLst>
              <a:ext uri="{FF2B5EF4-FFF2-40B4-BE49-F238E27FC236}">
                <a16:creationId xmlns:a16="http://schemas.microsoft.com/office/drawing/2014/main" id="{67D6C0A7-887A-66E2-A954-5E0592B9FD71}"/>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688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B1E76-5845-01C9-1D0D-03CFFE6F06CA}"/>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96C21AF-4286-DECE-37A1-E8980687A168}"/>
              </a:ext>
            </a:extLst>
          </p:cNvPr>
          <p:cNvSpPr>
            <a:spLocks noGrp="1"/>
          </p:cNvSpPr>
          <p:nvPr>
            <p:ph type="title" hasCustomPrompt="1"/>
          </p:nvPr>
        </p:nvSpPr>
        <p:spPr>
          <a:xfrm>
            <a:off x="899160" y="655320"/>
            <a:ext cx="4572000" cy="5486400"/>
          </a:xfrm>
        </p:spPr>
        <p:txBody>
          <a:bodyPr>
            <a:normAutofit/>
          </a:bodyPr>
          <a:lstStyle>
            <a:lvl1pPr>
              <a:defRPr sz="4800"/>
            </a:lvl1pPr>
          </a:lstStyle>
          <a:p>
            <a:r>
              <a:rPr lang="en-US" dirty="0"/>
              <a:t>Click to add title</a:t>
            </a:r>
          </a:p>
        </p:txBody>
      </p:sp>
      <p:sp>
        <p:nvSpPr>
          <p:cNvPr id="9" name="Content Placeholder 8">
            <a:extLst>
              <a:ext uri="{FF2B5EF4-FFF2-40B4-BE49-F238E27FC236}">
                <a16:creationId xmlns:a16="http://schemas.microsoft.com/office/drawing/2014/main" id="{B8E1D6B3-3EC8-6AC4-BE2B-5C732C856791}"/>
              </a:ext>
            </a:extLst>
          </p:cNvPr>
          <p:cNvSpPr>
            <a:spLocks noGrp="1"/>
          </p:cNvSpPr>
          <p:nvPr>
            <p:ph sz="quarter" idx="10" hasCustomPrompt="1"/>
          </p:nvPr>
        </p:nvSpPr>
        <p:spPr>
          <a:xfrm>
            <a:off x="6475413" y="2773680"/>
            <a:ext cx="4572000" cy="3368040"/>
          </a:xfrm>
        </p:spPr>
        <p:txBody>
          <a:bodyPr>
            <a:normAutofit/>
          </a:bodyPr>
          <a:lstStyle>
            <a:lvl1pPr marL="0" indent="0">
              <a:spcBef>
                <a:spcPts val="1000"/>
              </a:spcBef>
              <a:buNone/>
              <a:defRPr sz="1800"/>
            </a:lvl1pPr>
            <a:lvl2pPr marL="457200" indent="0">
              <a:spcBef>
                <a:spcPts val="1000"/>
              </a:spcBef>
              <a:buNone/>
              <a:defRPr sz="1600"/>
            </a:lvl2pPr>
            <a:lvl3pPr marL="914400" indent="0">
              <a:spcBef>
                <a:spcPts val="1000"/>
              </a:spcBef>
              <a:buNone/>
              <a:defRPr sz="1400"/>
            </a:lvl3pPr>
            <a:lvl4pPr marL="1371600" indent="0">
              <a:spcBef>
                <a:spcPts val="1000"/>
              </a:spcBef>
              <a:buNone/>
              <a:defRPr sz="1200"/>
            </a:lvl4pPr>
            <a:lvl5pPr marL="1828800" indent="0">
              <a:spcBef>
                <a:spcPts val="100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39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Hybrid Static–Trace Interaction Model Synthesis  ·  Prathik Anand Krishnan  ·  UvA  ·  TNO-ESI /</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445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hdr="0" dt="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65_67511C01.xm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5D_52A0B324.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7B_0.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7C_0.xm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87_F649CF6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microsoft.com/office/2007/relationships/diagramDrawing" Target="../diagrams/drawing3.xml"/><Relationship Id="rId3" Type="http://schemas.microsoft.com/office/2018/10/relationships/comments" Target="../comments/modernComment_167_90842B7A.xml"/><Relationship Id="rId7" Type="http://schemas.openxmlformats.org/officeDocument/2006/relationships/diagramColors" Target="../diagrams/colors3.xml"/><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04888D-B78B-26F5-9075-CDA3C673C95A}"/>
              </a:ext>
            </a:extLst>
          </p:cNvPr>
          <p:cNvSpPr>
            <a:spLocks noGrp="1"/>
          </p:cNvSpPr>
          <p:nvPr>
            <p:ph type="title"/>
          </p:nvPr>
        </p:nvSpPr>
        <p:spPr>
          <a:xfrm>
            <a:off x="897855" y="771276"/>
            <a:ext cx="10339137" cy="2759243"/>
          </a:xfrm>
        </p:spPr>
        <p:txBody>
          <a:bodyPr>
            <a:normAutofit/>
          </a:bodyPr>
          <a:lstStyle/>
          <a:p>
            <a:r>
              <a:rPr lang="en-GB" sz="4000" b="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Analysis for Synthesizing Interaction Diagrams in Event-Driven Systems</a:t>
            </a:r>
            <a:endParaRPr lang="en-GB" sz="4000"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28" name="Picture 4" descr="Philips presenteert nieuw logo ...">
            <a:extLst>
              <a:ext uri="{FF2B5EF4-FFF2-40B4-BE49-F238E27FC236}">
                <a16:creationId xmlns:a16="http://schemas.microsoft.com/office/drawing/2014/main" id="{11EE4F73-C7C2-102D-6A8F-A82E10C71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7416" y="5124593"/>
            <a:ext cx="962131" cy="9621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1" descr="tno_esi.jpg">
            <a:extLst>
              <a:ext uri="{FF2B5EF4-FFF2-40B4-BE49-F238E27FC236}">
                <a16:creationId xmlns:a16="http://schemas.microsoft.com/office/drawing/2014/main" id="{6A37B4F1-FC67-A443-C19C-CDEA24F12629}"/>
              </a:ext>
            </a:extLst>
          </p:cNvPr>
          <p:cNvPicPr>
            <a:picLocks noChangeAspect="1"/>
          </p:cNvPicPr>
          <p:nvPr/>
        </p:nvPicPr>
        <p:blipFill>
          <a:blip r:embed="rId4"/>
          <a:stretch>
            <a:fillRect/>
          </a:stretch>
        </p:blipFill>
        <p:spPr>
          <a:xfrm>
            <a:off x="8995223" y="5217038"/>
            <a:ext cx="1580572" cy="77724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AA025104-E305-DCD7-48A0-21B1E60F4054}"/>
              </a:ext>
            </a:extLst>
          </p:cNvPr>
          <p:cNvSpPr txBox="1"/>
          <p:nvPr/>
        </p:nvSpPr>
        <p:spPr>
          <a:xfrm>
            <a:off x="897855" y="488122"/>
            <a:ext cx="8778240" cy="283154"/>
          </a:xfrm>
          <a:prstGeom prst="rect">
            <a:avLst/>
          </a:prstGeom>
          <a:noFill/>
        </p:spPr>
        <p:txBody>
          <a:bodyPr wrap="square" lIns="45720" tIns="18288" rIns="45720" bIns="18288" anchor="t">
            <a:spAutoFit/>
          </a:bodyPr>
          <a:lstStyle/>
          <a:p>
            <a:r>
              <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MSc Software Engineering  ·  Thesis Defence </a:t>
            </a:r>
            <a:r>
              <a:rPr lang="en-GB" sz="1600" b="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University of Amsterdam </a:t>
            </a:r>
            <a:endPar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CB96DAB6-6BF6-BBB3-83A9-D9E152C0C022}"/>
              </a:ext>
            </a:extLst>
          </p:cNvPr>
          <p:cNvSpPr txBox="1"/>
          <p:nvPr/>
        </p:nvSpPr>
        <p:spPr>
          <a:xfrm>
            <a:off x="897855" y="3272034"/>
            <a:ext cx="10607040" cy="313932"/>
          </a:xfrm>
          <a:prstGeom prst="rect">
            <a:avLst/>
          </a:prstGeom>
          <a:noFill/>
        </p:spPr>
        <p:txBody>
          <a:bodyPr wrap="square" lIns="45720" tIns="18288" rIns="45720" bIns="18288" anchor="t">
            <a:spAutoFit/>
          </a:bodyPr>
          <a:lstStyle/>
          <a:p>
            <a:pPr algn="l"/>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Interaction Diagrams in </a:t>
            </a:r>
            <a:r>
              <a:rPr lang="en-GB" b="0" i="1" noProof="0"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10" name="Table 9">
            <a:extLst>
              <a:ext uri="{FF2B5EF4-FFF2-40B4-BE49-F238E27FC236}">
                <a16:creationId xmlns:a16="http://schemas.microsoft.com/office/drawing/2014/main" id="{2FDE0A35-5321-F4D8-375D-F5263EA96C46}"/>
              </a:ext>
            </a:extLst>
          </p:cNvPr>
          <p:cNvGraphicFramePr>
            <a:graphicFrameLocks noGrp="1"/>
          </p:cNvGraphicFramePr>
          <p:nvPr>
            <p:extLst>
              <p:ext uri="{D42A27DB-BD31-4B8C-83A1-F6EECF244321}">
                <p14:modId xmlns:p14="http://schemas.microsoft.com/office/powerpoint/2010/main" val="2004723319"/>
              </p:ext>
            </p:extLst>
          </p:nvPr>
        </p:nvGraphicFramePr>
        <p:xfrm>
          <a:off x="751527" y="4712213"/>
          <a:ext cx="7087547" cy="1767468"/>
        </p:xfrm>
        <a:graphic>
          <a:graphicData uri="http://schemas.openxmlformats.org/drawingml/2006/table">
            <a:tbl>
              <a:tblPr firstRow="1" bandRow="1">
                <a:tableStyleId>{68D230F3-CF80-4859-8CE7-A43EE81993B5}</a:tableStyleId>
              </a:tblPr>
              <a:tblGrid>
                <a:gridCol w="2058348">
                  <a:extLst>
                    <a:ext uri="{9D8B030D-6E8A-4147-A177-3AD203B41FA5}">
                      <a16:colId xmlns:a16="http://schemas.microsoft.com/office/drawing/2014/main" val="3782566438"/>
                    </a:ext>
                  </a:extLst>
                </a:gridCol>
                <a:gridCol w="5029199">
                  <a:extLst>
                    <a:ext uri="{9D8B030D-6E8A-4147-A177-3AD203B41FA5}">
                      <a16:colId xmlns:a16="http://schemas.microsoft.com/office/drawing/2014/main" val="3996036463"/>
                    </a:ext>
                  </a:extLst>
                </a:gridCol>
              </a:tblGrid>
              <a:tr h="247011">
                <a:tc>
                  <a:txBody>
                    <a:bodyPr/>
                    <a:lstStyle/>
                    <a:p>
                      <a:r>
                        <a:rPr lang="en-GB" sz="1600" b="0" noProof="0" dirty="0"/>
                        <a:t>Student: </a:t>
                      </a:r>
                    </a:p>
                  </a:txBody>
                  <a:tcPr/>
                </a:tc>
                <a:tc>
                  <a:txBody>
                    <a:bodyPr/>
                    <a:lstStyle/>
                    <a:p>
                      <a:r>
                        <a:rPr lang="en-GB" sz="1600" b="0" noProof="0" dirty="0"/>
                        <a:t>Prathik Anand Krishnan </a:t>
                      </a:r>
                    </a:p>
                  </a:txBody>
                  <a:tcPr/>
                </a:tc>
                <a:extLst>
                  <a:ext uri="{0D108BD9-81ED-4DB2-BD59-A6C34878D82A}">
                    <a16:rowId xmlns:a16="http://schemas.microsoft.com/office/drawing/2014/main" val="4092784579"/>
                  </a:ext>
                </a:extLst>
              </a:tr>
              <a:tr h="226813">
                <a:tc>
                  <a:txBody>
                    <a:bodyPr/>
                    <a:lstStyle/>
                    <a:p>
                      <a:r>
                        <a:rPr lang="en-GB" sz="1600" noProof="0" dirty="0"/>
                        <a:t>Daily Supervisor: </a:t>
                      </a:r>
                    </a:p>
                  </a:txBody>
                  <a:tcPr/>
                </a:tc>
                <a:tc>
                  <a:txBody>
                    <a:bodyPr/>
                    <a:lstStyle/>
                    <a:p>
                      <a:r>
                        <a:rPr lang="en-GB" sz="1600" noProof="0" dirty="0"/>
                        <a:t>Dr. Rosilde Corvino, TNO – ESI</a:t>
                      </a:r>
                    </a:p>
                  </a:txBody>
                  <a:tcPr/>
                </a:tc>
                <a:extLst>
                  <a:ext uri="{0D108BD9-81ED-4DB2-BD59-A6C34878D82A}">
                    <a16:rowId xmlns:a16="http://schemas.microsoft.com/office/drawing/2014/main" val="3126369861"/>
                  </a:ext>
                </a:extLst>
              </a:tr>
              <a:tr h="263008">
                <a:tc>
                  <a:txBody>
                    <a:bodyPr/>
                    <a:lstStyle/>
                    <a:p>
                      <a:r>
                        <a:rPr lang="en-GB" sz="1600" noProof="0" dirty="0"/>
                        <a:t>Academic Supervisor: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Dr. L. Thomas van Binsbergen (CCI, </a:t>
                      </a:r>
                      <a:r>
                        <a:rPr lang="en-GB" sz="1600" noProof="0" dirty="0" err="1"/>
                        <a:t>UvA</a:t>
                      </a:r>
                      <a:r>
                        <a:rPr lang="en-GB" sz="1600" noProof="0" dirty="0"/>
                        <a:t>)</a:t>
                      </a:r>
                    </a:p>
                  </a:txBody>
                  <a:tcPr/>
                </a:tc>
                <a:extLst>
                  <a:ext uri="{0D108BD9-81ED-4DB2-BD59-A6C34878D82A}">
                    <a16:rowId xmlns:a16="http://schemas.microsoft.com/office/drawing/2014/main" val="2381025709"/>
                  </a:ext>
                </a:extLst>
              </a:tr>
              <a:tr h="296789">
                <a:tc>
                  <a:txBody>
                    <a:bodyPr/>
                    <a:lstStyle/>
                    <a:p>
                      <a:r>
                        <a:rPr lang="en-GB" sz="1600" noProof="0" dirty="0"/>
                        <a:t>Second Reader: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Prof. Dr. Benny Åkesson (PCS, </a:t>
                      </a:r>
                      <a:r>
                        <a:rPr lang="en-GB" sz="1600" noProof="0" dirty="0" err="1"/>
                        <a:t>UvA</a:t>
                      </a:r>
                      <a:r>
                        <a:rPr lang="en-GB" sz="1600" noProof="0" dirty="0"/>
                        <a:t>)</a:t>
                      </a:r>
                    </a:p>
                  </a:txBody>
                  <a:tcPr/>
                </a:tc>
                <a:extLst>
                  <a:ext uri="{0D108BD9-81ED-4DB2-BD59-A6C34878D82A}">
                    <a16:rowId xmlns:a16="http://schemas.microsoft.com/office/drawing/2014/main" val="3140636901"/>
                  </a:ext>
                </a:extLst>
              </a:tr>
              <a:tr h="426348">
                <a:tc>
                  <a:txBody>
                    <a:bodyPr/>
                    <a:lstStyle/>
                    <a:p>
                      <a:r>
                        <a:rPr lang="en-GB" sz="1600" noProof="0" dirty="0"/>
                        <a:t>Host Organization: </a:t>
                      </a:r>
                    </a:p>
                  </a:txBody>
                  <a:tcPr/>
                </a:tc>
                <a:tc>
                  <a:txBody>
                    <a:bodyPr/>
                    <a:lstStyle/>
                    <a:p>
                      <a:r>
                        <a:rPr lang="en-GB" sz="1600" noProof="0" dirty="0"/>
                        <a:t>TNO – ESI, Eindhoven, High Tech Campus 25</a:t>
                      </a:r>
                    </a:p>
                  </a:txBody>
                  <a:tcPr/>
                </a:tc>
                <a:extLst>
                  <a:ext uri="{0D108BD9-81ED-4DB2-BD59-A6C34878D82A}">
                    <a16:rowId xmlns:a16="http://schemas.microsoft.com/office/drawing/2014/main" val="1166871269"/>
                  </a:ext>
                </a:extLst>
              </a:tr>
            </a:tbl>
          </a:graphicData>
        </a:graphic>
      </p:graphicFrame>
      <p:sp>
        <p:nvSpPr>
          <p:cNvPr id="3" name="TextBox 2">
            <a:extLst>
              <a:ext uri="{FF2B5EF4-FFF2-40B4-BE49-F238E27FC236}">
                <a16:creationId xmlns:a16="http://schemas.microsoft.com/office/drawing/2014/main" id="{B28E6B06-7E98-8D8B-A031-6061E9E13EC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4" name="TextBox 3">
            <a:extLst>
              <a:ext uri="{FF2B5EF4-FFF2-40B4-BE49-F238E27FC236}">
                <a16:creationId xmlns:a16="http://schemas.microsoft.com/office/drawing/2014/main" id="{DB1F3E77-C022-72EE-91DF-E49F3FC6F87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67157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flipV="1">
            <a:off x="428625" y="967311"/>
            <a:ext cx="11367135" cy="83493"/>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p:cNvSpPr txBox="1"/>
          <p:nvPr/>
        </p:nvSpPr>
        <p:spPr>
          <a:xfrm>
            <a:off x="502920" y="481161"/>
            <a:ext cx="10241280" cy="467820"/>
          </a:xfrm>
          <a:prstGeom prst="rect">
            <a:avLst/>
          </a:prstGeom>
          <a:noFill/>
        </p:spPr>
        <p:txBody>
          <a:bodyPr wrap="square" lIns="45720" tIns="18288" rIns="45720" bIns="18288" anchor="t">
            <a:spAutoFit/>
          </a:bodyPr>
          <a:lstStyle/>
          <a:p>
            <a:r>
              <a:rPr lang="en-GB"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Agenda</a:t>
            </a:r>
          </a:p>
        </p:txBody>
      </p:sp>
      <p:sp>
        <p:nvSpPr>
          <p:cNvPr id="7" name="Rounded Rectangle 6"/>
          <p:cNvSpPr/>
          <p:nvPr/>
        </p:nvSpPr>
        <p:spPr>
          <a:xfrm>
            <a:off x="640080" y="141732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8" name="TextBox 7"/>
          <p:cNvSpPr txBox="1"/>
          <p:nvPr/>
        </p:nvSpPr>
        <p:spPr>
          <a:xfrm>
            <a:off x="1325880" y="1554501"/>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p>
        </p:txBody>
      </p:sp>
      <p:sp>
        <p:nvSpPr>
          <p:cNvPr id="10" name="Rounded Rectangle 9"/>
          <p:cNvSpPr/>
          <p:nvPr/>
        </p:nvSpPr>
        <p:spPr>
          <a:xfrm>
            <a:off x="640080" y="207568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11" name="TextBox 10"/>
          <p:cNvSpPr txBox="1"/>
          <p:nvPr/>
        </p:nvSpPr>
        <p:spPr>
          <a:xfrm>
            <a:off x="1325880" y="2882056"/>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a:t>
            </a:r>
          </a:p>
        </p:txBody>
      </p:sp>
      <p:sp>
        <p:nvSpPr>
          <p:cNvPr id="13" name="Rounded Rectangle 12"/>
          <p:cNvSpPr/>
          <p:nvPr/>
        </p:nvSpPr>
        <p:spPr>
          <a:xfrm>
            <a:off x="640080" y="2734056"/>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p>
        </p:txBody>
      </p:sp>
      <p:sp>
        <p:nvSpPr>
          <p:cNvPr id="14" name="TextBox 13"/>
          <p:cNvSpPr txBox="1"/>
          <p:nvPr/>
        </p:nvSpPr>
        <p:spPr>
          <a:xfrm>
            <a:off x="1303020" y="2223688"/>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State-of-the-art &amp; Gaps</a:t>
            </a:r>
          </a:p>
        </p:txBody>
      </p:sp>
      <p:sp>
        <p:nvSpPr>
          <p:cNvPr id="16" name="Rounded Rectangle 15"/>
          <p:cNvSpPr/>
          <p:nvPr/>
        </p:nvSpPr>
        <p:spPr>
          <a:xfrm>
            <a:off x="640080" y="3392424"/>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p>
        </p:txBody>
      </p:sp>
      <p:sp>
        <p:nvSpPr>
          <p:cNvPr id="17" name="TextBox 16"/>
          <p:cNvSpPr txBox="1"/>
          <p:nvPr/>
        </p:nvSpPr>
        <p:spPr>
          <a:xfrm>
            <a:off x="1303020" y="3491866"/>
            <a:ext cx="4026218"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Methodology &amp; Implementation</a:t>
            </a:r>
          </a:p>
        </p:txBody>
      </p:sp>
      <p:sp>
        <p:nvSpPr>
          <p:cNvPr id="19" name="Rounded Rectangle 18"/>
          <p:cNvSpPr/>
          <p:nvPr/>
        </p:nvSpPr>
        <p:spPr>
          <a:xfrm>
            <a:off x="640080" y="4050792"/>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20" name="TextBox 19"/>
          <p:cNvSpPr txBox="1"/>
          <p:nvPr/>
        </p:nvSpPr>
        <p:spPr>
          <a:xfrm>
            <a:off x="1325880" y="4146649"/>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Experiments</a:t>
            </a:r>
          </a:p>
        </p:txBody>
      </p:sp>
      <p:sp>
        <p:nvSpPr>
          <p:cNvPr id="22" name="Rounded Rectangle 21"/>
          <p:cNvSpPr/>
          <p:nvPr/>
        </p:nvSpPr>
        <p:spPr>
          <a:xfrm>
            <a:off x="640080" y="470916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p:cNvSpPr txBox="1"/>
          <p:nvPr/>
        </p:nvSpPr>
        <p:spPr>
          <a:xfrm>
            <a:off x="1325880" y="4857160"/>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Results &amp; Findings</a:t>
            </a:r>
          </a:p>
        </p:txBody>
      </p:sp>
      <p:sp>
        <p:nvSpPr>
          <p:cNvPr id="25" name="Rounded Rectangle 24"/>
          <p:cNvSpPr/>
          <p:nvPr/>
        </p:nvSpPr>
        <p:spPr>
          <a:xfrm>
            <a:off x="640080" y="536752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26" name="TextBox 25"/>
          <p:cNvSpPr txBox="1"/>
          <p:nvPr/>
        </p:nvSpPr>
        <p:spPr>
          <a:xfrm>
            <a:off x="1325880" y="5483669"/>
            <a:ext cx="486537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Contributions, Limitations &amp; Conclusion</a:t>
            </a:r>
          </a:p>
        </p:txBody>
      </p:sp>
      <p:sp>
        <p:nvSpPr>
          <p:cNvPr id="28" name="TextBox 27"/>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31" name="TextBox 30">
            <a:extLst>
              <a:ext uri="{FF2B5EF4-FFF2-40B4-BE49-F238E27FC236}">
                <a16:creationId xmlns:a16="http://schemas.microsoft.com/office/drawing/2014/main" id="{4D39682C-D4FA-3E18-2354-96D6BEFEC4E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FB9128-2C95-2F26-9AD5-BF40568AFEE5}"/>
              </a:ext>
            </a:extLst>
          </p:cNvPr>
          <p:cNvSpPr>
            <a:spLocks noGrp="1"/>
          </p:cNvSpPr>
          <p:nvPr>
            <p:ph type="title"/>
          </p:nvPr>
        </p:nvSpPr>
        <p:spPr>
          <a:xfrm>
            <a:off x="428625" y="53120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Problem Statement &amp; Motivation</a:t>
            </a:r>
          </a:p>
        </p:txBody>
      </p:sp>
      <p:sp>
        <p:nvSpPr>
          <p:cNvPr id="6" name="Content Placeholder 5">
            <a:extLst>
              <a:ext uri="{FF2B5EF4-FFF2-40B4-BE49-F238E27FC236}">
                <a16:creationId xmlns:a16="http://schemas.microsoft.com/office/drawing/2014/main" id="{A9EB73A2-0158-D260-CF98-AE91CC0CE504}"/>
              </a:ext>
            </a:extLst>
          </p:cNvPr>
          <p:cNvSpPr>
            <a:spLocks noGrp="1"/>
          </p:cNvSpPr>
          <p:nvPr>
            <p:ph sz="quarter" idx="10"/>
          </p:nvPr>
        </p:nvSpPr>
        <p:spPr>
          <a:xfrm>
            <a:off x="2417511" y="1687398"/>
            <a:ext cx="7356974" cy="4361122"/>
          </a:xfrm>
        </p:spPr>
        <p:txBody>
          <a:bodyPr>
            <a:normAutofit/>
          </a:bodyPr>
          <a:lstStyle/>
          <a:p>
            <a:pPr marL="0" indent="0" algn="ctr">
              <a:lnSpc>
                <a:spcPts val="1000"/>
              </a:lnSpc>
              <a:buNone/>
            </a:pP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Large Mission Critical Event-Driven Systems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Concurrent &amp; Asynchronous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Traces - Incomplete / Noisy - often instrumentation limited</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Static Code Analysis - Over-Approximates behaviour</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No Scenario-Specific Accurate Interaction Diagrams</a:t>
            </a:r>
          </a:p>
          <a:p>
            <a:endParaRPr lang="en-GB" noProof="0" dirty="0"/>
          </a:p>
        </p:txBody>
      </p:sp>
      <p:sp>
        <p:nvSpPr>
          <p:cNvPr id="7" name="TextBox 6">
            <a:extLst>
              <a:ext uri="{FF2B5EF4-FFF2-40B4-BE49-F238E27FC236}">
                <a16:creationId xmlns:a16="http://schemas.microsoft.com/office/drawing/2014/main" id="{A5926F1F-4ADB-3D43-114C-249B56C3D910}"/>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AF0E3B83-CF63-5298-8814-03C33B66D76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733368833"/>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0A9F6B-B714-24A4-1731-04239F0C6E2C}"/>
              </a:ext>
            </a:extLst>
          </p:cNvPr>
          <p:cNvSpPr>
            <a:spLocks noGrp="1"/>
          </p:cNvSpPr>
          <p:nvPr>
            <p:ph type="title"/>
          </p:nvPr>
        </p:nvSpPr>
        <p:spPr>
          <a:xfrm>
            <a:off x="575034"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State of the Art &amp; Research Gap</a:t>
            </a:r>
          </a:p>
        </p:txBody>
      </p:sp>
      <p:sp>
        <p:nvSpPr>
          <p:cNvPr id="5" name="Content Placeholder 9">
            <a:extLst>
              <a:ext uri="{FF2B5EF4-FFF2-40B4-BE49-F238E27FC236}">
                <a16:creationId xmlns:a16="http://schemas.microsoft.com/office/drawing/2014/main" id="{3D6F48DD-3E1C-ACE5-C1C5-A45079769380}"/>
              </a:ext>
            </a:extLst>
          </p:cNvPr>
          <p:cNvSpPr txBox="1">
            <a:spLocks/>
          </p:cNvSpPr>
          <p:nvPr/>
        </p:nvSpPr>
        <p:spPr>
          <a:xfrm>
            <a:off x="575034" y="5167029"/>
            <a:ext cx="11001079" cy="1243198"/>
          </a:xfrm>
          <a:prstGeom prst="rect">
            <a:avLst/>
          </a:prstGeom>
        </p:spPr>
        <p:txBody>
          <a:bodyPr vert="horz" lIns="91440" tIns="45720" rIns="91440" bIns="45720" rtlCol="0">
            <a:noAutofit/>
          </a:bodyPr>
          <a:lstStyle>
            <a:lvl1pPr marL="0" indent="0" algn="l" defTabSz="914400" rtl="0" eaLnBrk="1" latinLnBrk="0" hangingPunct="1">
              <a:lnSpc>
                <a:spcPct val="125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1pPr>
            <a:lvl2pPr marL="457200" indent="0" algn="l" defTabSz="914400" rtl="0" eaLnBrk="1" latinLnBrk="0" hangingPunct="1">
              <a:lnSpc>
                <a:spcPct val="125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2pPr>
            <a:lvl3pPr marL="914400" indent="0" algn="l" defTabSz="914400" rtl="0" eaLnBrk="1" latinLnBrk="0" hangingPunct="1">
              <a:lnSpc>
                <a:spcPct val="125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3pPr>
            <a:lvl4pPr marL="13716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4pPr>
            <a:lvl5pPr marL="18288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Gap:</a:t>
            </a:r>
          </a:p>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No existing approach infers unobserved interactions by combining static structure and runtime traces for generating scenario-specific interaction models in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6" name="Table 11">
            <a:extLst>
              <a:ext uri="{FF2B5EF4-FFF2-40B4-BE49-F238E27FC236}">
                <a16:creationId xmlns:a16="http://schemas.microsoft.com/office/drawing/2014/main" id="{FB861C55-1872-A622-0070-5A489AABAC03}"/>
              </a:ext>
            </a:extLst>
          </p:cNvPr>
          <p:cNvGraphicFramePr>
            <a:graphicFrameLocks/>
          </p:cNvGraphicFramePr>
          <p:nvPr>
            <p:extLst>
              <p:ext uri="{D42A27DB-BD31-4B8C-83A1-F6EECF244321}">
                <p14:modId xmlns:p14="http://schemas.microsoft.com/office/powerpoint/2010/main" val="243042345"/>
              </p:ext>
            </p:extLst>
          </p:nvPr>
        </p:nvGraphicFramePr>
        <p:xfrm>
          <a:off x="575035" y="2069678"/>
          <a:ext cx="11001080" cy="2718643"/>
        </p:xfrm>
        <a:graphic>
          <a:graphicData uri="http://schemas.openxmlformats.org/drawingml/2006/table">
            <a:tbl>
              <a:tblPr firstRow="1" bandRow="1">
                <a:tableStyleId>{5FD0F851-EC5A-4D38-B0AD-8093EC10F338}</a:tableStyleId>
              </a:tblPr>
              <a:tblGrid>
                <a:gridCol w="3415940">
                  <a:extLst>
                    <a:ext uri="{9D8B030D-6E8A-4147-A177-3AD203B41FA5}">
                      <a16:colId xmlns:a16="http://schemas.microsoft.com/office/drawing/2014/main" val="3233966979"/>
                    </a:ext>
                  </a:extLst>
                </a:gridCol>
                <a:gridCol w="3095625">
                  <a:extLst>
                    <a:ext uri="{9D8B030D-6E8A-4147-A177-3AD203B41FA5}">
                      <a16:colId xmlns:a16="http://schemas.microsoft.com/office/drawing/2014/main" val="1158840958"/>
                    </a:ext>
                  </a:extLst>
                </a:gridCol>
                <a:gridCol w="4489515">
                  <a:extLst>
                    <a:ext uri="{9D8B030D-6E8A-4147-A177-3AD203B41FA5}">
                      <a16:colId xmlns:a16="http://schemas.microsoft.com/office/drawing/2014/main" val="1014947327"/>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Trace-Based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(Existing)</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algn="l"/>
                      <a:r>
                        <a:rPr lang="en-GB" sz="2000" noProof="0" dirty="0"/>
                        <a:t>✔Concrete observed behaviour</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noProof="0" dirty="0"/>
                        <a:t>✔ Complete static structure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solidFill>
                          <a:effectLst/>
                          <a:latin typeface="+mn-lt"/>
                          <a:ea typeface="+mn-ea"/>
                          <a:cs typeface="+mn-cs"/>
                        </a:rPr>
                        <a:t>✔</a:t>
                      </a:r>
                      <a:r>
                        <a:rPr lang="en-GB" sz="2000" noProof="0" dirty="0"/>
                        <a:t> Used to reduce runtime logging</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noProof="0" dirty="0"/>
                        <a:t>✖ Incomplete traces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noProof="0" dirty="0"/>
                        <a:t>✖ Over-approximation</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noProof="0" dirty="0"/>
                        <a:t>✖ </a:t>
                      </a:r>
                      <a:r>
                        <a:rPr lang="en-GB" sz="2000" b="1" noProof="0" dirty="0"/>
                        <a:t>Assumes observed traces are complete</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17333721"/>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noProof="0" dirty="0"/>
                        <a:t>✖ Missing interactions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b="1" noProof="0" dirty="0"/>
                        <a:t>✖ No scenario focus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noProof="0" dirty="0"/>
                        <a:t>✖ </a:t>
                      </a:r>
                      <a:r>
                        <a:rPr lang="en-GB" sz="2000" b="1" noProof="0" dirty="0"/>
                        <a:t>Doesn’t complete missing interactions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10" name="TextBox 9">
            <a:extLst>
              <a:ext uri="{FF2B5EF4-FFF2-40B4-BE49-F238E27FC236}">
                <a16:creationId xmlns:a16="http://schemas.microsoft.com/office/drawing/2014/main" id="{CDF981B8-6D37-1DA3-FB3A-7B5D4CC0AAB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5D316AE4-3CC1-39EB-B171-F056FFAC6B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38626333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3BCC3DA-44CF-3B7A-804C-65813CF7001C}"/>
              </a:ext>
            </a:extLst>
          </p:cNvPr>
          <p:cNvSpPr>
            <a:spLocks noGrp="1"/>
          </p:cNvSpPr>
          <p:nvPr>
            <p:ph type="title"/>
          </p:nvPr>
        </p:nvSpPr>
        <p:spPr>
          <a:xfrm>
            <a:off x="912629" y="598947"/>
            <a:ext cx="10515600" cy="1325563"/>
          </a:xfrm>
        </p:spPr>
        <p:txBody>
          <a:bodyPr anchor="ctr">
            <a:normAutofit/>
          </a:bodyPr>
          <a:lstStyle/>
          <a:p>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Research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Questions</a:t>
            </a: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13" name="Table Placeholder 10">
            <a:extLst>
              <a:ext uri="{FF2B5EF4-FFF2-40B4-BE49-F238E27FC236}">
                <a16:creationId xmlns:a16="http://schemas.microsoft.com/office/drawing/2014/main" id="{C3318B82-77E9-F5AA-CF25-4DE202CC619E}"/>
              </a:ext>
            </a:extLst>
          </p:cNvPr>
          <p:cNvGraphicFramePr>
            <a:graphicFrameLocks noGrp="1"/>
          </p:cNvGraphicFramePr>
          <p:nvPr>
            <p:ph type="tbl" sz="quarter" idx="10"/>
            <p:extLst>
              <p:ext uri="{D42A27DB-BD31-4B8C-83A1-F6EECF244321}">
                <p14:modId xmlns:p14="http://schemas.microsoft.com/office/powerpoint/2010/main" val="1161022277"/>
              </p:ext>
            </p:extLst>
          </p:nvPr>
        </p:nvGraphicFramePr>
        <p:xfrm>
          <a:off x="4477109" y="1924504"/>
          <a:ext cx="6800491" cy="4019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
            <a:extLst>
              <a:ext uri="{FF2B5EF4-FFF2-40B4-BE49-F238E27FC236}">
                <a16:creationId xmlns:a16="http://schemas.microsoft.com/office/drawing/2014/main" id="{62E9F026-49B3-CA6B-FA9C-B1B79E760792}"/>
              </a:ext>
            </a:extLst>
          </p:cNvPr>
          <p:cNvGraphicFramePr>
            <a:graphicFrameLocks noGrp="1"/>
          </p:cNvGraphicFramePr>
          <p:nvPr>
            <p:ph sz="quarter" idx="11"/>
            <p:extLst>
              <p:ext uri="{D42A27DB-BD31-4B8C-83A1-F6EECF244321}">
                <p14:modId xmlns:p14="http://schemas.microsoft.com/office/powerpoint/2010/main" val="1182084113"/>
              </p:ext>
            </p:extLst>
          </p:nvPr>
        </p:nvGraphicFramePr>
        <p:xfrm>
          <a:off x="646980" y="1924504"/>
          <a:ext cx="3433313" cy="401909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A022FF79-EC3A-D453-2479-FFFA72B067F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4" name="TextBox 3">
            <a:extLst>
              <a:ext uri="{FF2B5EF4-FFF2-40B4-BE49-F238E27FC236}">
                <a16:creationId xmlns:a16="http://schemas.microsoft.com/office/drawing/2014/main" id="{518A4E05-6229-FB6C-8F60-A208087782C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904507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9C523-2219-1928-3FB1-42A630D0B39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2E25E1A-C215-33FB-0BCF-7DE2F35B68FA}"/>
              </a:ext>
            </a:extLst>
          </p:cNvPr>
          <p:cNvSpPr>
            <a:spLocks noGrp="1"/>
          </p:cNvSpPr>
          <p:nvPr>
            <p:ph type="title"/>
          </p:nvPr>
        </p:nvSpPr>
        <p:spPr>
          <a:xfrm>
            <a:off x="566058"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Methodology </a:t>
            </a:r>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 The Hybrid Pipeline </a:t>
            </a:r>
          </a:p>
        </p:txBody>
      </p:sp>
      <p:sp>
        <p:nvSpPr>
          <p:cNvPr id="5" name="Rounded Rectangle 6">
            <a:extLst>
              <a:ext uri="{FF2B5EF4-FFF2-40B4-BE49-F238E27FC236}">
                <a16:creationId xmlns:a16="http://schemas.microsoft.com/office/drawing/2014/main" id="{14408B44-F80B-E638-D8A8-753FE3EF588C}"/>
              </a:ext>
            </a:extLst>
          </p:cNvPr>
          <p:cNvSpPr/>
          <p:nvPr/>
        </p:nvSpPr>
        <p:spPr>
          <a:xfrm>
            <a:off x="43488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BE05B07-1508-B298-5DFD-DBF1A5411745}"/>
              </a:ext>
            </a:extLst>
          </p:cNvPr>
          <p:cNvSpPr txBox="1"/>
          <p:nvPr/>
        </p:nvSpPr>
        <p:spPr>
          <a:xfrm>
            <a:off x="434885" y="2717989"/>
            <a:ext cx="1463040" cy="822960"/>
          </a:xfrm>
          <a:prstGeom prst="rect">
            <a:avLst/>
          </a:prstGeom>
          <a:solidFill>
            <a:schemeClr val="accent4"/>
          </a:solidFill>
        </p:spPr>
        <p:txBody>
          <a:bodyPr wrap="square" lIns="45720" tIns="18288" rIns="45720" bIns="18288" anchor="t">
            <a:spAutoFit/>
          </a:bodyPr>
          <a:lstStyle/>
          <a:p>
            <a:pPr algn="ctr"/>
            <a:r>
              <a:rPr sz="1400" b="1" i="0" dirty="0">
                <a:solidFill>
                  <a:srgbClr val="FFFFFF"/>
                </a:solidFill>
                <a:latin typeface="Calibri"/>
              </a:rPr>
              <a:t>Static
Extraction</a:t>
            </a:r>
          </a:p>
        </p:txBody>
      </p:sp>
      <p:sp>
        <p:nvSpPr>
          <p:cNvPr id="7" name="TextBox 6">
            <a:extLst>
              <a:ext uri="{FF2B5EF4-FFF2-40B4-BE49-F238E27FC236}">
                <a16:creationId xmlns:a16="http://schemas.microsoft.com/office/drawing/2014/main" id="{9BFE2CBB-CA63-6388-EF79-B98211FF4C3C}"/>
              </a:ext>
            </a:extLst>
          </p:cNvPr>
          <p:cNvSpPr txBox="1"/>
          <p:nvPr/>
        </p:nvSpPr>
        <p:spPr>
          <a:xfrm>
            <a:off x="434885" y="3449509"/>
            <a:ext cx="1463040" cy="360099"/>
          </a:xfrm>
          <a:prstGeom prst="rect">
            <a:avLst/>
          </a:prstGeom>
          <a:solidFill>
            <a:schemeClr val="accent4"/>
          </a:solidFill>
        </p:spPr>
        <p:txBody>
          <a:bodyPr wrap="square" lIns="45720" tIns="18288" rIns="45720" bIns="18288" anchor="t">
            <a:spAutoFit/>
          </a:bodyPr>
          <a:lstStyle/>
          <a:p>
            <a:pPr algn="ctr"/>
            <a:r>
              <a:rPr sz="1050" b="0" i="0" dirty="0">
                <a:solidFill>
                  <a:srgbClr val="DCE6F0"/>
                </a:solidFill>
                <a:latin typeface="Calibri"/>
              </a:rPr>
              <a:t>Renaissance
C++ → </a:t>
            </a:r>
            <a:r>
              <a:rPr lang="nl-NL" sz="1050" b="0" i="0" dirty="0">
                <a:solidFill>
                  <a:srgbClr val="DCE6F0"/>
                </a:solidFill>
                <a:latin typeface="Calibri"/>
              </a:rPr>
              <a:t>Property </a:t>
            </a:r>
            <a:r>
              <a:rPr sz="1050" b="0" i="0" dirty="0">
                <a:solidFill>
                  <a:srgbClr val="DCE6F0"/>
                </a:solidFill>
                <a:latin typeface="Calibri"/>
              </a:rPr>
              <a:t>graph</a:t>
            </a:r>
          </a:p>
        </p:txBody>
      </p:sp>
      <p:sp>
        <p:nvSpPr>
          <p:cNvPr id="9" name="Right Arrow 9">
            <a:extLst>
              <a:ext uri="{FF2B5EF4-FFF2-40B4-BE49-F238E27FC236}">
                <a16:creationId xmlns:a16="http://schemas.microsoft.com/office/drawing/2014/main" id="{EC5AF10C-0CEA-0B3B-B7C4-17F9BFB74538}"/>
              </a:ext>
            </a:extLst>
          </p:cNvPr>
          <p:cNvSpPr/>
          <p:nvPr/>
        </p:nvSpPr>
        <p:spPr>
          <a:xfrm>
            <a:off x="1907069" y="3184333"/>
            <a:ext cx="164592" cy="219456"/>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10">
            <a:extLst>
              <a:ext uri="{FF2B5EF4-FFF2-40B4-BE49-F238E27FC236}">
                <a16:creationId xmlns:a16="http://schemas.microsoft.com/office/drawing/2014/main" id="{BD1677D6-05D4-FA1D-EBBA-D21187EB4735}"/>
              </a:ext>
            </a:extLst>
          </p:cNvPr>
          <p:cNvSpPr/>
          <p:nvPr/>
        </p:nvSpPr>
        <p:spPr>
          <a:xfrm>
            <a:off x="208080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D90D3EF-3BBD-AF02-F4E5-2F99D418EB33}"/>
              </a:ext>
            </a:extLst>
          </p:cNvPr>
          <p:cNvSpPr txBox="1"/>
          <p:nvPr/>
        </p:nvSpPr>
        <p:spPr>
          <a:xfrm>
            <a:off x="2080805" y="2717989"/>
            <a:ext cx="1463040" cy="252377"/>
          </a:xfrm>
          <a:prstGeom prst="rect">
            <a:avLst/>
          </a:prstGeom>
          <a:solidFill>
            <a:schemeClr val="accent4"/>
          </a:solidFill>
        </p:spPr>
        <p:txBody>
          <a:bodyPr wrap="square" lIns="45720" tIns="18288" rIns="45720" bIns="18288" anchor="t">
            <a:spAutoFit/>
          </a:bodyPr>
          <a:lstStyle/>
          <a:p>
            <a:pPr algn="ctr"/>
            <a:r>
              <a:rPr lang="en-GB" sz="1400" b="1" i="0" dirty="0">
                <a:solidFill>
                  <a:srgbClr val="FFFFFF"/>
                </a:solidFill>
                <a:latin typeface="Calibri"/>
              </a:rPr>
              <a:t>Code graph query</a:t>
            </a:r>
            <a:endParaRPr sz="1400" b="1" i="0" dirty="0">
              <a:solidFill>
                <a:srgbClr val="FFFFFF"/>
              </a:solidFill>
              <a:latin typeface="Calibri"/>
            </a:endParaRPr>
          </a:p>
        </p:txBody>
      </p:sp>
      <p:sp>
        <p:nvSpPr>
          <p:cNvPr id="12" name="TextBox 11">
            <a:extLst>
              <a:ext uri="{FF2B5EF4-FFF2-40B4-BE49-F238E27FC236}">
                <a16:creationId xmlns:a16="http://schemas.microsoft.com/office/drawing/2014/main" id="{EF9504EB-D1C6-641D-B3B0-91D47867A12C}"/>
              </a:ext>
            </a:extLst>
          </p:cNvPr>
          <p:cNvSpPr txBox="1"/>
          <p:nvPr/>
        </p:nvSpPr>
        <p:spPr>
          <a:xfrm>
            <a:off x="2080805" y="3449509"/>
            <a:ext cx="1463040" cy="521681"/>
          </a:xfrm>
          <a:prstGeom prst="rect">
            <a:avLst/>
          </a:prstGeom>
          <a:solidFill>
            <a:schemeClr val="accent4"/>
          </a:solidFill>
        </p:spPr>
        <p:txBody>
          <a:bodyPr wrap="square" lIns="45720" tIns="18288" rIns="45720" bIns="18288" anchor="t">
            <a:spAutoFit/>
          </a:bodyPr>
          <a:lstStyle/>
          <a:p>
            <a:pPr algn="ctr"/>
            <a:r>
              <a:rPr lang="it-IT" sz="1050" b="0" i="0" dirty="0">
                <a:solidFill>
                  <a:srgbClr val="DCE6F0"/>
                </a:solidFill>
                <a:latin typeface="Calibri"/>
              </a:rPr>
              <a:t>Property graph -&gt; scenario specific subgraph</a:t>
            </a:r>
            <a:endParaRPr sz="1050" b="0" i="0" dirty="0">
              <a:solidFill>
                <a:srgbClr val="DCE6F0"/>
              </a:solidFill>
              <a:latin typeface="Calibri"/>
            </a:endParaRPr>
          </a:p>
        </p:txBody>
      </p:sp>
      <p:sp>
        <p:nvSpPr>
          <p:cNvPr id="13" name="Right Arrow 13">
            <a:extLst>
              <a:ext uri="{FF2B5EF4-FFF2-40B4-BE49-F238E27FC236}">
                <a16:creationId xmlns:a16="http://schemas.microsoft.com/office/drawing/2014/main" id="{6B0ECCF9-3AF5-6BF0-3FB7-767F07DDB308}"/>
              </a:ext>
            </a:extLst>
          </p:cNvPr>
          <p:cNvSpPr/>
          <p:nvPr/>
        </p:nvSpPr>
        <p:spPr>
          <a:xfrm>
            <a:off x="3552989" y="3184333"/>
            <a:ext cx="164592" cy="219456"/>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4">
            <a:extLst>
              <a:ext uri="{FF2B5EF4-FFF2-40B4-BE49-F238E27FC236}">
                <a16:creationId xmlns:a16="http://schemas.microsoft.com/office/drawing/2014/main" id="{29EF8230-2068-187B-6A44-837A964080B1}"/>
              </a:ext>
            </a:extLst>
          </p:cNvPr>
          <p:cNvSpPr/>
          <p:nvPr/>
        </p:nvSpPr>
        <p:spPr>
          <a:xfrm>
            <a:off x="372672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C39A5130-6FEC-EB85-14E3-209CA6DE4DD5}"/>
              </a:ext>
            </a:extLst>
          </p:cNvPr>
          <p:cNvSpPr txBox="1"/>
          <p:nvPr/>
        </p:nvSpPr>
        <p:spPr>
          <a:xfrm>
            <a:off x="3726725" y="2717989"/>
            <a:ext cx="1463040" cy="467820"/>
          </a:xfrm>
          <a:prstGeom prst="rect">
            <a:avLst/>
          </a:prstGeom>
          <a:solidFill>
            <a:schemeClr val="accent4"/>
          </a:solidFill>
        </p:spPr>
        <p:txBody>
          <a:bodyPr wrap="square" lIns="45720" tIns="18288" rIns="45720" bIns="18288" anchor="t">
            <a:spAutoFit/>
          </a:bodyPr>
          <a:lstStyle/>
          <a:p>
            <a:pPr algn="ctr"/>
            <a:r>
              <a:rPr lang="en-GB" sz="1400" b="1" i="0" dirty="0">
                <a:solidFill>
                  <a:srgbClr val="FFFFFF"/>
                </a:solidFill>
                <a:latin typeface="Calibri"/>
              </a:rPr>
              <a:t>Dependency</a:t>
            </a:r>
            <a:br>
              <a:rPr lang="en-GB" sz="1400" b="1" i="0" dirty="0">
                <a:solidFill>
                  <a:srgbClr val="FFFFFF"/>
                </a:solidFill>
                <a:latin typeface="Calibri"/>
              </a:rPr>
            </a:br>
            <a:r>
              <a:rPr lang="en-GB" sz="1400" b="1" i="0" dirty="0">
                <a:solidFill>
                  <a:srgbClr val="FFFFFF"/>
                </a:solidFill>
                <a:latin typeface="Calibri"/>
              </a:rPr>
              <a:t>Matrix  Extraction </a:t>
            </a:r>
            <a:endParaRPr sz="1400" b="1" i="0" dirty="0">
              <a:solidFill>
                <a:srgbClr val="FFFFFF"/>
              </a:solidFill>
              <a:latin typeface="Calibri"/>
            </a:endParaRPr>
          </a:p>
        </p:txBody>
      </p:sp>
      <p:sp>
        <p:nvSpPr>
          <p:cNvPr id="16" name="TextBox 15">
            <a:extLst>
              <a:ext uri="{FF2B5EF4-FFF2-40B4-BE49-F238E27FC236}">
                <a16:creationId xmlns:a16="http://schemas.microsoft.com/office/drawing/2014/main" id="{E2E1E8EF-2770-248C-5F21-B2D8B1D759D8}"/>
              </a:ext>
            </a:extLst>
          </p:cNvPr>
          <p:cNvSpPr txBox="1"/>
          <p:nvPr/>
        </p:nvSpPr>
        <p:spPr>
          <a:xfrm>
            <a:off x="3726725" y="3525313"/>
            <a:ext cx="1453896" cy="360099"/>
          </a:xfrm>
          <a:prstGeom prst="rect">
            <a:avLst/>
          </a:prstGeom>
          <a:solidFill>
            <a:schemeClr val="accent4"/>
          </a:solidFill>
        </p:spPr>
        <p:txBody>
          <a:bodyPr wrap="square" lIns="45720" tIns="18288" rIns="45720" bIns="18288" anchor="t">
            <a:spAutoFit/>
          </a:bodyPr>
          <a:lstStyle/>
          <a:p>
            <a:pPr algn="ctr"/>
            <a:r>
              <a:rPr lang="en-GB" sz="1050" b="0" i="0" dirty="0">
                <a:solidFill>
                  <a:srgbClr val="DCE6F0"/>
                </a:solidFill>
                <a:latin typeface="Calibri"/>
              </a:rPr>
              <a:t>Subgraphs -&gt; dependency matrix</a:t>
            </a:r>
            <a:endParaRPr sz="1050" b="0" i="0" dirty="0">
              <a:solidFill>
                <a:srgbClr val="DCE6F0"/>
              </a:solidFill>
              <a:latin typeface="Calibri"/>
            </a:endParaRPr>
          </a:p>
        </p:txBody>
      </p:sp>
      <p:sp>
        <p:nvSpPr>
          <p:cNvPr id="17" name="Right Arrow 17">
            <a:extLst>
              <a:ext uri="{FF2B5EF4-FFF2-40B4-BE49-F238E27FC236}">
                <a16:creationId xmlns:a16="http://schemas.microsoft.com/office/drawing/2014/main" id="{BA9AA5AD-D0E2-BFF7-4B85-2823FA323F57}"/>
              </a:ext>
            </a:extLst>
          </p:cNvPr>
          <p:cNvSpPr/>
          <p:nvPr/>
        </p:nvSpPr>
        <p:spPr>
          <a:xfrm>
            <a:off x="5198909" y="3184333"/>
            <a:ext cx="164592" cy="219456"/>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8">
            <a:extLst>
              <a:ext uri="{FF2B5EF4-FFF2-40B4-BE49-F238E27FC236}">
                <a16:creationId xmlns:a16="http://schemas.microsoft.com/office/drawing/2014/main" id="{D6B818A3-14EF-45AB-DCDB-BED4CA99C365}"/>
              </a:ext>
            </a:extLst>
          </p:cNvPr>
          <p:cNvSpPr/>
          <p:nvPr/>
        </p:nvSpPr>
        <p:spPr>
          <a:xfrm>
            <a:off x="537264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636FAB9D-9516-4286-CF12-35AF8E33CC22}"/>
              </a:ext>
            </a:extLst>
          </p:cNvPr>
          <p:cNvSpPr txBox="1"/>
          <p:nvPr/>
        </p:nvSpPr>
        <p:spPr>
          <a:xfrm>
            <a:off x="5372645" y="2717989"/>
            <a:ext cx="1463040" cy="544765"/>
          </a:xfrm>
          <a:prstGeom prst="rect">
            <a:avLst/>
          </a:prstGeom>
          <a:solidFill>
            <a:schemeClr val="accent4"/>
          </a:solidFill>
        </p:spPr>
        <p:txBody>
          <a:bodyPr wrap="square" lIns="45720" tIns="18288" rIns="45720" bIns="18288" anchor="t">
            <a:spAutoFit/>
          </a:bodyPr>
          <a:lstStyle/>
          <a:p>
            <a:pPr algn="ctr"/>
            <a:r>
              <a:rPr lang="en-GB" sz="1100" b="1" dirty="0">
                <a:solidFill>
                  <a:srgbClr val="FFFFFF"/>
                </a:solidFill>
                <a:latin typeface="Calibri"/>
              </a:rPr>
              <a:t>Trace Instrumentation &amp; Runtime
Tracing </a:t>
            </a:r>
          </a:p>
        </p:txBody>
      </p:sp>
      <p:sp>
        <p:nvSpPr>
          <p:cNvPr id="20" name="TextBox 19">
            <a:extLst>
              <a:ext uri="{FF2B5EF4-FFF2-40B4-BE49-F238E27FC236}">
                <a16:creationId xmlns:a16="http://schemas.microsoft.com/office/drawing/2014/main" id="{AE6DB17D-42DF-3605-1985-68763047F074}"/>
              </a:ext>
            </a:extLst>
          </p:cNvPr>
          <p:cNvSpPr txBox="1"/>
          <p:nvPr/>
        </p:nvSpPr>
        <p:spPr>
          <a:xfrm>
            <a:off x="5372645" y="3449509"/>
            <a:ext cx="1463040" cy="521681"/>
          </a:xfrm>
          <a:prstGeom prst="rect">
            <a:avLst/>
          </a:prstGeom>
          <a:solidFill>
            <a:schemeClr val="accent4"/>
          </a:solidFill>
        </p:spPr>
        <p:txBody>
          <a:bodyPr wrap="square" lIns="45720" tIns="18288" rIns="45720" bIns="18288" anchor="t">
            <a:spAutoFit/>
          </a:bodyPr>
          <a:lstStyle/>
          <a:p>
            <a:pPr algn="ctr"/>
            <a:br>
              <a:rPr lang="en-GB" sz="1050" dirty="0">
                <a:solidFill>
                  <a:srgbClr val="DCE6F0"/>
                </a:solidFill>
                <a:latin typeface="Calibri"/>
              </a:rPr>
            </a:br>
            <a:r>
              <a:rPr lang="en-GB" sz="1050" dirty="0">
                <a:solidFill>
                  <a:srgbClr val="DCE6F0"/>
                </a:solidFill>
                <a:latin typeface="Calibri"/>
              </a:rPr>
              <a:t>Dependency matrix -&gt; Traces</a:t>
            </a:r>
          </a:p>
        </p:txBody>
      </p:sp>
      <p:sp>
        <p:nvSpPr>
          <p:cNvPr id="21" name="Right Arrow 21">
            <a:extLst>
              <a:ext uri="{FF2B5EF4-FFF2-40B4-BE49-F238E27FC236}">
                <a16:creationId xmlns:a16="http://schemas.microsoft.com/office/drawing/2014/main" id="{868276E1-DF3D-9DE0-A168-A4EA4876E833}"/>
              </a:ext>
            </a:extLst>
          </p:cNvPr>
          <p:cNvSpPr/>
          <p:nvPr/>
        </p:nvSpPr>
        <p:spPr>
          <a:xfrm>
            <a:off x="6844829" y="3184332"/>
            <a:ext cx="1810512" cy="244667"/>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6">
            <a:extLst>
              <a:ext uri="{FF2B5EF4-FFF2-40B4-BE49-F238E27FC236}">
                <a16:creationId xmlns:a16="http://schemas.microsoft.com/office/drawing/2014/main" id="{BE427DB3-718E-3522-52FB-C5BBEE3DE7C2}"/>
              </a:ext>
            </a:extLst>
          </p:cNvPr>
          <p:cNvSpPr/>
          <p:nvPr/>
        </p:nvSpPr>
        <p:spPr>
          <a:xfrm>
            <a:off x="8664485" y="2516821"/>
            <a:ext cx="1463040" cy="182505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BE8D4490-8BE3-15F6-2B6F-F3CA74E3A8A1}"/>
              </a:ext>
            </a:extLst>
          </p:cNvPr>
          <p:cNvSpPr txBox="1"/>
          <p:nvPr/>
        </p:nvSpPr>
        <p:spPr>
          <a:xfrm>
            <a:off x="8664485" y="2717989"/>
            <a:ext cx="1463040" cy="467820"/>
          </a:xfrm>
          <a:prstGeom prst="rect">
            <a:avLst/>
          </a:prstGeom>
          <a:solidFill>
            <a:schemeClr val="accent4"/>
          </a:solidFill>
        </p:spPr>
        <p:txBody>
          <a:bodyPr wrap="square" lIns="45720" tIns="18288" rIns="45720" bIns="18288" anchor="t">
            <a:spAutoFit/>
          </a:bodyPr>
          <a:lstStyle/>
          <a:p>
            <a:pPr algn="ctr"/>
            <a:r>
              <a:rPr sz="1400" b="1" i="0" dirty="0">
                <a:solidFill>
                  <a:srgbClr val="FFFFFF"/>
                </a:solidFill>
                <a:latin typeface="Calibri"/>
              </a:rPr>
              <a:t>Agent</a:t>
            </a:r>
            <a:r>
              <a:rPr lang="nl-NL" sz="1400" b="1" i="0" dirty="0">
                <a:solidFill>
                  <a:srgbClr val="FFFFFF"/>
                </a:solidFill>
                <a:latin typeface="Calibri"/>
              </a:rPr>
              <a:t>ic</a:t>
            </a:r>
            <a:r>
              <a:rPr sz="1400" b="1" i="0" dirty="0">
                <a:solidFill>
                  <a:srgbClr val="FFFFFF"/>
                </a:solidFill>
                <a:latin typeface="Calibri"/>
              </a:rPr>
              <a:t>
Synthesis</a:t>
            </a:r>
          </a:p>
        </p:txBody>
      </p:sp>
      <p:sp>
        <p:nvSpPr>
          <p:cNvPr id="28" name="TextBox 27">
            <a:extLst>
              <a:ext uri="{FF2B5EF4-FFF2-40B4-BE49-F238E27FC236}">
                <a16:creationId xmlns:a16="http://schemas.microsoft.com/office/drawing/2014/main" id="{52B907BE-BDE3-260D-A812-06F2B7D668F2}"/>
              </a:ext>
            </a:extLst>
          </p:cNvPr>
          <p:cNvSpPr txBox="1"/>
          <p:nvPr/>
        </p:nvSpPr>
        <p:spPr>
          <a:xfrm>
            <a:off x="8664485" y="3449509"/>
            <a:ext cx="1463040" cy="521681"/>
          </a:xfrm>
          <a:prstGeom prst="rect">
            <a:avLst/>
          </a:prstGeom>
          <a:solidFill>
            <a:schemeClr val="accent4"/>
          </a:solidFill>
        </p:spPr>
        <p:txBody>
          <a:bodyPr wrap="square" lIns="45720" tIns="18288" rIns="45720" bIns="18288" anchor="t">
            <a:spAutoFit/>
          </a:bodyPr>
          <a:lstStyle/>
          <a:p>
            <a:pPr algn="ctr"/>
            <a:r>
              <a:rPr lang="nl-NL" sz="1050" b="0" i="0" dirty="0" err="1">
                <a:solidFill>
                  <a:srgbClr val="DCE6F0"/>
                </a:solidFill>
                <a:latin typeface="Calibri"/>
              </a:rPr>
              <a:t>Dependency</a:t>
            </a:r>
            <a:r>
              <a:rPr lang="nl-NL" sz="1050" b="0" i="0" dirty="0">
                <a:solidFill>
                  <a:srgbClr val="DCE6F0"/>
                </a:solidFill>
                <a:latin typeface="Calibri"/>
              </a:rPr>
              <a:t> Matrix + </a:t>
            </a:r>
            <a:r>
              <a:rPr lang="nl-NL" sz="1050" b="0" i="0" dirty="0" err="1">
                <a:solidFill>
                  <a:srgbClr val="DCE6F0"/>
                </a:solidFill>
                <a:latin typeface="Calibri"/>
              </a:rPr>
              <a:t>Traces</a:t>
            </a:r>
            <a:r>
              <a:rPr lang="nl-NL" sz="1050" b="0" i="0" dirty="0">
                <a:solidFill>
                  <a:srgbClr val="DCE6F0"/>
                </a:solidFill>
                <a:latin typeface="Calibri"/>
              </a:rPr>
              <a:t> -&gt; </a:t>
            </a:r>
            <a:r>
              <a:rPr lang="nl-NL" sz="1050" b="0" i="0" dirty="0" err="1">
                <a:solidFill>
                  <a:srgbClr val="DCE6F0"/>
                </a:solidFill>
                <a:latin typeface="Calibri"/>
              </a:rPr>
              <a:t>Elements</a:t>
            </a:r>
            <a:r>
              <a:rPr lang="nl-NL" sz="1050" b="0" i="0" dirty="0">
                <a:solidFill>
                  <a:srgbClr val="DCE6F0"/>
                </a:solidFill>
                <a:latin typeface="Calibri"/>
              </a:rPr>
              <a:t> + </a:t>
            </a:r>
            <a:r>
              <a:rPr lang="nl-NL" sz="1050" b="0" i="0" dirty="0" err="1">
                <a:solidFill>
                  <a:srgbClr val="DCE6F0"/>
                </a:solidFill>
                <a:latin typeface="Calibri"/>
              </a:rPr>
              <a:t>Traces</a:t>
            </a:r>
            <a:r>
              <a:rPr lang="nl-NL" sz="1050" b="0" i="0" dirty="0">
                <a:solidFill>
                  <a:srgbClr val="DCE6F0"/>
                </a:solidFill>
                <a:latin typeface="Calibri"/>
              </a:rPr>
              <a:t> complete list</a:t>
            </a:r>
            <a:endParaRPr sz="1050" b="0" i="0" dirty="0">
              <a:solidFill>
                <a:srgbClr val="DCE6F0"/>
              </a:solidFill>
              <a:latin typeface="Calibri"/>
            </a:endParaRPr>
          </a:p>
        </p:txBody>
      </p:sp>
      <p:sp>
        <p:nvSpPr>
          <p:cNvPr id="29" name="Right Arrow 29">
            <a:extLst>
              <a:ext uri="{FF2B5EF4-FFF2-40B4-BE49-F238E27FC236}">
                <a16:creationId xmlns:a16="http://schemas.microsoft.com/office/drawing/2014/main" id="{20B9189D-83E9-F037-6A0F-FF52B69156AD}"/>
              </a:ext>
            </a:extLst>
          </p:cNvPr>
          <p:cNvSpPr/>
          <p:nvPr/>
        </p:nvSpPr>
        <p:spPr>
          <a:xfrm>
            <a:off x="10136669" y="3184333"/>
            <a:ext cx="164592" cy="219456"/>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30">
            <a:extLst>
              <a:ext uri="{FF2B5EF4-FFF2-40B4-BE49-F238E27FC236}">
                <a16:creationId xmlns:a16="http://schemas.microsoft.com/office/drawing/2014/main" id="{DEF41DD0-CCC9-2533-84ED-47EC9FE818A6}"/>
              </a:ext>
            </a:extLst>
          </p:cNvPr>
          <p:cNvSpPr/>
          <p:nvPr/>
        </p:nvSpPr>
        <p:spPr>
          <a:xfrm>
            <a:off x="1031040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14AA4FF2-D30C-9105-DC3A-7737DDCEA6D8}"/>
              </a:ext>
            </a:extLst>
          </p:cNvPr>
          <p:cNvSpPr txBox="1"/>
          <p:nvPr/>
        </p:nvSpPr>
        <p:spPr>
          <a:xfrm>
            <a:off x="10310405" y="2717989"/>
            <a:ext cx="1463040" cy="467820"/>
          </a:xfrm>
          <a:prstGeom prst="rect">
            <a:avLst/>
          </a:prstGeom>
          <a:solidFill>
            <a:schemeClr val="accent4"/>
          </a:solidFill>
        </p:spPr>
        <p:txBody>
          <a:bodyPr wrap="square" lIns="45720" tIns="18288" rIns="45720" bIns="18288" anchor="t">
            <a:spAutoFit/>
          </a:bodyPr>
          <a:lstStyle/>
          <a:p>
            <a:pPr algn="ctr"/>
            <a:r>
              <a:rPr sz="1400" b="1" i="0" dirty="0" err="1">
                <a:solidFill>
                  <a:srgbClr val="FFFFFF"/>
                </a:solidFill>
                <a:latin typeface="Calibri"/>
              </a:rPr>
              <a:t>SysML</a:t>
            </a:r>
            <a:r>
              <a:rPr sz="1400" b="1" i="0" dirty="0">
                <a:solidFill>
                  <a:srgbClr val="FFFFFF"/>
                </a:solidFill>
                <a:latin typeface="Calibri"/>
              </a:rPr>
              <a:t> v2
</a:t>
            </a:r>
            <a:r>
              <a:rPr lang="nl-NL" sz="1400" b="1" i="0" dirty="0">
                <a:solidFill>
                  <a:srgbClr val="FFFFFF"/>
                </a:solidFill>
                <a:latin typeface="Calibri"/>
              </a:rPr>
              <a:t> </a:t>
            </a:r>
            <a:r>
              <a:rPr lang="nl-NL" sz="1400" b="1" i="0" dirty="0" err="1">
                <a:solidFill>
                  <a:srgbClr val="FFFFFF"/>
                </a:solidFill>
                <a:latin typeface="Calibri"/>
              </a:rPr>
              <a:t>Generation</a:t>
            </a:r>
            <a:endParaRPr sz="1400" b="1" i="0" dirty="0">
              <a:solidFill>
                <a:srgbClr val="FFFFFF"/>
              </a:solidFill>
              <a:latin typeface="Calibri"/>
            </a:endParaRPr>
          </a:p>
        </p:txBody>
      </p:sp>
      <p:sp>
        <p:nvSpPr>
          <p:cNvPr id="32" name="TextBox 31">
            <a:extLst>
              <a:ext uri="{FF2B5EF4-FFF2-40B4-BE49-F238E27FC236}">
                <a16:creationId xmlns:a16="http://schemas.microsoft.com/office/drawing/2014/main" id="{6313F9D1-4444-F30C-D793-12DAF7C0FE26}"/>
              </a:ext>
            </a:extLst>
          </p:cNvPr>
          <p:cNvSpPr txBox="1"/>
          <p:nvPr/>
        </p:nvSpPr>
        <p:spPr>
          <a:xfrm>
            <a:off x="10310405" y="3449509"/>
            <a:ext cx="1463040" cy="548640"/>
          </a:xfrm>
          <a:prstGeom prst="rect">
            <a:avLst/>
          </a:prstGeom>
          <a:solidFill>
            <a:schemeClr val="accent4"/>
          </a:solidFill>
        </p:spPr>
        <p:txBody>
          <a:bodyPr wrap="square" lIns="45720" tIns="18288" rIns="45720" bIns="18288" anchor="t">
            <a:spAutoFit/>
          </a:bodyPr>
          <a:lstStyle/>
          <a:p>
            <a:pPr algn="ctr"/>
            <a:r>
              <a:rPr sz="1050" b="0" i="0" dirty="0">
                <a:solidFill>
                  <a:srgbClr val="DCE6F0"/>
                </a:solidFill>
                <a:latin typeface="Calibri"/>
              </a:rPr>
              <a:t>scenario
diagram</a:t>
            </a:r>
          </a:p>
        </p:txBody>
      </p:sp>
      <p:sp>
        <p:nvSpPr>
          <p:cNvPr id="36" name="TextBox 35">
            <a:extLst>
              <a:ext uri="{FF2B5EF4-FFF2-40B4-BE49-F238E27FC236}">
                <a16:creationId xmlns:a16="http://schemas.microsoft.com/office/drawing/2014/main" id="{61B4300B-3BC9-BA48-2039-9CFD9023689F}"/>
              </a:ext>
            </a:extLst>
          </p:cNvPr>
          <p:cNvSpPr txBox="1"/>
          <p:nvPr/>
        </p:nvSpPr>
        <p:spPr>
          <a:xfrm>
            <a:off x="434885" y="4939009"/>
            <a:ext cx="10024653" cy="112979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Final status: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All four stages complete, evaluated across four </a:t>
            </a:r>
            <a:r>
              <a:rPr kumimoji="0" lang="en-GB" sz="1400" b="0" i="0" u="none" strike="noStrike" kern="1200" cap="none" spc="0" normalizeH="0" baseline="0" noProof="0" dirty="0" err="1">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 scenarios (S1–S4) + An exploratory practitioner session on a second, much larger industrial codebase.</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Three hypotheses H1, H2, H3 were confirmed.</a:t>
            </a:r>
          </a:p>
        </p:txBody>
      </p:sp>
      <p:sp>
        <p:nvSpPr>
          <p:cNvPr id="38" name="Right Arrow 17">
            <a:extLst>
              <a:ext uri="{FF2B5EF4-FFF2-40B4-BE49-F238E27FC236}">
                <a16:creationId xmlns:a16="http://schemas.microsoft.com/office/drawing/2014/main" id="{3E9CFE77-2D8C-D060-8CD2-6DFB6E19D3A9}"/>
              </a:ext>
            </a:extLst>
          </p:cNvPr>
          <p:cNvSpPr/>
          <p:nvPr/>
        </p:nvSpPr>
        <p:spPr>
          <a:xfrm>
            <a:off x="4377364" y="4107960"/>
            <a:ext cx="4287121" cy="233911"/>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F24472B4-95D4-7F6A-EB9D-9ABC6F6C577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a:extLst>
              <a:ext uri="{FF2B5EF4-FFF2-40B4-BE49-F238E27FC236}">
                <a16:creationId xmlns:a16="http://schemas.microsoft.com/office/drawing/2014/main" id="{189CE82F-905B-C676-432E-A6A96D0DC66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025839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A264E-DCFB-9679-60C3-5EBC1EAA71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DB6F400-8C27-B795-7BA6-8BF2C4DCC1CD}"/>
              </a:ext>
            </a:extLst>
          </p:cNvPr>
          <p:cNvSpPr>
            <a:spLocks noGrp="1"/>
          </p:cNvSpPr>
          <p:nvPr>
            <p:ph type="title"/>
          </p:nvPr>
        </p:nvSpPr>
        <p:spPr>
          <a:xfrm>
            <a:off x="929640" y="485113"/>
            <a:ext cx="10515600" cy="1531525"/>
          </a:xfrm>
        </p:spPr>
        <p:txBody>
          <a:bodyPr vert="horz" lIns="91440" tIns="45720" rIns="91440" bIns="45720" rtlCol="0" anchor="ctr">
            <a:normAutofit/>
          </a:bodyPr>
          <a:lstStyle/>
          <a:p>
            <a:r>
              <a:rPr lang="en-GB" sz="440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Built: Agent Skill Pipeline</a:t>
            </a:r>
          </a:p>
        </p:txBody>
      </p:sp>
      <p:sp>
        <p:nvSpPr>
          <p:cNvPr id="3" name="Rectangle 1">
            <a:extLst>
              <a:ext uri="{FF2B5EF4-FFF2-40B4-BE49-F238E27FC236}">
                <a16:creationId xmlns:a16="http://schemas.microsoft.com/office/drawing/2014/main" id="{4983592E-EF52-E037-AB61-B0C859B0BA67}"/>
              </a:ext>
            </a:extLst>
          </p:cNvPr>
          <p:cNvSpPr>
            <a:spLocks noChangeArrowheads="1"/>
          </p:cNvSpPr>
          <p:nvPr/>
        </p:nvSpPr>
        <p:spPr bwMode="auto">
          <a:xfrm>
            <a:off x="8496299" y="2153285"/>
            <a:ext cx="3087053" cy="35004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Eleven modular, composable, agnostic, scalable LLM-invocable skills.</a:t>
            </a:r>
          </a:p>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Key design property: each skill is independently testable. Scenario focus is expressed as a natural language query — this directly enables RQ2 (scenario-scoped querying restricting reconstruction to relevant </a:t>
            </a:r>
            <a:r>
              <a:rPr lang="en-US" altLang="en-US" dirty="0" err="1">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behaviour</a:t>
            </a: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a:t>
            </a:r>
          </a:p>
        </p:txBody>
      </p:sp>
      <p:sp>
        <p:nvSpPr>
          <p:cNvPr id="4" name="Slide Number Placeholder 3" hidden="1">
            <a:extLst>
              <a:ext uri="{FF2B5EF4-FFF2-40B4-BE49-F238E27FC236}">
                <a16:creationId xmlns:a16="http://schemas.microsoft.com/office/drawing/2014/main" id="{F53C3FC5-C17B-9D1F-A664-ABF4B21D0BB8}"/>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7</a:t>
            </a:fld>
            <a:endParaRPr lang="en-GB" sz="300" noProof="0" dirty="0"/>
          </a:p>
        </p:txBody>
      </p:sp>
      <p:graphicFrame>
        <p:nvGraphicFramePr>
          <p:cNvPr id="2" name="Content Placeholder 1">
            <a:extLst>
              <a:ext uri="{FF2B5EF4-FFF2-40B4-BE49-F238E27FC236}">
                <a16:creationId xmlns:a16="http://schemas.microsoft.com/office/drawing/2014/main" id="{E1E2C492-E755-8476-18BF-466E1303CE7A}"/>
              </a:ext>
            </a:extLst>
          </p:cNvPr>
          <p:cNvGraphicFramePr>
            <a:graphicFrameLocks noGrp="1"/>
          </p:cNvGraphicFramePr>
          <p:nvPr>
            <p:ph sz="quarter" idx="10"/>
            <p:extLst>
              <p:ext uri="{D42A27DB-BD31-4B8C-83A1-F6EECF244321}">
                <p14:modId xmlns:p14="http://schemas.microsoft.com/office/powerpoint/2010/main" val="481686735"/>
              </p:ext>
            </p:extLst>
          </p:nvPr>
        </p:nvGraphicFramePr>
        <p:xfrm>
          <a:off x="608647" y="2016638"/>
          <a:ext cx="7724775" cy="3506880"/>
        </p:xfrm>
        <a:graphic>
          <a:graphicData uri="http://schemas.openxmlformats.org/drawingml/2006/table">
            <a:tbl>
              <a:tblPr firstRow="1" bandRow="1">
                <a:tableStyleId>{17292A2E-F333-43FB-9621-5CBBE7FDCDCB}</a:tableStyleId>
              </a:tblPr>
              <a:tblGrid>
                <a:gridCol w="3695701">
                  <a:extLst>
                    <a:ext uri="{9D8B030D-6E8A-4147-A177-3AD203B41FA5}">
                      <a16:colId xmlns:a16="http://schemas.microsoft.com/office/drawing/2014/main" val="192472615"/>
                    </a:ext>
                  </a:extLst>
                </a:gridCol>
                <a:gridCol w="4029074">
                  <a:extLst>
                    <a:ext uri="{9D8B030D-6E8A-4147-A177-3AD203B41FA5}">
                      <a16:colId xmlns:a16="http://schemas.microsoft.com/office/drawing/2014/main" val="172023201"/>
                    </a:ext>
                  </a:extLst>
                </a:gridCol>
              </a:tblGrid>
              <a:tr h="371955">
                <a:tc>
                  <a:txBody>
                    <a:bodyPr/>
                    <a:lstStyle/>
                    <a:p>
                      <a:pPr algn="ctr">
                        <a:buNone/>
                      </a:pPr>
                      <a:r>
                        <a:rPr lang="en-GB" sz="1200" b="1" noProof="0" dirty="0">
                          <a:solidFill>
                            <a:srgbClr val="FFFFFF"/>
                          </a:solidFill>
                          <a:effectLst/>
                        </a:rPr>
                        <a:t>Skill</a:t>
                      </a:r>
                      <a:endParaRPr lang="en-GB" sz="1200" b="1" noProof="0"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lgn="ctr">
                        <a:buNone/>
                      </a:pPr>
                      <a:r>
                        <a:rPr lang="en-GB" sz="1200" b="1" dirty="0">
                          <a:solidFill>
                            <a:srgbClr val="FFFFFF"/>
                          </a:solidFill>
                          <a:effectLst/>
                        </a:rPr>
                        <a:t>Role in Final Pipeline</a:t>
                      </a:r>
                      <a:endParaRPr lang="en-GB" sz="1200" b="1"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330523954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graph introspection</a:t>
                      </a:r>
                    </a:p>
                  </a:txBody>
                  <a:tcPr marL="137900" marR="82740" marT="82740" marB="82740" anchor="ctr"/>
                </a:tc>
                <a:extLst>
                  <a:ext uri="{0D108BD9-81ED-4DB2-BD59-A6C34878D82A}">
                    <a16:rowId xmlns:a16="http://schemas.microsoft.com/office/drawing/2014/main" val="142387260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text-to-cypher + get-cypher + </a:t>
                      </a: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endPar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Scenario-scoped query generation, execution &amp; standalone Cypher authoring</a:t>
                      </a:r>
                    </a:p>
                  </a:txBody>
                  <a:tcPr marL="137900" marR="82740" marT="82740" marB="82740" anchor="ctr"/>
                </a:tc>
                <a:extLst>
                  <a:ext uri="{0D108BD9-81ED-4DB2-BD59-A6C34878D82A}">
                    <a16:rowId xmlns:a16="http://schemas.microsoft.com/office/drawing/2014/main" val="193627175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get-interface-dependency-table</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 dependency extraction</a:t>
                      </a:r>
                    </a:p>
                  </a:txBody>
                  <a:tcPr marL="137900" marR="82740" marT="82740" marB="82740" anchor="ctr"/>
                </a:tc>
                <a:extLst>
                  <a:ext uri="{0D108BD9-81ED-4DB2-BD59-A6C34878D82A}">
                    <a16:rowId xmlns:a16="http://schemas.microsoft.com/office/drawing/2014/main" val="4238485289"/>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Analysis – Sequence / call chain extraction</a:t>
                      </a:r>
                    </a:p>
                  </a:txBody>
                  <a:tcPr marL="137900" marR="82740" marT="82740" marB="82740" anchor="ctr"/>
                </a:tc>
                <a:extLst>
                  <a:ext uri="{0D108BD9-81ED-4DB2-BD59-A6C34878D82A}">
                    <a16:rowId xmlns:a16="http://schemas.microsoft.com/office/drawing/2014/main" val="695541207"/>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BDD/IBD</a:t>
                      </a:r>
                    </a:p>
                  </a:txBody>
                  <a:tcPr marL="137900" marR="82740" marT="82740" marB="82740" anchor="ctr"/>
                </a:tc>
                <a:extLst>
                  <a:ext uri="{0D108BD9-81ED-4DB2-BD59-A6C34878D82A}">
                    <a16:rowId xmlns:a16="http://schemas.microsoft.com/office/drawing/2014/main" val="384024418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Sequence Diagram</a:t>
                      </a:r>
                    </a:p>
                  </a:txBody>
                  <a:tcPr marL="137900" marR="82740" marT="82740" marB="82740" anchor="ctr"/>
                </a:tc>
                <a:extLst>
                  <a:ext uri="{0D108BD9-81ED-4DB2-BD59-A6C34878D82A}">
                    <a16:rowId xmlns:a16="http://schemas.microsoft.com/office/drawing/2014/main" val="797272443"/>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 </a:t>
                      </a:r>
                      <a:r>
                        <a:rPr lang="en-GB" sz="120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probe injection</a:t>
                      </a:r>
                      <a:endPar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589877789"/>
                  </a:ext>
                </a:extLst>
              </a:tr>
              <a:tr h="371955">
                <a:tc>
                  <a:txBody>
                    <a:bodyPr/>
                    <a:lstStyle/>
                    <a:p>
                      <a:pPr>
                        <a:buNone/>
                      </a:pPr>
                      <a:r>
                        <a:rPr lang="nl-NL"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Agent syntheses</a:t>
                      </a:r>
                      <a:endPar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Pruning false positives</a:t>
                      </a:r>
                      <a:endPar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654161368"/>
                  </a:ext>
                </a:extLst>
              </a:tr>
            </a:tbl>
          </a:graphicData>
        </a:graphic>
      </p:graphicFrame>
      <p:sp>
        <p:nvSpPr>
          <p:cNvPr id="6" name="TextBox 5">
            <a:extLst>
              <a:ext uri="{FF2B5EF4-FFF2-40B4-BE49-F238E27FC236}">
                <a16:creationId xmlns:a16="http://schemas.microsoft.com/office/drawing/2014/main" id="{F62EAA60-68DE-807D-C5E5-CAD34E20E54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8" name="TextBox 7">
            <a:extLst>
              <a:ext uri="{FF2B5EF4-FFF2-40B4-BE49-F238E27FC236}">
                <a16:creationId xmlns:a16="http://schemas.microsoft.com/office/drawing/2014/main" id="{EA4222C4-4043-63BF-D489-A9966694E43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29780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Four Evaluation Scenarios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were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4" name="Table Placeholder 3"/>
          <p:cNvGraphicFramePr>
            <a:graphicFrameLocks noGrp="1"/>
          </p:cNvGraphicFramePr>
          <p:nvPr>
            <p:ph sz="quarter" idx="11"/>
            <p:extLst>
              <p:ext uri="{D42A27DB-BD31-4B8C-83A1-F6EECF244321}">
                <p14:modId xmlns:p14="http://schemas.microsoft.com/office/powerpoint/2010/main" val="1044175587"/>
              </p:ext>
            </p:extLst>
          </p:nvPr>
        </p:nvGraphicFramePr>
        <p:xfrm>
          <a:off x="3368357" y="2545080"/>
          <a:ext cx="5947093" cy="2296283"/>
        </p:xfrm>
        <a:graphic>
          <a:graphicData uri="http://schemas.openxmlformats.org/drawingml/2006/table">
            <a:tbl>
              <a:tblPr firstRow="1" bandRow="1">
                <a:tableStyleId>{00A15C55-8517-42AA-B614-E9B94910E393}</a:tableStyleId>
              </a:tblPr>
              <a:tblGrid>
                <a:gridCol w="994093">
                  <a:extLst>
                    <a:ext uri="{9D8B030D-6E8A-4147-A177-3AD203B41FA5}">
                      <a16:colId xmlns:a16="http://schemas.microsoft.com/office/drawing/2014/main" val="20000"/>
                    </a:ext>
                  </a:extLst>
                </a:gridCol>
                <a:gridCol w="1291203">
                  <a:extLst>
                    <a:ext uri="{9D8B030D-6E8A-4147-A177-3AD203B41FA5}">
                      <a16:colId xmlns:a16="http://schemas.microsoft.com/office/drawing/2014/main" val="20001"/>
                    </a:ext>
                  </a:extLst>
                </a:gridCol>
                <a:gridCol w="3661797">
                  <a:extLst>
                    <a:ext uri="{9D8B030D-6E8A-4147-A177-3AD203B41FA5}">
                      <a16:colId xmlns:a16="http://schemas.microsoft.com/office/drawing/2014/main" val="20002"/>
                    </a:ext>
                  </a:extLst>
                </a:gridCol>
              </a:tblGrid>
              <a:tr h="396285">
                <a:tc>
                  <a:txBody>
                    <a:bodyPr/>
                    <a:lstStyle/>
                    <a:p>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Scenario</a:t>
                      </a:r>
                    </a:p>
                  </a:txBody>
                  <a:tcPr anchor="ctr"/>
                </a:tc>
                <a:tc>
                  <a:txBody>
                    <a:bodyPr/>
                    <a:lstStyle/>
                    <a:p>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Nature</a:t>
                      </a:r>
                    </a:p>
                  </a:txBody>
                  <a:tcPr anchor="ctr"/>
                </a:tc>
                <a:tc>
                  <a:txBody>
                    <a:bodyPr/>
                    <a:lstStyle/>
                    <a:p>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it exercises</a:t>
                      </a:r>
                    </a:p>
                  </a:txBody>
                  <a:tcPr anchor="ctr"/>
                </a:tc>
                <a:extLst>
                  <a:ext uri="{0D108BD9-81ED-4DB2-BD59-A6C34878D82A}">
                    <a16:rowId xmlns:a16="http://schemas.microsoft.com/office/drawing/2014/main" val="10000"/>
                  </a:ext>
                </a:extLst>
              </a:tr>
              <a:tr h="396285">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S1</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Aggregation chain</a:t>
                      </a:r>
                    </a:p>
                  </a:txBody>
                  <a:tcPr anchor="ctr"/>
                </a:tc>
                <a:extLst>
                  <a:ext uri="{0D108BD9-81ED-4DB2-BD59-A6C34878D82A}">
                    <a16:rowId xmlns:a16="http://schemas.microsoft.com/office/drawing/2014/main" val="10001"/>
                  </a:ext>
                </a:extLst>
              </a:tr>
              <a:tr h="396285">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S2</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Config mapping</a:t>
                      </a:r>
                    </a:p>
                  </a:txBody>
                  <a:tcPr anchor="ctr"/>
                </a:tc>
                <a:extLst>
                  <a:ext uri="{0D108BD9-81ED-4DB2-BD59-A6C34878D82A}">
                    <a16:rowId xmlns:a16="http://schemas.microsoft.com/office/drawing/2014/main" val="10002"/>
                  </a:ext>
                </a:extLst>
              </a:tr>
              <a:tr h="5537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S3</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Multi-component runner</a:t>
                      </a:r>
                    </a:p>
                  </a:txBody>
                  <a:tcPr anchor="ctr"/>
                </a:tc>
                <a:extLst>
                  <a:ext uri="{0D108BD9-81ED-4DB2-BD59-A6C34878D82A}">
                    <a16:rowId xmlns:a16="http://schemas.microsoft.com/office/drawing/2014/main" val="10003"/>
                  </a:ext>
                </a:extLst>
              </a:tr>
              <a:tr h="5537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S4</a:t>
                      </a:r>
                    </a:p>
                  </a:txBody>
                  <a:tcPr anchor="ct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Publish/subscribe dual-gap fault path</a:t>
                      </a:r>
                    </a:p>
                  </a:txBody>
                  <a:tcPr anchor="ct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BEF7BFC5-D2EA-7D6A-4FF6-A213076BD6C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5" name="TextBox 4">
            <a:extLst>
              <a:ext uri="{FF2B5EF4-FFF2-40B4-BE49-F238E27FC236}">
                <a16:creationId xmlns:a16="http://schemas.microsoft.com/office/drawing/2014/main" id="{2EFDC53F-4B81-85FE-06C0-62DEE2D6CE0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3F8F970-CA33-DCA4-E937-E4720988CCF9}"/>
              </a:ext>
            </a:extLst>
          </p:cNvPr>
          <p:cNvPicPr>
            <a:picLocks noGrp="1" noChangeAspect="1"/>
          </p:cNvPicPr>
          <p:nvPr>
            <p:ph sz="quarter" idx="11"/>
          </p:nvPr>
        </p:nvPicPr>
        <p:blipFill>
          <a:blip r:embed="rId2"/>
          <a:stretch>
            <a:fillRect/>
          </a:stretch>
        </p:blipFill>
        <p:spPr>
          <a:xfrm>
            <a:off x="6308726" y="2334030"/>
            <a:ext cx="5305821" cy="2695169"/>
          </a:xfrm>
          <a:prstGeom prst="rect">
            <a:avLst/>
          </a:prstGeom>
        </p:spPr>
      </p:pic>
      <p:pic>
        <p:nvPicPr>
          <p:cNvPr id="8" name="Content Placeholder 7">
            <a:extLst>
              <a:ext uri="{FF2B5EF4-FFF2-40B4-BE49-F238E27FC236}">
                <a16:creationId xmlns:a16="http://schemas.microsoft.com/office/drawing/2014/main" id="{AB6993C9-EF92-9AE2-6550-5168BD9C0BA2}"/>
              </a:ext>
            </a:extLst>
          </p:cNvPr>
          <p:cNvPicPr>
            <a:picLocks noGrp="1" noChangeAspect="1"/>
          </p:cNvPicPr>
          <p:nvPr>
            <p:ph sz="quarter" idx="10"/>
          </p:nvPr>
        </p:nvPicPr>
        <p:blipFill>
          <a:blip r:embed="rId3"/>
          <a:stretch>
            <a:fillRect/>
          </a:stretch>
        </p:blipFill>
        <p:spPr>
          <a:xfrm>
            <a:off x="428158" y="2334031"/>
            <a:ext cx="5667842" cy="3590520"/>
          </a:xfrm>
          <a:prstGeom prst="rect">
            <a:avLst/>
          </a:prstGeom>
        </p:spPr>
      </p:pic>
      <p:pic>
        <p:nvPicPr>
          <p:cNvPr id="16" name="Picture 15">
            <a:extLst>
              <a:ext uri="{FF2B5EF4-FFF2-40B4-BE49-F238E27FC236}">
                <a16:creationId xmlns:a16="http://schemas.microsoft.com/office/drawing/2014/main" id="{9CD4E56B-6AFC-F01A-AA48-D5406A1505A7}"/>
              </a:ext>
            </a:extLst>
          </p:cNvPr>
          <p:cNvPicPr>
            <a:picLocks noChangeAspect="1"/>
          </p:cNvPicPr>
          <p:nvPr/>
        </p:nvPicPr>
        <p:blipFill>
          <a:blip r:embed="rId4"/>
          <a:stretch>
            <a:fillRect/>
          </a:stretch>
        </p:blipFill>
        <p:spPr>
          <a:xfrm>
            <a:off x="5712858" y="2387936"/>
            <a:ext cx="5973235" cy="3069889"/>
          </a:xfrm>
          <a:prstGeom prst="rect">
            <a:avLst/>
          </a:prstGeom>
        </p:spPr>
      </p:pic>
      <p:pic>
        <p:nvPicPr>
          <p:cNvPr id="14" name="Picture 13">
            <a:extLst>
              <a:ext uri="{FF2B5EF4-FFF2-40B4-BE49-F238E27FC236}">
                <a16:creationId xmlns:a16="http://schemas.microsoft.com/office/drawing/2014/main" id="{819CB94B-7A11-9D9B-B145-F3F0C72E2E1B}"/>
              </a:ext>
            </a:extLst>
          </p:cNvPr>
          <p:cNvPicPr>
            <a:picLocks noChangeAspect="1"/>
          </p:cNvPicPr>
          <p:nvPr/>
        </p:nvPicPr>
        <p:blipFill>
          <a:blip r:embed="rId5"/>
          <a:stretch>
            <a:fillRect/>
          </a:stretch>
        </p:blipFill>
        <p:spPr>
          <a:xfrm>
            <a:off x="505908" y="2334031"/>
            <a:ext cx="5102692" cy="3651541"/>
          </a:xfrm>
          <a:prstGeom prst="rect">
            <a:avLst/>
          </a:prstGeom>
        </p:spPr>
      </p:pic>
      <p:sp>
        <p:nvSpPr>
          <p:cNvPr id="2" name="Title 1">
            <a:extLst>
              <a:ext uri="{FF2B5EF4-FFF2-40B4-BE49-F238E27FC236}">
                <a16:creationId xmlns:a16="http://schemas.microsoft.com/office/drawing/2014/main" id="{AEADC854-5E2F-BDB8-FF94-963110FBE4C7}"/>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Reference Diagrams - Ground Truths</a:t>
            </a:r>
          </a:p>
        </p:txBody>
      </p:sp>
      <p:sp>
        <p:nvSpPr>
          <p:cNvPr id="11" name="TextBox 10">
            <a:extLst>
              <a:ext uri="{FF2B5EF4-FFF2-40B4-BE49-F238E27FC236}">
                <a16:creationId xmlns:a16="http://schemas.microsoft.com/office/drawing/2014/main" id="{5074E685-A21D-79BB-D884-FB494599D09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2" name="TextBox 11">
            <a:extLst>
              <a:ext uri="{FF2B5EF4-FFF2-40B4-BE49-F238E27FC236}">
                <a16:creationId xmlns:a16="http://schemas.microsoft.com/office/drawing/2014/main" id="{BFD5DEAC-2CCE-8107-E8A1-3F655334B65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86018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EA4BD-C045-D678-F555-4BD7EA8E12F4}"/>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 Explanation</a:t>
            </a:r>
          </a:p>
        </p:txBody>
      </p:sp>
      <p:pic>
        <p:nvPicPr>
          <p:cNvPr id="8" name="Content Placeholder 7">
            <a:extLst>
              <a:ext uri="{FF2B5EF4-FFF2-40B4-BE49-F238E27FC236}">
                <a16:creationId xmlns:a16="http://schemas.microsoft.com/office/drawing/2014/main" id="{07DEE5D7-2F88-B852-FB2A-3175B8EF5E50}"/>
              </a:ext>
            </a:extLst>
          </p:cNvPr>
          <p:cNvPicPr>
            <a:picLocks noGrp="1" noChangeAspect="1"/>
          </p:cNvPicPr>
          <p:nvPr>
            <p:ph sz="quarter" idx="10"/>
          </p:nvPr>
        </p:nvPicPr>
        <p:blipFill>
          <a:blip r:embed="rId2"/>
          <a:stretch>
            <a:fillRect/>
          </a:stretch>
        </p:blipFill>
        <p:spPr>
          <a:xfrm>
            <a:off x="428625" y="2124073"/>
            <a:ext cx="6160095" cy="3902357"/>
          </a:xfrm>
          <a:prstGeom prst="rect">
            <a:avLst/>
          </a:prstGeom>
        </p:spPr>
      </p:pic>
      <p:sp>
        <p:nvSpPr>
          <p:cNvPr id="9" name="TextBox 8">
            <a:extLst>
              <a:ext uri="{FF2B5EF4-FFF2-40B4-BE49-F238E27FC236}">
                <a16:creationId xmlns:a16="http://schemas.microsoft.com/office/drawing/2014/main" id="{5D323234-7F1E-72FC-26CB-1022A39C37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0" name="TextBox 9">
            <a:extLst>
              <a:ext uri="{FF2B5EF4-FFF2-40B4-BE49-F238E27FC236}">
                <a16:creationId xmlns:a16="http://schemas.microsoft.com/office/drawing/2014/main" id="{E186F6DE-281F-2DD9-610A-54263FD28D2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6" name="Picture 15">
            <a:extLst>
              <a:ext uri="{FF2B5EF4-FFF2-40B4-BE49-F238E27FC236}">
                <a16:creationId xmlns:a16="http://schemas.microsoft.com/office/drawing/2014/main" id="{43CFF186-DD5B-59EB-CDBB-02E7DAD8AFC0}"/>
              </a:ext>
            </a:extLst>
          </p:cNvPr>
          <p:cNvPicPr>
            <a:picLocks noChangeAspect="1"/>
          </p:cNvPicPr>
          <p:nvPr/>
        </p:nvPicPr>
        <p:blipFill>
          <a:blip r:embed="rId3"/>
          <a:stretch>
            <a:fillRect/>
          </a:stretch>
        </p:blipFill>
        <p:spPr>
          <a:xfrm>
            <a:off x="6651035" y="1779304"/>
            <a:ext cx="4888864" cy="4247127"/>
          </a:xfrm>
          <a:prstGeom prst="rect">
            <a:avLst/>
          </a:prstGeom>
        </p:spPr>
      </p:pic>
      <p:pic>
        <p:nvPicPr>
          <p:cNvPr id="18" name="Picture 17">
            <a:extLst>
              <a:ext uri="{FF2B5EF4-FFF2-40B4-BE49-F238E27FC236}">
                <a16:creationId xmlns:a16="http://schemas.microsoft.com/office/drawing/2014/main" id="{9289B3CA-FD2E-1AAF-9DDB-FBCD6B6BD907}"/>
              </a:ext>
            </a:extLst>
          </p:cNvPr>
          <p:cNvPicPr>
            <a:picLocks noChangeAspect="1"/>
          </p:cNvPicPr>
          <p:nvPr/>
        </p:nvPicPr>
        <p:blipFill>
          <a:blip r:embed="rId4"/>
          <a:stretch>
            <a:fillRect/>
          </a:stretch>
        </p:blipFill>
        <p:spPr>
          <a:xfrm>
            <a:off x="7231678" y="1693419"/>
            <a:ext cx="3649757" cy="4679468"/>
          </a:xfrm>
          <a:prstGeom prst="rect">
            <a:avLst/>
          </a:prstGeom>
        </p:spPr>
      </p:pic>
      <p:pic>
        <p:nvPicPr>
          <p:cNvPr id="22" name="Picture 21">
            <a:extLst>
              <a:ext uri="{FF2B5EF4-FFF2-40B4-BE49-F238E27FC236}">
                <a16:creationId xmlns:a16="http://schemas.microsoft.com/office/drawing/2014/main" id="{247C21D5-4C8F-F05C-56D3-AF649F62EB45}"/>
              </a:ext>
            </a:extLst>
          </p:cNvPr>
          <p:cNvPicPr>
            <a:picLocks noChangeAspect="1"/>
          </p:cNvPicPr>
          <p:nvPr/>
        </p:nvPicPr>
        <p:blipFill>
          <a:blip r:embed="rId5"/>
          <a:stretch>
            <a:fillRect/>
          </a:stretch>
        </p:blipFill>
        <p:spPr>
          <a:xfrm>
            <a:off x="6651035" y="1922715"/>
            <a:ext cx="5007565" cy="3866780"/>
          </a:xfrm>
          <a:prstGeom prst="rect">
            <a:avLst/>
          </a:prstGeom>
        </p:spPr>
      </p:pic>
    </p:spTree>
    <p:extLst>
      <p:ext uri="{BB962C8B-B14F-4D97-AF65-F5344CB8AC3E}">
        <p14:creationId xmlns:p14="http://schemas.microsoft.com/office/powerpoint/2010/main" val="177605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Experiment Design</a:t>
            </a:r>
          </a:p>
        </p:txBody>
      </p:sp>
      <p:sp>
        <p:nvSpPr>
          <p:cNvPr id="3" name="Content Placeholder 2"/>
          <p:cNvSpPr>
            <a:spLocks noGrp="1"/>
          </p:cNvSpPr>
          <p:nvPr>
            <p:ph sz="quarter" idx="11"/>
          </p:nvPr>
        </p:nvSpPr>
        <p:spPr>
          <a:xfrm>
            <a:off x="5210175" y="1020445"/>
            <a:ext cx="6238875" cy="5029200"/>
          </a:xfrm>
        </p:spPr>
        <p:txBody>
          <a:bodyPr>
            <a:noAutofit/>
          </a:bodyPr>
          <a:lstStyle/>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Five conditions, scored against a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ground</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truth</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across all four scenarios:</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C1 — LLM-only (no code context)</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C2 — Static graph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C3 — Runtime traces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C4 — Static ∪ Dynamic (raw union)</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C5 — Full pipeline (C4 + agent synthesis pruning false positives)</a:t>
            </a:r>
          </a:p>
          <a:p>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Every entry in REF (reference) and GEN (generated) is a normalized (source, target, interaction) triple.</a:t>
            </a:r>
            <a:endPar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Metrics</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 applied over these triple</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recision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|/|gen|</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 / (TP + FP)</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R</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ecall</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|/|ref|</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TP / (TP + FN)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F1 = 2PR/(P+R)</a:t>
            </a:r>
          </a:p>
        </p:txBody>
      </p:sp>
      <p:sp>
        <p:nvSpPr>
          <p:cNvPr id="4" name="TextBox 3">
            <a:extLst>
              <a:ext uri="{FF2B5EF4-FFF2-40B4-BE49-F238E27FC236}">
                <a16:creationId xmlns:a16="http://schemas.microsoft.com/office/drawing/2014/main" id="{2B0FA8B5-1750-E7D7-12A8-16F6A2EF93F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5" name="TextBox 4">
            <a:extLst>
              <a:ext uri="{FF2B5EF4-FFF2-40B4-BE49-F238E27FC236}">
                <a16:creationId xmlns:a16="http://schemas.microsoft.com/office/drawing/2014/main" id="{1F923145-A7A0-45AC-0EA0-9B1050AA63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4F202-9983-88FC-72C7-CD0DF798660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B2222B3-0B00-A8EC-B6B3-125875C32B1B}"/>
              </a:ext>
            </a:extLst>
          </p:cNvPr>
          <p:cNvSpPr txBox="1"/>
          <p:nvPr/>
        </p:nvSpPr>
        <p:spPr>
          <a:xfrm>
            <a:off x="727136" y="4034236"/>
            <a:ext cx="8649779" cy="954107"/>
          </a:xfrm>
          <a:prstGeom prst="rect">
            <a:avLst/>
          </a:prstGeom>
          <a:noFill/>
        </p:spPr>
        <p:txBody>
          <a:bodyPr wrap="square">
            <a:spAutoFit/>
          </a:bodyPr>
          <a:lstStyle/>
          <a:p>
            <a:r>
              <a:rPr lang="en-GB" sz="1400" b="1" i="0" dirty="0">
                <a:solidFill>
                  <a:srgbClr val="E8E4D8"/>
                </a:solidFill>
                <a:effectLst/>
                <a:latin typeface="SFMono-Regular"/>
              </a:rPr>
              <a:t>[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requestAggregatableRunnables</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requestSynchronizedRunnables</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triggerAggregationUpdate</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"Logging"</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logEvent</a:t>
            </a:r>
            <a:r>
              <a:rPr lang="en-GB" sz="1400" b="1" i="0" dirty="0">
                <a:solidFill>
                  <a:srgbClr val="9ECBB0"/>
                </a:solidFill>
                <a:effectLst/>
                <a:latin typeface="SFMono-Regular"/>
              </a:rPr>
              <a:t>"</a:t>
            </a:r>
            <a:r>
              <a:rPr lang="en-GB" sz="1400" b="1" i="0" dirty="0">
                <a:solidFill>
                  <a:srgbClr val="E8E4D8"/>
                </a:solidFill>
                <a:effectLst/>
                <a:latin typeface="SFMono-Regular"/>
              </a:rPr>
              <a:t> } ]</a:t>
            </a:r>
            <a:endParaRPr lang="en-GB" sz="1400" b="1" dirty="0"/>
          </a:p>
        </p:txBody>
      </p:sp>
      <p:sp>
        <p:nvSpPr>
          <p:cNvPr id="6" name="Title 5">
            <a:extLst>
              <a:ext uri="{FF2B5EF4-FFF2-40B4-BE49-F238E27FC236}">
                <a16:creationId xmlns:a16="http://schemas.microsoft.com/office/drawing/2014/main" id="{09C994F2-0C32-A68C-277F-8B4FD6BAD210}"/>
              </a:ext>
            </a:extLst>
          </p:cNvPr>
          <p:cNvSpPr>
            <a:spLocks noGrp="1"/>
          </p:cNvSpPr>
          <p:nvPr>
            <p:ph type="title"/>
          </p:nvPr>
        </p:nvSpPr>
        <p:spPr>
          <a:xfrm>
            <a:off x="499110" y="683891"/>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7" name="Content Placeholder 6">
            <a:extLst>
              <a:ext uri="{FF2B5EF4-FFF2-40B4-BE49-F238E27FC236}">
                <a16:creationId xmlns:a16="http://schemas.microsoft.com/office/drawing/2014/main" id="{B5B587DE-AA1E-643C-562D-742FFB266184}"/>
              </a:ext>
            </a:extLst>
          </p:cNvPr>
          <p:cNvSpPr>
            <a:spLocks noGrp="1"/>
          </p:cNvSpPr>
          <p:nvPr>
            <p:ph sz="quarter" idx="10"/>
          </p:nvPr>
        </p:nvSpPr>
        <p:spPr>
          <a:xfrm>
            <a:off x="727136" y="2028144"/>
            <a:ext cx="9014460" cy="1180465"/>
          </a:xfrm>
        </p:spPr>
        <p:txBody>
          <a:bodyPr>
            <a:normAutofit/>
          </a:bodyPr>
          <a:lstStyle/>
          <a:p>
            <a:pPr marL="0" indent="0">
              <a:buNone/>
            </a:pPr>
            <a:r>
              <a:rPr lang="en-GB" sz="1600" b="1" dirty="0">
                <a:solidFill>
                  <a:srgbClr val="E8E4D8"/>
                </a:solidFill>
                <a:latin typeface="SFMono-Regular"/>
              </a:rPr>
              <a:t>[</a:t>
            </a:r>
            <a:r>
              <a:rPr lang="en-GB" sz="1600" b="1" i="0" dirty="0">
                <a:solidFill>
                  <a:srgbClr val="E8E4D8"/>
                </a:solidFill>
                <a:effectLst/>
                <a:latin typeface="SFMono-Regular"/>
              </a:rPr>
              <a:t>{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Aggregator.getAll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RAIILogStream.stream</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CPSLogger.flush</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CPSLogger.instance</a:t>
            </a:r>
            <a:r>
              <a:rPr lang="en-GB" sz="1600" b="1" i="0" dirty="0">
                <a:solidFill>
                  <a:srgbClr val="9ECBB0"/>
                </a:solidFill>
                <a:effectLst/>
                <a:latin typeface="SFMono-Regular"/>
              </a:rPr>
              <a:t>"</a:t>
            </a:r>
            <a:r>
              <a:rPr lang="en-GB" sz="1600" b="1" i="0" dirty="0">
                <a:solidFill>
                  <a:srgbClr val="E8E4D8"/>
                </a:solidFill>
                <a:effectLst/>
                <a:latin typeface="SFMono-Regular"/>
              </a:rPr>
              <a:t> } ]</a:t>
            </a:r>
            <a:endParaRPr lang="en-GB" sz="1600" b="1" dirty="0">
              <a:latin typeface="SFMono-Regular"/>
            </a:endParaRPr>
          </a:p>
        </p:txBody>
      </p:sp>
      <p:sp>
        <p:nvSpPr>
          <p:cNvPr id="15" name="TextBox 14">
            <a:extLst>
              <a:ext uri="{FF2B5EF4-FFF2-40B4-BE49-F238E27FC236}">
                <a16:creationId xmlns:a16="http://schemas.microsoft.com/office/drawing/2014/main" id="{D9E181AB-67AF-E9E1-C3E9-C97F0A8BE1DC}"/>
              </a:ext>
            </a:extLst>
          </p:cNvPr>
          <p:cNvSpPr txBox="1"/>
          <p:nvPr/>
        </p:nvSpPr>
        <p:spPr>
          <a:xfrm>
            <a:off x="727136" y="1658812"/>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7" name="TextBox 16">
            <a:extLst>
              <a:ext uri="{FF2B5EF4-FFF2-40B4-BE49-F238E27FC236}">
                <a16:creationId xmlns:a16="http://schemas.microsoft.com/office/drawing/2014/main" id="{CDE36C77-2FD1-A25E-65D9-570D3E1DF63F}"/>
              </a:ext>
            </a:extLst>
          </p:cNvPr>
          <p:cNvSpPr txBox="1"/>
          <p:nvPr/>
        </p:nvSpPr>
        <p:spPr>
          <a:xfrm>
            <a:off x="727136" y="3796302"/>
            <a:ext cx="2698175"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C1_LLM_only (GEN):</a:t>
            </a:r>
          </a:p>
        </p:txBody>
      </p:sp>
      <p:sp>
        <p:nvSpPr>
          <p:cNvPr id="2" name="TextBox 1">
            <a:extLst>
              <a:ext uri="{FF2B5EF4-FFF2-40B4-BE49-F238E27FC236}">
                <a16:creationId xmlns:a16="http://schemas.microsoft.com/office/drawing/2014/main" id="{027C1DD4-F8B2-E7DB-D196-867B5DC25307}"/>
              </a:ext>
            </a:extLst>
          </p:cNvPr>
          <p:cNvSpPr txBox="1"/>
          <p:nvPr/>
        </p:nvSpPr>
        <p:spPr>
          <a:xfrm>
            <a:off x="8474519" y="1922704"/>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9" name="TextBox 8">
            <a:extLst>
              <a:ext uri="{FF2B5EF4-FFF2-40B4-BE49-F238E27FC236}">
                <a16:creationId xmlns:a16="http://schemas.microsoft.com/office/drawing/2014/main" id="{D786F6AD-945A-94D0-83A9-0FB6A6D954E6}"/>
              </a:ext>
            </a:extLst>
          </p:cNvPr>
          <p:cNvSpPr txBox="1"/>
          <p:nvPr/>
        </p:nvSpPr>
        <p:spPr>
          <a:xfrm>
            <a:off x="8474519" y="2239553"/>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0" name="TextBox 9">
            <a:extLst>
              <a:ext uri="{FF2B5EF4-FFF2-40B4-BE49-F238E27FC236}">
                <a16:creationId xmlns:a16="http://schemas.microsoft.com/office/drawing/2014/main" id="{D8B7C50B-D279-331B-227B-F3FAE9AA00A6}"/>
              </a:ext>
            </a:extLst>
          </p:cNvPr>
          <p:cNvSpPr txBox="1"/>
          <p:nvPr/>
        </p:nvSpPr>
        <p:spPr>
          <a:xfrm>
            <a:off x="8474519" y="2540310"/>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1" name="TextBox 10">
            <a:extLst>
              <a:ext uri="{FF2B5EF4-FFF2-40B4-BE49-F238E27FC236}">
                <a16:creationId xmlns:a16="http://schemas.microsoft.com/office/drawing/2014/main" id="{A7573432-2B81-149E-F41A-691167BAD66F}"/>
              </a:ext>
            </a:extLst>
          </p:cNvPr>
          <p:cNvSpPr txBox="1"/>
          <p:nvPr/>
        </p:nvSpPr>
        <p:spPr>
          <a:xfrm>
            <a:off x="8474519" y="285715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5" name="TextBox 24">
            <a:extLst>
              <a:ext uri="{FF2B5EF4-FFF2-40B4-BE49-F238E27FC236}">
                <a16:creationId xmlns:a16="http://schemas.microsoft.com/office/drawing/2014/main" id="{F5F995A9-2748-98E3-9281-610957BF5D6F}"/>
              </a:ext>
            </a:extLst>
          </p:cNvPr>
          <p:cNvSpPr txBox="1"/>
          <p:nvPr/>
        </p:nvSpPr>
        <p:spPr>
          <a:xfrm>
            <a:off x="8667176" y="3995386"/>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FP1</a:t>
            </a:r>
          </a:p>
        </p:txBody>
      </p:sp>
      <p:sp>
        <p:nvSpPr>
          <p:cNvPr id="26" name="TextBox 25">
            <a:extLst>
              <a:ext uri="{FF2B5EF4-FFF2-40B4-BE49-F238E27FC236}">
                <a16:creationId xmlns:a16="http://schemas.microsoft.com/office/drawing/2014/main" id="{CBE2A47D-5D74-8EA1-31FC-6A8D6B48EAFA}"/>
              </a:ext>
            </a:extLst>
          </p:cNvPr>
          <p:cNvSpPr txBox="1"/>
          <p:nvPr/>
        </p:nvSpPr>
        <p:spPr>
          <a:xfrm>
            <a:off x="8667176" y="4312235"/>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FP2</a:t>
            </a:r>
          </a:p>
        </p:txBody>
      </p:sp>
      <p:sp>
        <p:nvSpPr>
          <p:cNvPr id="27" name="TextBox 26">
            <a:extLst>
              <a:ext uri="{FF2B5EF4-FFF2-40B4-BE49-F238E27FC236}">
                <a16:creationId xmlns:a16="http://schemas.microsoft.com/office/drawing/2014/main" id="{CEF45521-253F-EB9C-A694-92618E70A450}"/>
              </a:ext>
            </a:extLst>
          </p:cNvPr>
          <p:cNvSpPr txBox="1"/>
          <p:nvPr/>
        </p:nvSpPr>
        <p:spPr>
          <a:xfrm>
            <a:off x="8667176" y="4612992"/>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FP3</a:t>
            </a:r>
          </a:p>
        </p:txBody>
      </p:sp>
      <p:sp>
        <p:nvSpPr>
          <p:cNvPr id="28" name="TextBox 27">
            <a:extLst>
              <a:ext uri="{FF2B5EF4-FFF2-40B4-BE49-F238E27FC236}">
                <a16:creationId xmlns:a16="http://schemas.microsoft.com/office/drawing/2014/main" id="{0460209F-90CE-D9A5-E826-23E6FE8A9DCA}"/>
              </a:ext>
            </a:extLst>
          </p:cNvPr>
          <p:cNvSpPr txBox="1"/>
          <p:nvPr/>
        </p:nvSpPr>
        <p:spPr>
          <a:xfrm>
            <a:off x="8667176" y="4929841"/>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FP4</a:t>
            </a:r>
          </a:p>
        </p:txBody>
      </p:sp>
      <p:sp>
        <p:nvSpPr>
          <p:cNvPr id="35" name="TextBox 34">
            <a:extLst>
              <a:ext uri="{FF2B5EF4-FFF2-40B4-BE49-F238E27FC236}">
                <a16:creationId xmlns:a16="http://schemas.microsoft.com/office/drawing/2014/main" id="{B10535EA-6B7F-0DD3-64DE-4DB3968A8090}"/>
              </a:ext>
            </a:extLst>
          </p:cNvPr>
          <p:cNvSpPr txBox="1"/>
          <p:nvPr/>
        </p:nvSpPr>
        <p:spPr>
          <a:xfrm>
            <a:off x="727136" y="5395804"/>
            <a:ext cx="7807769"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FP = 4 and it also completely misses all 4 cases of Reference,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Hence FN = 4 for this case.</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No source, no traces. Just the scenario description. Component pairs are directionally right, but every method name is invented, and none normalize to a member of REF.</a:t>
            </a:r>
            <a:endPar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9" name="TextBox 38">
            <a:extLst>
              <a:ext uri="{FF2B5EF4-FFF2-40B4-BE49-F238E27FC236}">
                <a16:creationId xmlns:a16="http://schemas.microsoft.com/office/drawing/2014/main" id="{31325789-3FE6-C5C2-9D07-0CB1AD042F2A}"/>
              </a:ext>
            </a:extLst>
          </p:cNvPr>
          <p:cNvSpPr txBox="1"/>
          <p:nvPr/>
        </p:nvSpPr>
        <p:spPr>
          <a:xfrm>
            <a:off x="9515081" y="4034236"/>
            <a:ext cx="2070555" cy="954107"/>
          </a:xfrm>
          <a:prstGeom prst="rect">
            <a:avLst/>
          </a:prstGeom>
          <a:noFill/>
        </p:spPr>
        <p:txBody>
          <a:bodyPr wrap="square">
            <a:spAutoFit/>
          </a:bodyPr>
          <a:lstStyle/>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TP=0, FP=4, FN=4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0/(0+4) = 0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0/(0+4) = 0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0</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0" name="TextBox 39">
            <a:extLst>
              <a:ext uri="{FF2B5EF4-FFF2-40B4-BE49-F238E27FC236}">
                <a16:creationId xmlns:a16="http://schemas.microsoft.com/office/drawing/2014/main" id="{CD60121C-65DD-DECD-82CE-AE9E79DD15D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D463C7D3-3FCD-ACBC-8CF5-90F8F929B7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251977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89A45-D1B7-69BA-706C-EC5A83A48549}"/>
              </a:ext>
            </a:extLst>
          </p:cNvPr>
          <p:cNvSpPr>
            <a:spLocks noGrp="1"/>
          </p:cNvSpPr>
          <p:nvPr>
            <p:ph type="title"/>
          </p:nvPr>
        </p:nvSpPr>
        <p:spPr>
          <a:xfrm>
            <a:off x="499110" y="807864"/>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7" name="Content Placeholder 6">
            <a:extLst>
              <a:ext uri="{FF2B5EF4-FFF2-40B4-BE49-F238E27FC236}">
                <a16:creationId xmlns:a16="http://schemas.microsoft.com/office/drawing/2014/main" id="{9A7AD1EB-883B-C1F7-75D6-8C320B9333ED}"/>
              </a:ext>
            </a:extLst>
          </p:cNvPr>
          <p:cNvSpPr>
            <a:spLocks noGrp="1"/>
          </p:cNvSpPr>
          <p:nvPr>
            <p:ph sz="quarter" idx="10"/>
          </p:nvPr>
        </p:nvSpPr>
        <p:spPr>
          <a:xfrm>
            <a:off x="839734" y="2216990"/>
            <a:ext cx="9014460" cy="1180465"/>
          </a:xfrm>
        </p:spPr>
        <p:txBody>
          <a:bodyPr>
            <a:normAutofit/>
          </a:bodyPr>
          <a:lstStyle/>
          <a:p>
            <a:pPr marL="0" indent="0">
              <a:buNone/>
            </a:pPr>
            <a:r>
              <a:rPr lang="en-GB" sz="1600" b="1" dirty="0">
                <a:solidFill>
                  <a:srgbClr val="E8E4D8"/>
                </a:solidFill>
                <a:latin typeface="SFMono-Regular"/>
              </a:rPr>
              <a:t>[</a:t>
            </a:r>
            <a:r>
              <a:rPr lang="en-GB" sz="1600" b="1" i="0" dirty="0">
                <a:solidFill>
                  <a:srgbClr val="E8E4D8"/>
                </a:solidFill>
                <a:effectLst/>
                <a:latin typeface="SFMono-Regular"/>
              </a:rPr>
              <a:t>{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Aggregator.getAll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RAIILogStream.stream</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CPSLogger.flush</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CPSLogger.instance</a:t>
            </a:r>
            <a:r>
              <a:rPr lang="en-GB" sz="1600" b="1" i="0" dirty="0">
                <a:solidFill>
                  <a:srgbClr val="9ECBB0"/>
                </a:solidFill>
                <a:effectLst/>
                <a:latin typeface="SFMono-Regular"/>
              </a:rPr>
              <a:t>"</a:t>
            </a:r>
            <a:r>
              <a:rPr lang="en-GB" sz="1600" b="1" i="0" dirty="0">
                <a:solidFill>
                  <a:srgbClr val="E8E4D8"/>
                </a:solidFill>
                <a:effectLst/>
                <a:latin typeface="SFMono-Regular"/>
              </a:rPr>
              <a:t> } ]</a:t>
            </a:r>
            <a:endParaRPr lang="en-GB" sz="1600" b="1" dirty="0">
              <a:latin typeface="SFMono-Regular"/>
            </a:endParaRPr>
          </a:p>
        </p:txBody>
      </p:sp>
      <p:sp>
        <p:nvSpPr>
          <p:cNvPr id="12" name="TextBox 11">
            <a:extLst>
              <a:ext uri="{FF2B5EF4-FFF2-40B4-BE49-F238E27FC236}">
                <a16:creationId xmlns:a16="http://schemas.microsoft.com/office/drawing/2014/main" id="{4F92B4A2-520E-6946-58E9-E5DE30BA27DE}"/>
              </a:ext>
            </a:extLst>
          </p:cNvPr>
          <p:cNvSpPr txBox="1"/>
          <p:nvPr/>
        </p:nvSpPr>
        <p:spPr>
          <a:xfrm>
            <a:off x="848360" y="4406758"/>
            <a:ext cx="8397240" cy="1077218"/>
          </a:xfrm>
          <a:prstGeom prst="rect">
            <a:avLst/>
          </a:prstGeom>
          <a:noFill/>
        </p:spPr>
        <p:txBody>
          <a:bodyPr wrap="square">
            <a:spAutoFit/>
          </a:bodyPr>
          <a:lstStyle/>
          <a:p>
            <a:r>
              <a:rPr lang="en-GB" sz="1600" b="1" i="0" dirty="0">
                <a:solidFill>
                  <a:srgbClr val="E8E4D8"/>
                </a:solidFill>
                <a:effectLst/>
                <a:latin typeface="SFMono-Regular"/>
              </a:rPr>
              <a:t>[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"flush"</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"instance"</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"stream"</a:t>
            </a:r>
            <a:r>
              <a:rPr lang="en-GB" sz="1600" b="1" i="0" dirty="0">
                <a:solidFill>
                  <a:srgbClr val="E8E4D8"/>
                </a:solidFill>
                <a:effectLst/>
                <a:latin typeface="SFMono-Regular"/>
              </a:rPr>
              <a:t> } ]</a:t>
            </a:r>
            <a:endParaRPr lang="en-GB" sz="1600" b="1" dirty="0"/>
          </a:p>
        </p:txBody>
      </p:sp>
      <p:sp>
        <p:nvSpPr>
          <p:cNvPr id="15" name="TextBox 14">
            <a:extLst>
              <a:ext uri="{FF2B5EF4-FFF2-40B4-BE49-F238E27FC236}">
                <a16:creationId xmlns:a16="http://schemas.microsoft.com/office/drawing/2014/main" id="{9F57ED3F-F84A-9B69-F0B6-2B8D4BCE840E}"/>
              </a:ext>
            </a:extLst>
          </p:cNvPr>
          <p:cNvSpPr txBox="1"/>
          <p:nvPr/>
        </p:nvSpPr>
        <p:spPr>
          <a:xfrm>
            <a:off x="839734" y="1847658"/>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6" name="TextBox 15">
            <a:extLst>
              <a:ext uri="{FF2B5EF4-FFF2-40B4-BE49-F238E27FC236}">
                <a16:creationId xmlns:a16="http://schemas.microsoft.com/office/drawing/2014/main" id="{93C14A0B-7C76-B149-CBDB-6543B6979F14}"/>
              </a:ext>
            </a:extLst>
          </p:cNvPr>
          <p:cNvSpPr txBox="1"/>
          <p:nvPr/>
        </p:nvSpPr>
        <p:spPr>
          <a:xfrm>
            <a:off x="848360" y="4153602"/>
            <a:ext cx="227979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C2_Static (GEN):</a:t>
            </a:r>
          </a:p>
        </p:txBody>
      </p:sp>
      <p:sp>
        <p:nvSpPr>
          <p:cNvPr id="2" name="TextBox 1">
            <a:extLst>
              <a:ext uri="{FF2B5EF4-FFF2-40B4-BE49-F238E27FC236}">
                <a16:creationId xmlns:a16="http://schemas.microsoft.com/office/drawing/2014/main" id="{CB332090-2F0C-91A0-3A01-A0F9CE11F4CC}"/>
              </a:ext>
            </a:extLst>
          </p:cNvPr>
          <p:cNvSpPr txBox="1"/>
          <p:nvPr/>
        </p:nvSpPr>
        <p:spPr>
          <a:xfrm>
            <a:off x="8587117" y="2111550"/>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9" name="TextBox 8">
            <a:extLst>
              <a:ext uri="{FF2B5EF4-FFF2-40B4-BE49-F238E27FC236}">
                <a16:creationId xmlns:a16="http://schemas.microsoft.com/office/drawing/2014/main" id="{38BAAAD8-2851-65FD-9164-431EF870CC77}"/>
              </a:ext>
            </a:extLst>
          </p:cNvPr>
          <p:cNvSpPr txBox="1"/>
          <p:nvPr/>
        </p:nvSpPr>
        <p:spPr>
          <a:xfrm>
            <a:off x="8587117" y="242839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0" name="TextBox 9">
            <a:extLst>
              <a:ext uri="{FF2B5EF4-FFF2-40B4-BE49-F238E27FC236}">
                <a16:creationId xmlns:a16="http://schemas.microsoft.com/office/drawing/2014/main" id="{18797CBD-69F8-2965-2500-771CACB7000E}"/>
              </a:ext>
            </a:extLst>
          </p:cNvPr>
          <p:cNvSpPr txBox="1"/>
          <p:nvPr/>
        </p:nvSpPr>
        <p:spPr>
          <a:xfrm>
            <a:off x="8587117" y="2729156"/>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1" name="TextBox 10">
            <a:extLst>
              <a:ext uri="{FF2B5EF4-FFF2-40B4-BE49-F238E27FC236}">
                <a16:creationId xmlns:a16="http://schemas.microsoft.com/office/drawing/2014/main" id="{005A35D5-6E8A-F4BF-3BFD-B96B67B762CC}"/>
              </a:ext>
            </a:extLst>
          </p:cNvPr>
          <p:cNvSpPr txBox="1"/>
          <p:nvPr/>
        </p:nvSpPr>
        <p:spPr>
          <a:xfrm>
            <a:off x="8587117" y="3046005"/>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13" name="TextBox 12">
            <a:extLst>
              <a:ext uri="{FF2B5EF4-FFF2-40B4-BE49-F238E27FC236}">
                <a16:creationId xmlns:a16="http://schemas.microsoft.com/office/drawing/2014/main" id="{0082A19B-4492-8AF5-07CE-58CE2C103A60}"/>
              </a:ext>
            </a:extLst>
          </p:cNvPr>
          <p:cNvSpPr txBox="1"/>
          <p:nvPr/>
        </p:nvSpPr>
        <p:spPr>
          <a:xfrm>
            <a:off x="8595743" y="4395633"/>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18" name="TextBox 17">
            <a:extLst>
              <a:ext uri="{FF2B5EF4-FFF2-40B4-BE49-F238E27FC236}">
                <a16:creationId xmlns:a16="http://schemas.microsoft.com/office/drawing/2014/main" id="{F03D3BFB-30B6-164E-5129-092F3E45D49F}"/>
              </a:ext>
            </a:extLst>
          </p:cNvPr>
          <p:cNvSpPr txBox="1"/>
          <p:nvPr/>
        </p:nvSpPr>
        <p:spPr>
          <a:xfrm>
            <a:off x="8595743" y="4712482"/>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9" name="TextBox 18">
            <a:extLst>
              <a:ext uri="{FF2B5EF4-FFF2-40B4-BE49-F238E27FC236}">
                <a16:creationId xmlns:a16="http://schemas.microsoft.com/office/drawing/2014/main" id="{89FCF4B3-8F5D-9D00-3A7B-776650D74478}"/>
              </a:ext>
            </a:extLst>
          </p:cNvPr>
          <p:cNvSpPr txBox="1"/>
          <p:nvPr/>
        </p:nvSpPr>
        <p:spPr>
          <a:xfrm>
            <a:off x="8595743" y="501323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0" name="TextBox 19">
            <a:extLst>
              <a:ext uri="{FF2B5EF4-FFF2-40B4-BE49-F238E27FC236}">
                <a16:creationId xmlns:a16="http://schemas.microsoft.com/office/drawing/2014/main" id="{B25F03F6-B1F2-2EE3-8BA9-15E44780B8D3}"/>
              </a:ext>
            </a:extLst>
          </p:cNvPr>
          <p:cNvSpPr txBox="1"/>
          <p:nvPr/>
        </p:nvSpPr>
        <p:spPr>
          <a:xfrm>
            <a:off x="8595743" y="5330088"/>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36" name="TextBox 35">
            <a:extLst>
              <a:ext uri="{FF2B5EF4-FFF2-40B4-BE49-F238E27FC236}">
                <a16:creationId xmlns:a16="http://schemas.microsoft.com/office/drawing/2014/main" id="{BE653870-9677-313B-F4B9-2F60C6E37913}"/>
              </a:ext>
            </a:extLst>
          </p:cNvPr>
          <p:cNvSpPr txBox="1"/>
          <p:nvPr/>
        </p:nvSpPr>
        <p:spPr>
          <a:xfrm>
            <a:off x="839734" y="5680804"/>
            <a:ext cx="7676193"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 =4 and it contains all 4 cases of Reference, Hence TP = 4 for this case.</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Derived from the static call graph (Neo4j / Renaissance). Every normalized triple in GEN also appears in REF, and nothing in REF is missing.</a:t>
            </a:r>
            <a:endPar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7" name="TextBox 36">
            <a:extLst>
              <a:ext uri="{FF2B5EF4-FFF2-40B4-BE49-F238E27FC236}">
                <a16:creationId xmlns:a16="http://schemas.microsoft.com/office/drawing/2014/main" id="{F6FD3D87-8C1B-E726-B7BF-D19420ED0C61}"/>
              </a:ext>
            </a:extLst>
          </p:cNvPr>
          <p:cNvSpPr txBox="1"/>
          <p:nvPr/>
        </p:nvSpPr>
        <p:spPr>
          <a:xfrm>
            <a:off x="9418129" y="4395633"/>
            <a:ext cx="2242868" cy="954107"/>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TP=4, FP=0, FN=0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 = 4/(4+0) = 1.0</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4/(4+0) = 1.0</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F1 = 2(1)(1)/(1+1) = 1.0</a:t>
            </a:r>
          </a:p>
        </p:txBody>
      </p:sp>
      <p:sp>
        <p:nvSpPr>
          <p:cNvPr id="40" name="TextBox 39">
            <a:extLst>
              <a:ext uri="{FF2B5EF4-FFF2-40B4-BE49-F238E27FC236}">
                <a16:creationId xmlns:a16="http://schemas.microsoft.com/office/drawing/2014/main" id="{CC689E7A-C4E7-9080-C24C-F7AC9CE652D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97B02E56-1549-34BC-C37B-E32CF42F937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229788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806A-9522-2FB8-7DF9-458C47CADDC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D530476-A476-DFA5-2413-75228F20A6EB}"/>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15" name="TextBox 14">
            <a:extLst>
              <a:ext uri="{FF2B5EF4-FFF2-40B4-BE49-F238E27FC236}">
                <a16:creationId xmlns:a16="http://schemas.microsoft.com/office/drawing/2014/main" id="{B623A60C-4198-6180-A380-CB1A6D7ACFD5}"/>
              </a:ext>
            </a:extLst>
          </p:cNvPr>
          <p:cNvSpPr txBox="1"/>
          <p:nvPr/>
        </p:nvSpPr>
        <p:spPr>
          <a:xfrm>
            <a:off x="428625" y="1661561"/>
            <a:ext cx="5131387" cy="369332"/>
          </a:xfrm>
          <a:prstGeom prst="rect">
            <a:avLst/>
          </a:prstGeom>
          <a:noFill/>
        </p:spPr>
        <p:txBody>
          <a:bodyPr wrap="square">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Trace Reference (REF):</a:t>
            </a:r>
          </a:p>
        </p:txBody>
      </p:sp>
      <p:sp>
        <p:nvSpPr>
          <p:cNvPr id="17" name="TextBox 16">
            <a:extLst>
              <a:ext uri="{FF2B5EF4-FFF2-40B4-BE49-F238E27FC236}">
                <a16:creationId xmlns:a16="http://schemas.microsoft.com/office/drawing/2014/main" id="{8FFCD05E-1484-CFE9-4D9E-213B52BF030D}"/>
              </a:ext>
            </a:extLst>
          </p:cNvPr>
          <p:cNvSpPr txBox="1"/>
          <p:nvPr/>
        </p:nvSpPr>
        <p:spPr>
          <a:xfrm>
            <a:off x="428625" y="2117173"/>
            <a:ext cx="11615593" cy="938719"/>
          </a:xfrm>
          <a:prstGeom prst="rect">
            <a:avLst/>
          </a:prstGeom>
          <a:noFill/>
        </p:spPr>
        <p:txBody>
          <a:bodyPr wrap="square">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2026-06-18T10:07:15.693645Z|Aggregator.getAll|</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Aggregator.getAll</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|Command|Aggregator</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2026-06-18T10:07:15.694645Z|CPSLogger.flush|</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CPSLogger.flush</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|Command|CPSLogger</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2026-06-18T10:07:15.695645Z|CPSLogger.instance|</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CPSLogger.instance</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|Command|CPSLogger</a:t>
            </a:r>
          </a:p>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2026-06-18T10:07:15.697645Z|RAIILogStream.stream|Synchronization|SynchronizedRunnerMaster.runAllStages|Logging|RAIILogStream.stream|Command|RAIILogStream</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2026-06-18T10:07:15.698645Z|RAIILogStream.stream|</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|SynchronizedRunnerMaster.runStage|</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RAIILogStream.stream</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|Command|RAIILogStream</a:t>
            </a:r>
          </a:p>
        </p:txBody>
      </p:sp>
      <p:sp>
        <p:nvSpPr>
          <p:cNvPr id="19" name="TextBox 18">
            <a:extLst>
              <a:ext uri="{FF2B5EF4-FFF2-40B4-BE49-F238E27FC236}">
                <a16:creationId xmlns:a16="http://schemas.microsoft.com/office/drawing/2014/main" id="{62CFFCB7-63EF-8F08-A7F7-C417B75D26EC}"/>
              </a:ext>
            </a:extLst>
          </p:cNvPr>
          <p:cNvSpPr txBox="1"/>
          <p:nvPr/>
        </p:nvSpPr>
        <p:spPr>
          <a:xfrm>
            <a:off x="428625" y="4414406"/>
            <a:ext cx="7055073" cy="954107"/>
          </a:xfrm>
          <a:prstGeom prst="rect">
            <a:avLst/>
          </a:prstGeom>
          <a:noFill/>
        </p:spPr>
        <p:txBody>
          <a:bodyPr wrap="square">
            <a:spAutoFit/>
          </a:bodyPr>
          <a:lstStyle/>
          <a:p>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Aggregator.getAll</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CPSLogger.flush</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CPSLogger.instance</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RAIILogStream.stream</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a:t>
            </a:r>
            <a:endParaRPr lang="en-GB" sz="1400" b="1" dirty="0">
              <a:latin typeface="SFMono-Regular"/>
              <a:ea typeface="Sans Serif Collection" panose="020B0502040504020204" pitchFamily="34" charset="0"/>
              <a:cs typeface="Sans Serif Collection" panose="020B0502040504020204" pitchFamily="34" charset="0"/>
            </a:endParaRPr>
          </a:p>
        </p:txBody>
      </p:sp>
      <p:sp>
        <p:nvSpPr>
          <p:cNvPr id="20" name="TextBox 19">
            <a:extLst>
              <a:ext uri="{FF2B5EF4-FFF2-40B4-BE49-F238E27FC236}">
                <a16:creationId xmlns:a16="http://schemas.microsoft.com/office/drawing/2014/main" id="{9959943D-16F8-FD7E-D3A1-3F6B0F4D3AEF}"/>
              </a:ext>
            </a:extLst>
          </p:cNvPr>
          <p:cNvSpPr txBox="1"/>
          <p:nvPr/>
        </p:nvSpPr>
        <p:spPr>
          <a:xfrm>
            <a:off x="534324" y="4069376"/>
            <a:ext cx="2630848"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C3_Dynamic (GEN):</a:t>
            </a:r>
          </a:p>
        </p:txBody>
      </p:sp>
      <p:sp>
        <p:nvSpPr>
          <p:cNvPr id="21" name="TextBox 20">
            <a:extLst>
              <a:ext uri="{FF2B5EF4-FFF2-40B4-BE49-F238E27FC236}">
                <a16:creationId xmlns:a16="http://schemas.microsoft.com/office/drawing/2014/main" id="{05D051C7-8847-0726-C20F-5ADB629AAEAA}"/>
              </a:ext>
            </a:extLst>
          </p:cNvPr>
          <p:cNvSpPr txBox="1"/>
          <p:nvPr/>
        </p:nvSpPr>
        <p:spPr>
          <a:xfrm>
            <a:off x="7813177" y="4505850"/>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22" name="TextBox 21">
            <a:extLst>
              <a:ext uri="{FF2B5EF4-FFF2-40B4-BE49-F238E27FC236}">
                <a16:creationId xmlns:a16="http://schemas.microsoft.com/office/drawing/2014/main" id="{7ED56A24-5C82-81D6-C986-ED54275CD59A}"/>
              </a:ext>
            </a:extLst>
          </p:cNvPr>
          <p:cNvSpPr txBox="1"/>
          <p:nvPr/>
        </p:nvSpPr>
        <p:spPr>
          <a:xfrm>
            <a:off x="7813177" y="4711867"/>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23" name="TextBox 22">
            <a:extLst>
              <a:ext uri="{FF2B5EF4-FFF2-40B4-BE49-F238E27FC236}">
                <a16:creationId xmlns:a16="http://schemas.microsoft.com/office/drawing/2014/main" id="{B73F94EA-7E9E-F17E-D0FB-91FED87BE7AF}"/>
              </a:ext>
            </a:extLst>
          </p:cNvPr>
          <p:cNvSpPr txBox="1"/>
          <p:nvPr/>
        </p:nvSpPr>
        <p:spPr>
          <a:xfrm>
            <a:off x="7813177" y="4920262"/>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24" name="TextBox 23">
            <a:extLst>
              <a:ext uri="{FF2B5EF4-FFF2-40B4-BE49-F238E27FC236}">
                <a16:creationId xmlns:a16="http://schemas.microsoft.com/office/drawing/2014/main" id="{68F7883A-9BFA-127B-333C-3204547EBF69}"/>
              </a:ext>
            </a:extLst>
          </p:cNvPr>
          <p:cNvSpPr txBox="1"/>
          <p:nvPr/>
        </p:nvSpPr>
        <p:spPr>
          <a:xfrm>
            <a:off x="7813177" y="5135503"/>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6" name="TextBox 25">
            <a:extLst>
              <a:ext uri="{FF2B5EF4-FFF2-40B4-BE49-F238E27FC236}">
                <a16:creationId xmlns:a16="http://schemas.microsoft.com/office/drawing/2014/main" id="{7306C36F-F733-0E41-565C-FF5133938840}"/>
              </a:ext>
            </a:extLst>
          </p:cNvPr>
          <p:cNvSpPr txBox="1"/>
          <p:nvPr/>
        </p:nvSpPr>
        <p:spPr>
          <a:xfrm>
            <a:off x="8480975" y="4476368"/>
            <a:ext cx="2029691"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3AE356A7-EACB-10E4-307E-8BB1FC4AC6AB}"/>
              </a:ext>
            </a:extLst>
          </p:cNvPr>
          <p:cNvSpPr txBox="1"/>
          <p:nvPr/>
        </p:nvSpPr>
        <p:spPr>
          <a:xfrm>
            <a:off x="534324" y="5535015"/>
            <a:ext cx="11001894"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 =4 as it contains all 4 cases of Trace Reference, Hence TP = 4 for this case.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We can observe that GEN is textually identical to the REF after normalization is applied,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because S1's test coverage exercises every reference edge at runtime.</a:t>
            </a:r>
          </a:p>
        </p:txBody>
      </p:sp>
      <p:sp>
        <p:nvSpPr>
          <p:cNvPr id="40" name="TextBox 39">
            <a:extLst>
              <a:ext uri="{FF2B5EF4-FFF2-40B4-BE49-F238E27FC236}">
                <a16:creationId xmlns:a16="http://schemas.microsoft.com/office/drawing/2014/main" id="{ED3AA5E2-1BD1-B336-F35E-8365F3C01FE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DE5FC0F1-2196-5DD6-13AC-5DAC2B0DE6F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423395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74AA-4D6D-CBCF-0ADA-A1B3CD7046A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A9A3B78-F0AC-76C2-E064-DC2EECA0078A}"/>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dirty="0"/>
          </a:p>
        </p:txBody>
      </p:sp>
      <p:sp>
        <p:nvSpPr>
          <p:cNvPr id="27" name="TextBox 26">
            <a:extLst>
              <a:ext uri="{FF2B5EF4-FFF2-40B4-BE49-F238E27FC236}">
                <a16:creationId xmlns:a16="http://schemas.microsoft.com/office/drawing/2014/main" id="{F23EA95C-360A-0D0B-5C27-BF632774765F}"/>
              </a:ext>
            </a:extLst>
          </p:cNvPr>
          <p:cNvSpPr txBox="1"/>
          <p:nvPr/>
        </p:nvSpPr>
        <p:spPr>
          <a:xfrm>
            <a:off x="534324" y="3217925"/>
            <a:ext cx="9163858" cy="523220"/>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Union of C2's static edges and C3's dynamic edges. As C2 and C3 already found the same 4 edges independently, the union adds nothing new.</a:t>
            </a:r>
          </a:p>
        </p:txBody>
      </p:sp>
      <p:sp>
        <p:nvSpPr>
          <p:cNvPr id="40" name="TextBox 39">
            <a:extLst>
              <a:ext uri="{FF2B5EF4-FFF2-40B4-BE49-F238E27FC236}">
                <a16:creationId xmlns:a16="http://schemas.microsoft.com/office/drawing/2014/main" id="{55E7AED3-93A9-1D5C-FE78-4573D199D57A}"/>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5878B9BD-47DC-C95D-B026-17D78C89223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C227AF40-B59E-4DC6-9201-9D63807396A6}"/>
              </a:ext>
            </a:extLst>
          </p:cNvPr>
          <p:cNvSpPr txBox="1"/>
          <p:nvPr/>
        </p:nvSpPr>
        <p:spPr>
          <a:xfrm>
            <a:off x="428625" y="2196829"/>
            <a:ext cx="6808585" cy="954107"/>
          </a:xfrm>
          <a:prstGeom prst="rect">
            <a:avLst/>
          </a:prstGeom>
          <a:noFill/>
        </p:spPr>
        <p:txBody>
          <a:bodyPr wrap="square">
            <a:spAutoFit/>
          </a:bodyPr>
          <a:lstStyle/>
          <a:p>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"flush"</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"instance"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"stream"</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endPar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 name="TextBox 9">
            <a:extLst>
              <a:ext uri="{FF2B5EF4-FFF2-40B4-BE49-F238E27FC236}">
                <a16:creationId xmlns:a16="http://schemas.microsoft.com/office/drawing/2014/main" id="{08E1151E-5601-1AF4-F631-0D5CCF297AA5}"/>
              </a:ext>
            </a:extLst>
          </p:cNvPr>
          <p:cNvSpPr txBox="1"/>
          <p:nvPr/>
        </p:nvSpPr>
        <p:spPr>
          <a:xfrm>
            <a:off x="7769631" y="2182770"/>
            <a:ext cx="2113277"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3" name="TextBox 12">
            <a:extLst>
              <a:ext uri="{FF2B5EF4-FFF2-40B4-BE49-F238E27FC236}">
                <a16:creationId xmlns:a16="http://schemas.microsoft.com/office/drawing/2014/main" id="{9B1815C0-F261-66C5-B6E7-CFBA1C4F89ED}"/>
              </a:ext>
            </a:extLst>
          </p:cNvPr>
          <p:cNvSpPr txBox="1"/>
          <p:nvPr/>
        </p:nvSpPr>
        <p:spPr>
          <a:xfrm>
            <a:off x="7121425" y="2212252"/>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14" name="TextBox 13">
            <a:extLst>
              <a:ext uri="{FF2B5EF4-FFF2-40B4-BE49-F238E27FC236}">
                <a16:creationId xmlns:a16="http://schemas.microsoft.com/office/drawing/2014/main" id="{2FC9533D-0FF4-D08B-AC14-865A43403342}"/>
              </a:ext>
            </a:extLst>
          </p:cNvPr>
          <p:cNvSpPr txBox="1"/>
          <p:nvPr/>
        </p:nvSpPr>
        <p:spPr>
          <a:xfrm>
            <a:off x="7121425" y="2418269"/>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6" name="TextBox 15">
            <a:extLst>
              <a:ext uri="{FF2B5EF4-FFF2-40B4-BE49-F238E27FC236}">
                <a16:creationId xmlns:a16="http://schemas.microsoft.com/office/drawing/2014/main" id="{41B21C83-5EFF-5375-C62B-DC9000FE5E4F}"/>
              </a:ext>
            </a:extLst>
          </p:cNvPr>
          <p:cNvSpPr txBox="1"/>
          <p:nvPr/>
        </p:nvSpPr>
        <p:spPr>
          <a:xfrm>
            <a:off x="7121425" y="2626664"/>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8" name="TextBox 17">
            <a:extLst>
              <a:ext uri="{FF2B5EF4-FFF2-40B4-BE49-F238E27FC236}">
                <a16:creationId xmlns:a16="http://schemas.microsoft.com/office/drawing/2014/main" id="{73D0AFEF-52DC-88F7-C376-8946655B7640}"/>
              </a:ext>
            </a:extLst>
          </p:cNvPr>
          <p:cNvSpPr txBox="1"/>
          <p:nvPr/>
        </p:nvSpPr>
        <p:spPr>
          <a:xfrm>
            <a:off x="7121425" y="2841905"/>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5" name="TextBox 24">
            <a:extLst>
              <a:ext uri="{FF2B5EF4-FFF2-40B4-BE49-F238E27FC236}">
                <a16:creationId xmlns:a16="http://schemas.microsoft.com/office/drawing/2014/main" id="{64054E24-475D-FFAC-926E-D156B66E778A}"/>
              </a:ext>
            </a:extLst>
          </p:cNvPr>
          <p:cNvSpPr txBox="1"/>
          <p:nvPr/>
        </p:nvSpPr>
        <p:spPr>
          <a:xfrm>
            <a:off x="534324" y="1794575"/>
            <a:ext cx="3533340"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C4_ Static + Dynamic (GEN):</a:t>
            </a:r>
          </a:p>
        </p:txBody>
      </p:sp>
      <p:sp>
        <p:nvSpPr>
          <p:cNvPr id="28" name="TextBox 27">
            <a:extLst>
              <a:ext uri="{FF2B5EF4-FFF2-40B4-BE49-F238E27FC236}">
                <a16:creationId xmlns:a16="http://schemas.microsoft.com/office/drawing/2014/main" id="{425A9CC5-B847-EE8A-E484-EB4DBFFF0C0C}"/>
              </a:ext>
            </a:extLst>
          </p:cNvPr>
          <p:cNvSpPr txBox="1"/>
          <p:nvPr/>
        </p:nvSpPr>
        <p:spPr>
          <a:xfrm>
            <a:off x="534324" y="5705378"/>
            <a:ext cx="9163858" cy="523220"/>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The LLM synthesizes C2 + C3's evidence into the final diagram elements. With both inputs already agreeing perfectly, there's nothing left for the synthesis step to get wrong or prune False Positives.</a:t>
            </a:r>
          </a:p>
        </p:txBody>
      </p:sp>
      <p:sp>
        <p:nvSpPr>
          <p:cNvPr id="29" name="TextBox 28">
            <a:extLst>
              <a:ext uri="{FF2B5EF4-FFF2-40B4-BE49-F238E27FC236}">
                <a16:creationId xmlns:a16="http://schemas.microsoft.com/office/drawing/2014/main" id="{079455CA-5814-017E-F0C4-42BCC0C464B5}"/>
              </a:ext>
            </a:extLst>
          </p:cNvPr>
          <p:cNvSpPr txBox="1"/>
          <p:nvPr/>
        </p:nvSpPr>
        <p:spPr>
          <a:xfrm>
            <a:off x="428625" y="4635221"/>
            <a:ext cx="6808585" cy="954107"/>
          </a:xfrm>
          <a:prstGeom prst="rect">
            <a:avLst/>
          </a:prstGeom>
          <a:noFill/>
        </p:spPr>
        <p:txBody>
          <a:bodyPr wrap="square">
            <a:spAutoFit/>
          </a:bodyPr>
          <a:lstStyle/>
          <a:p>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"flush"</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"instance"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"stream"</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endPar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0" name="TextBox 29">
            <a:extLst>
              <a:ext uri="{FF2B5EF4-FFF2-40B4-BE49-F238E27FC236}">
                <a16:creationId xmlns:a16="http://schemas.microsoft.com/office/drawing/2014/main" id="{71A98A27-7CCA-E92C-B2A9-FB5B0BF59717}"/>
              </a:ext>
            </a:extLst>
          </p:cNvPr>
          <p:cNvSpPr txBox="1"/>
          <p:nvPr/>
        </p:nvSpPr>
        <p:spPr>
          <a:xfrm>
            <a:off x="7769631" y="4621162"/>
            <a:ext cx="2011677"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1" name="TextBox 30">
            <a:extLst>
              <a:ext uri="{FF2B5EF4-FFF2-40B4-BE49-F238E27FC236}">
                <a16:creationId xmlns:a16="http://schemas.microsoft.com/office/drawing/2014/main" id="{FB5694EB-F19C-E3F4-7B84-A37DE294016B}"/>
              </a:ext>
            </a:extLst>
          </p:cNvPr>
          <p:cNvSpPr txBox="1"/>
          <p:nvPr/>
        </p:nvSpPr>
        <p:spPr>
          <a:xfrm>
            <a:off x="7121425" y="4650644"/>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32" name="TextBox 31">
            <a:extLst>
              <a:ext uri="{FF2B5EF4-FFF2-40B4-BE49-F238E27FC236}">
                <a16:creationId xmlns:a16="http://schemas.microsoft.com/office/drawing/2014/main" id="{D503E535-B3BB-49AF-0BBB-98B53F26ECC8}"/>
              </a:ext>
            </a:extLst>
          </p:cNvPr>
          <p:cNvSpPr txBox="1"/>
          <p:nvPr/>
        </p:nvSpPr>
        <p:spPr>
          <a:xfrm>
            <a:off x="7121425" y="4856661"/>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33" name="TextBox 32">
            <a:extLst>
              <a:ext uri="{FF2B5EF4-FFF2-40B4-BE49-F238E27FC236}">
                <a16:creationId xmlns:a16="http://schemas.microsoft.com/office/drawing/2014/main" id="{B58FE0FB-DD7E-54F9-2913-D5249A3EDFDD}"/>
              </a:ext>
            </a:extLst>
          </p:cNvPr>
          <p:cNvSpPr txBox="1"/>
          <p:nvPr/>
        </p:nvSpPr>
        <p:spPr>
          <a:xfrm>
            <a:off x="7121425" y="5065056"/>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34" name="TextBox 33">
            <a:extLst>
              <a:ext uri="{FF2B5EF4-FFF2-40B4-BE49-F238E27FC236}">
                <a16:creationId xmlns:a16="http://schemas.microsoft.com/office/drawing/2014/main" id="{D09F3273-662D-2741-8BF2-3C1DC57B1E80}"/>
              </a:ext>
            </a:extLst>
          </p:cNvPr>
          <p:cNvSpPr txBox="1"/>
          <p:nvPr/>
        </p:nvSpPr>
        <p:spPr>
          <a:xfrm>
            <a:off x="7121425" y="5280297"/>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35" name="TextBox 34">
            <a:extLst>
              <a:ext uri="{FF2B5EF4-FFF2-40B4-BE49-F238E27FC236}">
                <a16:creationId xmlns:a16="http://schemas.microsoft.com/office/drawing/2014/main" id="{8A5FFB4B-B1D7-6DBC-15A5-CC96F1EA9663}"/>
              </a:ext>
            </a:extLst>
          </p:cNvPr>
          <p:cNvSpPr txBox="1"/>
          <p:nvPr/>
        </p:nvSpPr>
        <p:spPr>
          <a:xfrm>
            <a:off x="534324" y="4242203"/>
            <a:ext cx="423385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C5_ Static + Dynamic + LLM (GEN):</a:t>
            </a:r>
          </a:p>
        </p:txBody>
      </p:sp>
    </p:spTree>
    <p:extLst>
      <p:ext uri="{BB962C8B-B14F-4D97-AF65-F5344CB8AC3E}">
        <p14:creationId xmlns:p14="http://schemas.microsoft.com/office/powerpoint/2010/main" val="3645299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B36D21-B916-A199-9799-0981A80C6D9A}"/>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Explain the full pipeline - WIP</a:t>
            </a:r>
          </a:p>
        </p:txBody>
      </p:sp>
      <p:sp>
        <p:nvSpPr>
          <p:cNvPr id="5" name="Footer Placeholder 4">
            <a:extLst>
              <a:ext uri="{FF2B5EF4-FFF2-40B4-BE49-F238E27FC236}">
                <a16:creationId xmlns:a16="http://schemas.microsoft.com/office/drawing/2014/main" id="{C474FE20-4BA8-16D9-8060-A4417116A102}"/>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
        <p:nvSpPr>
          <p:cNvPr id="6" name="Slide Number Placeholder 5">
            <a:extLst>
              <a:ext uri="{FF2B5EF4-FFF2-40B4-BE49-F238E27FC236}">
                <a16:creationId xmlns:a16="http://schemas.microsoft.com/office/drawing/2014/main" id="{C18072AC-072F-49C5-5B3B-1FAED5C13EB7}"/>
              </a:ext>
            </a:extLst>
          </p:cNvPr>
          <p:cNvSpPr>
            <a:spLocks noGrp="1"/>
          </p:cNvSpPr>
          <p:nvPr>
            <p:ph type="sldNum" sz="quarter" idx="4"/>
          </p:nvPr>
        </p:nvSpPr>
        <p:spPr/>
        <p:txBody>
          <a:bodyPr/>
          <a:lstStyle/>
          <a:p>
            <a:fld id="{B5CEABB6-07DC-46E8-9B57-56EC44A396E5}" type="slidenum">
              <a:rPr lang="en-US" smtClean="0"/>
              <a:pPr/>
              <a:t>16</a:t>
            </a:fld>
            <a:endParaRPr lang="en-US" dirty="0"/>
          </a:p>
        </p:txBody>
      </p:sp>
      <p:sp>
        <p:nvSpPr>
          <p:cNvPr id="9" name="Rounded Rectangle 6">
            <a:extLst>
              <a:ext uri="{FF2B5EF4-FFF2-40B4-BE49-F238E27FC236}">
                <a16:creationId xmlns:a16="http://schemas.microsoft.com/office/drawing/2014/main" id="{F67DA75D-BA01-59C0-6058-F90F381727AC}"/>
              </a:ext>
            </a:extLst>
          </p:cNvPr>
          <p:cNvSpPr/>
          <p:nvPr/>
        </p:nvSpPr>
        <p:spPr>
          <a:xfrm>
            <a:off x="43488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FDDBAA1D-4978-DD43-AECE-111E2CE09F27}"/>
              </a:ext>
            </a:extLst>
          </p:cNvPr>
          <p:cNvSpPr txBox="1"/>
          <p:nvPr/>
        </p:nvSpPr>
        <p:spPr>
          <a:xfrm>
            <a:off x="434885" y="2717989"/>
            <a:ext cx="1463040" cy="822960"/>
          </a:xfrm>
          <a:prstGeom prst="rect">
            <a:avLst/>
          </a:prstGeom>
          <a:solidFill>
            <a:schemeClr val="accent4"/>
          </a:solidFill>
        </p:spPr>
        <p:txBody>
          <a:bodyPr wrap="square" lIns="45720" tIns="18288" rIns="45720" bIns="18288" anchor="t">
            <a:spAutoFit/>
          </a:bodyPr>
          <a:lstStyle/>
          <a:p>
            <a:pPr algn="ctr"/>
            <a:r>
              <a:rPr sz="1400" b="1" i="0" dirty="0">
                <a:solidFill>
                  <a:srgbClr val="FFFFFF"/>
                </a:solidFill>
                <a:latin typeface="Calibri"/>
              </a:rPr>
              <a:t>Static
Extraction</a:t>
            </a:r>
          </a:p>
        </p:txBody>
      </p:sp>
      <p:sp>
        <p:nvSpPr>
          <p:cNvPr id="11" name="TextBox 10">
            <a:extLst>
              <a:ext uri="{FF2B5EF4-FFF2-40B4-BE49-F238E27FC236}">
                <a16:creationId xmlns:a16="http://schemas.microsoft.com/office/drawing/2014/main" id="{6131DDA6-C79A-0468-49A9-2C55503100FA}"/>
              </a:ext>
            </a:extLst>
          </p:cNvPr>
          <p:cNvSpPr txBox="1"/>
          <p:nvPr/>
        </p:nvSpPr>
        <p:spPr>
          <a:xfrm>
            <a:off x="434885" y="3449509"/>
            <a:ext cx="1463040" cy="360099"/>
          </a:xfrm>
          <a:prstGeom prst="rect">
            <a:avLst/>
          </a:prstGeom>
          <a:solidFill>
            <a:schemeClr val="accent4"/>
          </a:solidFill>
        </p:spPr>
        <p:txBody>
          <a:bodyPr wrap="square" lIns="45720" tIns="18288" rIns="45720" bIns="18288" anchor="t">
            <a:spAutoFit/>
          </a:bodyPr>
          <a:lstStyle/>
          <a:p>
            <a:pPr algn="ctr"/>
            <a:r>
              <a:rPr sz="1050" b="0" i="0" dirty="0">
                <a:solidFill>
                  <a:srgbClr val="DCE6F0"/>
                </a:solidFill>
                <a:latin typeface="Calibri"/>
              </a:rPr>
              <a:t>Renaissance
C++ → </a:t>
            </a:r>
            <a:r>
              <a:rPr lang="nl-NL" sz="1050" b="0" i="0" dirty="0">
                <a:solidFill>
                  <a:srgbClr val="DCE6F0"/>
                </a:solidFill>
                <a:latin typeface="Calibri"/>
              </a:rPr>
              <a:t>Property </a:t>
            </a:r>
            <a:r>
              <a:rPr sz="1050" b="0" i="0" dirty="0">
                <a:solidFill>
                  <a:srgbClr val="DCE6F0"/>
                </a:solidFill>
                <a:latin typeface="Calibri"/>
              </a:rPr>
              <a:t>graph</a:t>
            </a:r>
          </a:p>
        </p:txBody>
      </p:sp>
      <p:sp>
        <p:nvSpPr>
          <p:cNvPr id="12" name="Right Arrow 9">
            <a:extLst>
              <a:ext uri="{FF2B5EF4-FFF2-40B4-BE49-F238E27FC236}">
                <a16:creationId xmlns:a16="http://schemas.microsoft.com/office/drawing/2014/main" id="{7E8F2812-226D-E0FA-8282-ABBDE62446E9}"/>
              </a:ext>
            </a:extLst>
          </p:cNvPr>
          <p:cNvSpPr/>
          <p:nvPr/>
        </p:nvSpPr>
        <p:spPr>
          <a:xfrm>
            <a:off x="1907069" y="3184333"/>
            <a:ext cx="164592" cy="219456"/>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0">
            <a:extLst>
              <a:ext uri="{FF2B5EF4-FFF2-40B4-BE49-F238E27FC236}">
                <a16:creationId xmlns:a16="http://schemas.microsoft.com/office/drawing/2014/main" id="{65E1C5F3-7E76-499A-8489-4182DAB21561}"/>
              </a:ext>
            </a:extLst>
          </p:cNvPr>
          <p:cNvSpPr/>
          <p:nvPr/>
        </p:nvSpPr>
        <p:spPr>
          <a:xfrm>
            <a:off x="208080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CCB30BCB-2E45-DE50-E06C-9F5BA08608EA}"/>
              </a:ext>
            </a:extLst>
          </p:cNvPr>
          <p:cNvSpPr txBox="1"/>
          <p:nvPr/>
        </p:nvSpPr>
        <p:spPr>
          <a:xfrm>
            <a:off x="2080805" y="2717989"/>
            <a:ext cx="1463040" cy="252377"/>
          </a:xfrm>
          <a:prstGeom prst="rect">
            <a:avLst/>
          </a:prstGeom>
          <a:solidFill>
            <a:schemeClr val="accent4"/>
          </a:solidFill>
        </p:spPr>
        <p:txBody>
          <a:bodyPr wrap="square" lIns="45720" tIns="18288" rIns="45720" bIns="18288" anchor="t">
            <a:spAutoFit/>
          </a:bodyPr>
          <a:lstStyle/>
          <a:p>
            <a:pPr algn="ctr"/>
            <a:r>
              <a:rPr lang="en-GB" sz="1400" b="1" i="0" dirty="0">
                <a:solidFill>
                  <a:srgbClr val="FFFFFF"/>
                </a:solidFill>
                <a:latin typeface="Calibri"/>
              </a:rPr>
              <a:t>Code graph query</a:t>
            </a:r>
            <a:endParaRPr sz="1400" b="1" i="0" dirty="0">
              <a:solidFill>
                <a:srgbClr val="FFFFFF"/>
              </a:solidFill>
              <a:latin typeface="Calibri"/>
            </a:endParaRPr>
          </a:p>
        </p:txBody>
      </p:sp>
      <p:sp>
        <p:nvSpPr>
          <p:cNvPr id="15" name="TextBox 14">
            <a:extLst>
              <a:ext uri="{FF2B5EF4-FFF2-40B4-BE49-F238E27FC236}">
                <a16:creationId xmlns:a16="http://schemas.microsoft.com/office/drawing/2014/main" id="{6EFA6801-F66F-B25B-9F73-38952F1ED9AA}"/>
              </a:ext>
            </a:extLst>
          </p:cNvPr>
          <p:cNvSpPr txBox="1"/>
          <p:nvPr/>
        </p:nvSpPr>
        <p:spPr>
          <a:xfrm>
            <a:off x="2080805" y="3449509"/>
            <a:ext cx="1463040" cy="521681"/>
          </a:xfrm>
          <a:prstGeom prst="rect">
            <a:avLst/>
          </a:prstGeom>
          <a:solidFill>
            <a:schemeClr val="accent4"/>
          </a:solidFill>
        </p:spPr>
        <p:txBody>
          <a:bodyPr wrap="square" lIns="45720" tIns="18288" rIns="45720" bIns="18288" anchor="t">
            <a:spAutoFit/>
          </a:bodyPr>
          <a:lstStyle/>
          <a:p>
            <a:pPr algn="ctr"/>
            <a:r>
              <a:rPr lang="it-IT" sz="1050" b="0" i="0" dirty="0">
                <a:solidFill>
                  <a:srgbClr val="DCE6F0"/>
                </a:solidFill>
                <a:latin typeface="Calibri"/>
              </a:rPr>
              <a:t>Property graph -&gt; scenario specific subgraph</a:t>
            </a:r>
            <a:endParaRPr sz="1050" b="0" i="0" dirty="0">
              <a:solidFill>
                <a:srgbClr val="DCE6F0"/>
              </a:solidFill>
              <a:latin typeface="Calibri"/>
            </a:endParaRPr>
          </a:p>
        </p:txBody>
      </p:sp>
      <p:sp>
        <p:nvSpPr>
          <p:cNvPr id="16" name="Right Arrow 13">
            <a:extLst>
              <a:ext uri="{FF2B5EF4-FFF2-40B4-BE49-F238E27FC236}">
                <a16:creationId xmlns:a16="http://schemas.microsoft.com/office/drawing/2014/main" id="{1DF9E9E5-637B-CDDA-EF27-2D55C0CD08E8}"/>
              </a:ext>
            </a:extLst>
          </p:cNvPr>
          <p:cNvSpPr/>
          <p:nvPr/>
        </p:nvSpPr>
        <p:spPr>
          <a:xfrm>
            <a:off x="3552989" y="3184333"/>
            <a:ext cx="164592" cy="219456"/>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4">
            <a:extLst>
              <a:ext uri="{FF2B5EF4-FFF2-40B4-BE49-F238E27FC236}">
                <a16:creationId xmlns:a16="http://schemas.microsoft.com/office/drawing/2014/main" id="{7295550B-92F8-F4F9-BA74-AADC61D14AF5}"/>
              </a:ext>
            </a:extLst>
          </p:cNvPr>
          <p:cNvSpPr/>
          <p:nvPr/>
        </p:nvSpPr>
        <p:spPr>
          <a:xfrm>
            <a:off x="372672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1DEC499D-EB1B-69C5-AE86-CA152F7FAD36}"/>
              </a:ext>
            </a:extLst>
          </p:cNvPr>
          <p:cNvSpPr txBox="1"/>
          <p:nvPr/>
        </p:nvSpPr>
        <p:spPr>
          <a:xfrm>
            <a:off x="3726725" y="2717989"/>
            <a:ext cx="1463040" cy="467820"/>
          </a:xfrm>
          <a:prstGeom prst="rect">
            <a:avLst/>
          </a:prstGeom>
          <a:solidFill>
            <a:schemeClr val="accent4"/>
          </a:solidFill>
        </p:spPr>
        <p:txBody>
          <a:bodyPr wrap="square" lIns="45720" tIns="18288" rIns="45720" bIns="18288" anchor="t">
            <a:spAutoFit/>
          </a:bodyPr>
          <a:lstStyle/>
          <a:p>
            <a:pPr algn="ctr"/>
            <a:r>
              <a:rPr lang="en-GB" sz="1400" b="1" i="0" dirty="0">
                <a:solidFill>
                  <a:srgbClr val="FFFFFF"/>
                </a:solidFill>
                <a:latin typeface="Calibri"/>
              </a:rPr>
              <a:t>Dependency</a:t>
            </a:r>
            <a:br>
              <a:rPr lang="en-GB" sz="1400" b="1" i="0" dirty="0">
                <a:solidFill>
                  <a:srgbClr val="FFFFFF"/>
                </a:solidFill>
                <a:latin typeface="Calibri"/>
              </a:rPr>
            </a:br>
            <a:r>
              <a:rPr lang="en-GB" sz="1400" b="1" i="0" dirty="0">
                <a:solidFill>
                  <a:srgbClr val="FFFFFF"/>
                </a:solidFill>
                <a:latin typeface="Calibri"/>
              </a:rPr>
              <a:t>Matrix  Extraction </a:t>
            </a:r>
            <a:endParaRPr sz="1400" b="1" i="0" dirty="0">
              <a:solidFill>
                <a:srgbClr val="FFFFFF"/>
              </a:solidFill>
              <a:latin typeface="Calibri"/>
            </a:endParaRPr>
          </a:p>
        </p:txBody>
      </p:sp>
      <p:sp>
        <p:nvSpPr>
          <p:cNvPr id="19" name="TextBox 18">
            <a:extLst>
              <a:ext uri="{FF2B5EF4-FFF2-40B4-BE49-F238E27FC236}">
                <a16:creationId xmlns:a16="http://schemas.microsoft.com/office/drawing/2014/main" id="{E09238A1-8FDF-5346-6DB2-824B43BD355B}"/>
              </a:ext>
            </a:extLst>
          </p:cNvPr>
          <p:cNvSpPr txBox="1"/>
          <p:nvPr/>
        </p:nvSpPr>
        <p:spPr>
          <a:xfrm>
            <a:off x="3717581" y="3525313"/>
            <a:ext cx="1463040" cy="360099"/>
          </a:xfrm>
          <a:prstGeom prst="rect">
            <a:avLst/>
          </a:prstGeom>
          <a:solidFill>
            <a:schemeClr val="accent4"/>
          </a:solidFill>
        </p:spPr>
        <p:txBody>
          <a:bodyPr wrap="square" lIns="45720" tIns="18288" rIns="45720" bIns="18288" anchor="t">
            <a:spAutoFit/>
          </a:bodyPr>
          <a:lstStyle/>
          <a:p>
            <a:pPr algn="ctr"/>
            <a:r>
              <a:rPr lang="en-GB" sz="1050" b="0" i="0" dirty="0">
                <a:solidFill>
                  <a:srgbClr val="DCE6F0"/>
                </a:solidFill>
                <a:latin typeface="Calibri"/>
              </a:rPr>
              <a:t>Subgraphs -&gt; dependency matrix</a:t>
            </a:r>
            <a:endParaRPr sz="1050" b="0" i="0" dirty="0">
              <a:solidFill>
                <a:srgbClr val="DCE6F0"/>
              </a:solidFill>
              <a:latin typeface="Calibri"/>
            </a:endParaRPr>
          </a:p>
        </p:txBody>
      </p:sp>
      <p:sp>
        <p:nvSpPr>
          <p:cNvPr id="20" name="Right Arrow 17">
            <a:extLst>
              <a:ext uri="{FF2B5EF4-FFF2-40B4-BE49-F238E27FC236}">
                <a16:creationId xmlns:a16="http://schemas.microsoft.com/office/drawing/2014/main" id="{012763AF-2817-AAEE-ADEA-641EEBCE92A7}"/>
              </a:ext>
            </a:extLst>
          </p:cNvPr>
          <p:cNvSpPr/>
          <p:nvPr/>
        </p:nvSpPr>
        <p:spPr>
          <a:xfrm>
            <a:off x="5198909" y="3184333"/>
            <a:ext cx="164592" cy="219456"/>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8">
            <a:extLst>
              <a:ext uri="{FF2B5EF4-FFF2-40B4-BE49-F238E27FC236}">
                <a16:creationId xmlns:a16="http://schemas.microsoft.com/office/drawing/2014/main" id="{CF2FA7A3-23CC-C455-D1E0-B8B0BAA84F3F}"/>
              </a:ext>
            </a:extLst>
          </p:cNvPr>
          <p:cNvSpPr/>
          <p:nvPr/>
        </p:nvSpPr>
        <p:spPr>
          <a:xfrm>
            <a:off x="5372645" y="2516821"/>
            <a:ext cx="1463040" cy="155448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48953178-FA2E-1AA0-558B-3A6DD849F07D}"/>
              </a:ext>
            </a:extLst>
          </p:cNvPr>
          <p:cNvSpPr txBox="1"/>
          <p:nvPr/>
        </p:nvSpPr>
        <p:spPr>
          <a:xfrm>
            <a:off x="5372645" y="2717989"/>
            <a:ext cx="1463040" cy="544765"/>
          </a:xfrm>
          <a:prstGeom prst="rect">
            <a:avLst/>
          </a:prstGeom>
          <a:solidFill>
            <a:schemeClr val="accent4"/>
          </a:solidFill>
        </p:spPr>
        <p:txBody>
          <a:bodyPr wrap="square" lIns="45720" tIns="18288" rIns="45720" bIns="18288" anchor="t">
            <a:spAutoFit/>
          </a:bodyPr>
          <a:lstStyle/>
          <a:p>
            <a:pPr algn="ctr"/>
            <a:r>
              <a:rPr lang="en-GB" sz="1100" b="1" dirty="0">
                <a:solidFill>
                  <a:srgbClr val="FFFFFF"/>
                </a:solidFill>
                <a:latin typeface="Calibri"/>
              </a:rPr>
              <a:t>Trace Instrumentation &amp; Runtime
Tracing </a:t>
            </a:r>
          </a:p>
        </p:txBody>
      </p:sp>
      <p:sp>
        <p:nvSpPr>
          <p:cNvPr id="23" name="TextBox 22">
            <a:extLst>
              <a:ext uri="{FF2B5EF4-FFF2-40B4-BE49-F238E27FC236}">
                <a16:creationId xmlns:a16="http://schemas.microsoft.com/office/drawing/2014/main" id="{43A2B4F0-1DF5-2207-2B29-A13C9103807E}"/>
              </a:ext>
            </a:extLst>
          </p:cNvPr>
          <p:cNvSpPr txBox="1"/>
          <p:nvPr/>
        </p:nvSpPr>
        <p:spPr>
          <a:xfrm>
            <a:off x="5372645" y="3449509"/>
            <a:ext cx="1463040" cy="521681"/>
          </a:xfrm>
          <a:prstGeom prst="rect">
            <a:avLst/>
          </a:prstGeom>
          <a:solidFill>
            <a:schemeClr val="accent4"/>
          </a:solidFill>
        </p:spPr>
        <p:txBody>
          <a:bodyPr wrap="square" lIns="45720" tIns="18288" rIns="45720" bIns="18288" anchor="t">
            <a:spAutoFit/>
          </a:bodyPr>
          <a:lstStyle/>
          <a:p>
            <a:pPr algn="ctr"/>
            <a:br>
              <a:rPr lang="en-GB" sz="1050" dirty="0">
                <a:solidFill>
                  <a:srgbClr val="DCE6F0"/>
                </a:solidFill>
                <a:latin typeface="Calibri"/>
              </a:rPr>
            </a:br>
            <a:r>
              <a:rPr lang="en-GB" sz="1050" dirty="0">
                <a:solidFill>
                  <a:srgbClr val="DCE6F0"/>
                </a:solidFill>
                <a:latin typeface="Calibri"/>
              </a:rPr>
              <a:t>Dependency matrix -&gt; Traces</a:t>
            </a:r>
          </a:p>
        </p:txBody>
      </p:sp>
      <p:sp>
        <p:nvSpPr>
          <p:cNvPr id="24" name="Right Arrow 21">
            <a:extLst>
              <a:ext uri="{FF2B5EF4-FFF2-40B4-BE49-F238E27FC236}">
                <a16:creationId xmlns:a16="http://schemas.microsoft.com/office/drawing/2014/main" id="{EB06631D-14DF-6146-25BF-F2D4075CE246}"/>
              </a:ext>
            </a:extLst>
          </p:cNvPr>
          <p:cNvSpPr/>
          <p:nvPr/>
        </p:nvSpPr>
        <p:spPr>
          <a:xfrm>
            <a:off x="6844829" y="3184332"/>
            <a:ext cx="1810512" cy="244667"/>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6">
            <a:extLst>
              <a:ext uri="{FF2B5EF4-FFF2-40B4-BE49-F238E27FC236}">
                <a16:creationId xmlns:a16="http://schemas.microsoft.com/office/drawing/2014/main" id="{1BD78E04-41C4-2DF6-3BB6-9340E46FE56C}"/>
              </a:ext>
            </a:extLst>
          </p:cNvPr>
          <p:cNvSpPr/>
          <p:nvPr/>
        </p:nvSpPr>
        <p:spPr>
          <a:xfrm>
            <a:off x="8664485" y="2516821"/>
            <a:ext cx="1463040" cy="182505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C75FA6BC-3E00-B89D-4115-2CDE401B2C01}"/>
              </a:ext>
            </a:extLst>
          </p:cNvPr>
          <p:cNvSpPr txBox="1"/>
          <p:nvPr/>
        </p:nvSpPr>
        <p:spPr>
          <a:xfrm>
            <a:off x="8664485" y="2717989"/>
            <a:ext cx="1463040" cy="467820"/>
          </a:xfrm>
          <a:prstGeom prst="rect">
            <a:avLst/>
          </a:prstGeom>
          <a:solidFill>
            <a:schemeClr val="accent4"/>
          </a:solidFill>
        </p:spPr>
        <p:txBody>
          <a:bodyPr wrap="square" lIns="45720" tIns="18288" rIns="45720" bIns="18288" anchor="t">
            <a:spAutoFit/>
          </a:bodyPr>
          <a:lstStyle/>
          <a:p>
            <a:pPr algn="ctr"/>
            <a:r>
              <a:rPr sz="1400" b="1" i="0" dirty="0">
                <a:solidFill>
                  <a:srgbClr val="FFFFFF"/>
                </a:solidFill>
                <a:latin typeface="Calibri"/>
              </a:rPr>
              <a:t>Agent</a:t>
            </a:r>
            <a:r>
              <a:rPr lang="nl-NL" sz="1400" b="1" i="0" dirty="0">
                <a:solidFill>
                  <a:srgbClr val="FFFFFF"/>
                </a:solidFill>
                <a:latin typeface="Calibri"/>
              </a:rPr>
              <a:t>ic</a:t>
            </a:r>
            <a:r>
              <a:rPr sz="1400" b="1" i="0" dirty="0">
                <a:solidFill>
                  <a:srgbClr val="FFFFFF"/>
                </a:solidFill>
                <a:latin typeface="Calibri"/>
              </a:rPr>
              <a:t>
Synthesis</a:t>
            </a:r>
          </a:p>
        </p:txBody>
      </p:sp>
      <p:sp>
        <p:nvSpPr>
          <p:cNvPr id="27" name="TextBox 26">
            <a:extLst>
              <a:ext uri="{FF2B5EF4-FFF2-40B4-BE49-F238E27FC236}">
                <a16:creationId xmlns:a16="http://schemas.microsoft.com/office/drawing/2014/main" id="{B3233CC1-3710-A11E-2253-FD3DFBFE80A4}"/>
              </a:ext>
            </a:extLst>
          </p:cNvPr>
          <p:cNvSpPr txBox="1"/>
          <p:nvPr/>
        </p:nvSpPr>
        <p:spPr>
          <a:xfrm>
            <a:off x="8664485" y="3449509"/>
            <a:ext cx="1463040" cy="521681"/>
          </a:xfrm>
          <a:prstGeom prst="rect">
            <a:avLst/>
          </a:prstGeom>
          <a:solidFill>
            <a:schemeClr val="accent4"/>
          </a:solidFill>
        </p:spPr>
        <p:txBody>
          <a:bodyPr wrap="square" lIns="45720" tIns="18288" rIns="45720" bIns="18288" anchor="t">
            <a:spAutoFit/>
          </a:bodyPr>
          <a:lstStyle/>
          <a:p>
            <a:pPr algn="ctr"/>
            <a:r>
              <a:rPr lang="nl-NL" sz="1050" b="0" i="0" dirty="0" err="1">
                <a:solidFill>
                  <a:srgbClr val="DCE6F0"/>
                </a:solidFill>
                <a:latin typeface="Calibri"/>
              </a:rPr>
              <a:t>Dependency</a:t>
            </a:r>
            <a:r>
              <a:rPr lang="nl-NL" sz="1050" b="0" i="0" dirty="0">
                <a:solidFill>
                  <a:srgbClr val="DCE6F0"/>
                </a:solidFill>
                <a:latin typeface="Calibri"/>
              </a:rPr>
              <a:t> Matrix + </a:t>
            </a:r>
            <a:r>
              <a:rPr lang="nl-NL" sz="1050" b="0" i="0" dirty="0" err="1">
                <a:solidFill>
                  <a:srgbClr val="DCE6F0"/>
                </a:solidFill>
                <a:latin typeface="Calibri"/>
              </a:rPr>
              <a:t>Traces</a:t>
            </a:r>
            <a:r>
              <a:rPr lang="nl-NL" sz="1050" b="0" i="0" dirty="0">
                <a:solidFill>
                  <a:srgbClr val="DCE6F0"/>
                </a:solidFill>
                <a:latin typeface="Calibri"/>
              </a:rPr>
              <a:t> -&gt; </a:t>
            </a:r>
            <a:r>
              <a:rPr lang="nl-NL" sz="1050" b="0" i="0" dirty="0" err="1">
                <a:solidFill>
                  <a:srgbClr val="DCE6F0"/>
                </a:solidFill>
                <a:latin typeface="Calibri"/>
              </a:rPr>
              <a:t>Elements</a:t>
            </a:r>
            <a:r>
              <a:rPr lang="nl-NL" sz="1050" b="0" i="0" dirty="0">
                <a:solidFill>
                  <a:srgbClr val="DCE6F0"/>
                </a:solidFill>
                <a:latin typeface="Calibri"/>
              </a:rPr>
              <a:t> + </a:t>
            </a:r>
            <a:r>
              <a:rPr lang="nl-NL" sz="1050" b="0" i="0" dirty="0" err="1">
                <a:solidFill>
                  <a:srgbClr val="DCE6F0"/>
                </a:solidFill>
                <a:latin typeface="Calibri"/>
              </a:rPr>
              <a:t>Traces</a:t>
            </a:r>
            <a:r>
              <a:rPr lang="nl-NL" sz="1050" b="0" i="0" dirty="0">
                <a:solidFill>
                  <a:srgbClr val="DCE6F0"/>
                </a:solidFill>
                <a:latin typeface="Calibri"/>
              </a:rPr>
              <a:t> complete list</a:t>
            </a:r>
            <a:endParaRPr sz="1050" b="0" i="0" dirty="0">
              <a:solidFill>
                <a:srgbClr val="DCE6F0"/>
              </a:solidFill>
              <a:latin typeface="Calibri"/>
            </a:endParaRPr>
          </a:p>
        </p:txBody>
      </p:sp>
      <p:sp>
        <p:nvSpPr>
          <p:cNvPr id="28" name="Right Arrow 29">
            <a:extLst>
              <a:ext uri="{FF2B5EF4-FFF2-40B4-BE49-F238E27FC236}">
                <a16:creationId xmlns:a16="http://schemas.microsoft.com/office/drawing/2014/main" id="{2F2EEC9B-6C19-5D9A-8537-FCE9FFD925DD}"/>
              </a:ext>
            </a:extLst>
          </p:cNvPr>
          <p:cNvSpPr/>
          <p:nvPr/>
        </p:nvSpPr>
        <p:spPr>
          <a:xfrm>
            <a:off x="10136669" y="3184333"/>
            <a:ext cx="164592" cy="219456"/>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30">
            <a:extLst>
              <a:ext uri="{FF2B5EF4-FFF2-40B4-BE49-F238E27FC236}">
                <a16:creationId xmlns:a16="http://schemas.microsoft.com/office/drawing/2014/main" id="{F939730D-E850-1DC3-2E56-28283D8FF253}"/>
              </a:ext>
            </a:extLst>
          </p:cNvPr>
          <p:cNvSpPr/>
          <p:nvPr/>
        </p:nvSpPr>
        <p:spPr>
          <a:xfrm>
            <a:off x="10310405" y="2516821"/>
            <a:ext cx="1463040" cy="1825050"/>
          </a:xfrm>
          <a:prstGeom prst="roundRect">
            <a:avLst>
              <a:gd name="adj" fmla="val 4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7755485D-E249-255F-456E-F51B6BDC6A5D}"/>
              </a:ext>
            </a:extLst>
          </p:cNvPr>
          <p:cNvSpPr txBox="1"/>
          <p:nvPr/>
        </p:nvSpPr>
        <p:spPr>
          <a:xfrm>
            <a:off x="10310405" y="2717989"/>
            <a:ext cx="1463040" cy="467820"/>
          </a:xfrm>
          <a:prstGeom prst="rect">
            <a:avLst/>
          </a:prstGeom>
          <a:solidFill>
            <a:schemeClr val="accent4"/>
          </a:solidFill>
        </p:spPr>
        <p:txBody>
          <a:bodyPr wrap="square" lIns="45720" tIns="18288" rIns="45720" bIns="18288" anchor="t">
            <a:spAutoFit/>
          </a:bodyPr>
          <a:lstStyle/>
          <a:p>
            <a:pPr algn="ctr"/>
            <a:r>
              <a:rPr sz="1400" b="1" i="0" dirty="0" err="1">
                <a:solidFill>
                  <a:srgbClr val="FFFFFF"/>
                </a:solidFill>
                <a:latin typeface="Calibri"/>
              </a:rPr>
              <a:t>SysML</a:t>
            </a:r>
            <a:r>
              <a:rPr sz="1400" b="1" i="0" dirty="0">
                <a:solidFill>
                  <a:srgbClr val="FFFFFF"/>
                </a:solidFill>
                <a:latin typeface="Calibri"/>
              </a:rPr>
              <a:t> v2
</a:t>
            </a:r>
            <a:r>
              <a:rPr lang="nl-NL" sz="1400" b="1" i="0" dirty="0">
                <a:solidFill>
                  <a:srgbClr val="FFFFFF"/>
                </a:solidFill>
                <a:latin typeface="Calibri"/>
              </a:rPr>
              <a:t> </a:t>
            </a:r>
            <a:r>
              <a:rPr lang="nl-NL" sz="1400" b="1" i="0" dirty="0" err="1">
                <a:solidFill>
                  <a:srgbClr val="FFFFFF"/>
                </a:solidFill>
                <a:latin typeface="Calibri"/>
              </a:rPr>
              <a:t>Generation</a:t>
            </a:r>
            <a:endParaRPr sz="1400" b="1" i="0" dirty="0">
              <a:solidFill>
                <a:srgbClr val="FFFFFF"/>
              </a:solidFill>
              <a:latin typeface="Calibri"/>
            </a:endParaRPr>
          </a:p>
        </p:txBody>
      </p:sp>
      <p:sp>
        <p:nvSpPr>
          <p:cNvPr id="31" name="TextBox 30">
            <a:extLst>
              <a:ext uri="{FF2B5EF4-FFF2-40B4-BE49-F238E27FC236}">
                <a16:creationId xmlns:a16="http://schemas.microsoft.com/office/drawing/2014/main" id="{5BF471CF-3301-AFAF-DA19-5DE7E3850E2A}"/>
              </a:ext>
            </a:extLst>
          </p:cNvPr>
          <p:cNvSpPr txBox="1"/>
          <p:nvPr/>
        </p:nvSpPr>
        <p:spPr>
          <a:xfrm>
            <a:off x="10310405" y="3449509"/>
            <a:ext cx="1463040" cy="548640"/>
          </a:xfrm>
          <a:prstGeom prst="rect">
            <a:avLst/>
          </a:prstGeom>
          <a:solidFill>
            <a:schemeClr val="accent4"/>
          </a:solidFill>
        </p:spPr>
        <p:txBody>
          <a:bodyPr wrap="square" lIns="45720" tIns="18288" rIns="45720" bIns="18288" anchor="t">
            <a:spAutoFit/>
          </a:bodyPr>
          <a:lstStyle/>
          <a:p>
            <a:pPr algn="ctr"/>
            <a:r>
              <a:rPr sz="1050" b="0" i="0" dirty="0">
                <a:solidFill>
                  <a:srgbClr val="DCE6F0"/>
                </a:solidFill>
                <a:latin typeface="Calibri"/>
              </a:rPr>
              <a:t>scenario
diagram</a:t>
            </a:r>
          </a:p>
        </p:txBody>
      </p:sp>
      <p:sp>
        <p:nvSpPr>
          <p:cNvPr id="32" name="Right Arrow 17">
            <a:extLst>
              <a:ext uri="{FF2B5EF4-FFF2-40B4-BE49-F238E27FC236}">
                <a16:creationId xmlns:a16="http://schemas.microsoft.com/office/drawing/2014/main" id="{EBB16298-963C-2D34-FB2C-CAFDE72AD868}"/>
              </a:ext>
            </a:extLst>
          </p:cNvPr>
          <p:cNvSpPr/>
          <p:nvPr/>
        </p:nvSpPr>
        <p:spPr>
          <a:xfrm>
            <a:off x="4377364" y="4107960"/>
            <a:ext cx="4287121" cy="233911"/>
          </a:xfrm>
          <a:prstGeom prst="rightArrow">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34199CA6-3349-29EC-16E6-96670A72284C}"/>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3" name="TextBox 2">
            <a:extLst>
              <a:ext uri="{FF2B5EF4-FFF2-40B4-BE49-F238E27FC236}">
                <a16:creationId xmlns:a16="http://schemas.microsoft.com/office/drawing/2014/main" id="{67743A13-4406-54B0-6642-093B3C99E6D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4132032354"/>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Results: Precision / Recall / F1</a:t>
            </a:r>
          </a:p>
        </p:txBody>
      </p:sp>
      <p:graphicFrame>
        <p:nvGraphicFramePr>
          <p:cNvPr id="3" name="Table Placeholder 2"/>
          <p:cNvGraphicFramePr>
            <a:graphicFrameLocks noGrp="1"/>
          </p:cNvGraphicFramePr>
          <p:nvPr>
            <p:ph type="tbl" sz="quarter" idx="10"/>
            <p:extLst>
              <p:ext uri="{D42A27DB-BD31-4B8C-83A1-F6EECF244321}">
                <p14:modId xmlns:p14="http://schemas.microsoft.com/office/powerpoint/2010/main" val="128259900"/>
              </p:ext>
            </p:extLst>
          </p:nvPr>
        </p:nvGraphicFramePr>
        <p:xfrm>
          <a:off x="929640" y="2316480"/>
          <a:ext cx="10331450" cy="2225040"/>
        </p:xfrm>
        <a:graphic>
          <a:graphicData uri="http://schemas.openxmlformats.org/drawingml/2006/table">
            <a:tbl>
              <a:tblPr firstRow="1" bandRow="1">
                <a:tableStyleId>{00A15C55-8517-42AA-B614-E9B94910E393}</a:tableStyleId>
              </a:tblPr>
              <a:tblGrid>
                <a:gridCol w="2582862">
                  <a:extLst>
                    <a:ext uri="{9D8B030D-6E8A-4147-A177-3AD203B41FA5}">
                      <a16:colId xmlns:a16="http://schemas.microsoft.com/office/drawing/2014/main" val="20000"/>
                    </a:ext>
                  </a:extLst>
                </a:gridCol>
                <a:gridCol w="2582862">
                  <a:extLst>
                    <a:ext uri="{9D8B030D-6E8A-4147-A177-3AD203B41FA5}">
                      <a16:colId xmlns:a16="http://schemas.microsoft.com/office/drawing/2014/main" val="20001"/>
                    </a:ext>
                  </a:extLst>
                </a:gridCol>
                <a:gridCol w="2582862">
                  <a:extLst>
                    <a:ext uri="{9D8B030D-6E8A-4147-A177-3AD203B41FA5}">
                      <a16:colId xmlns:a16="http://schemas.microsoft.com/office/drawing/2014/main" val="20002"/>
                    </a:ext>
                  </a:extLst>
                </a:gridCol>
                <a:gridCol w="2582864">
                  <a:extLst>
                    <a:ext uri="{9D8B030D-6E8A-4147-A177-3AD203B41FA5}">
                      <a16:colId xmlns:a16="http://schemas.microsoft.com/office/drawing/2014/main" val="20003"/>
                    </a:ext>
                  </a:extLst>
                </a:gridCol>
              </a:tblGrid>
              <a:tr h="370840">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nchor="ctr"/>
                </a:tc>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Happy-path (S1–S3)</a:t>
                      </a:r>
                    </a:p>
                  </a:txBody>
                  <a:tcPr anchor="ctr"/>
                </a:tc>
                <a:tc>
                  <a:txBody>
                    <a:bodyPr/>
                    <a:lstStyle/>
                    <a:p>
                      <a:r>
                        <a:rPr sz="1400" b="0"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 (S4)</a:t>
                      </a:r>
                    </a:p>
                  </a:txBody>
                  <a:tcPr anchor="ctr"/>
                </a:tc>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Overall (S1–S4)</a:t>
                      </a:r>
                    </a:p>
                  </a:txBody>
                  <a:tcPr anchor="ctr"/>
                </a:tc>
                <a:extLst>
                  <a:ext uri="{0D108BD9-81ED-4DB2-BD59-A6C34878D82A}">
                    <a16:rowId xmlns:a16="http://schemas.microsoft.com/office/drawing/2014/main" val="10000"/>
                  </a:ext>
                </a:extLst>
              </a:tr>
              <a:tr h="370840">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C1  LLM-only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 / 0.000 / 0.000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0.500 / 0.500 / 0.500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0.125 / 0.125 / 0.125</a:t>
                      </a:r>
                    </a:p>
                  </a:txBody>
                  <a:tcPr anchor="ctr"/>
                </a:tc>
                <a:extLst>
                  <a:ext uri="{0D108BD9-81ED-4DB2-BD59-A6C34878D82A}">
                    <a16:rowId xmlns:a16="http://schemas.microsoft.com/office/drawing/2014/main" val="10001"/>
                  </a:ext>
                </a:extLst>
              </a:tr>
              <a:tr h="370840">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C2  Static-only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0.867 / 1.000 / 0.917</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0.500 / 0.667</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 / 0.875 / 0.854</a:t>
                      </a:r>
                    </a:p>
                  </a:txBody>
                  <a:tcPr anchor="ctr"/>
                </a:tc>
                <a:extLst>
                  <a:ext uri="{0D108BD9-81ED-4DB2-BD59-A6C34878D82A}">
                    <a16:rowId xmlns:a16="http://schemas.microsoft.com/office/drawing/2014/main" val="10002"/>
                  </a:ext>
                </a:extLst>
              </a:tr>
              <a:tr h="370840">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C3  Dynamic-only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0.500 / 0.667</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0.875 / 0.917</a:t>
                      </a:r>
                    </a:p>
                  </a:txBody>
                  <a:tcPr anchor="ctr"/>
                </a:tc>
                <a:extLst>
                  <a:ext uri="{0D108BD9-81ED-4DB2-BD59-A6C34878D82A}">
                    <a16:rowId xmlns:a16="http://schemas.microsoft.com/office/drawing/2014/main" val="10003"/>
                  </a:ext>
                </a:extLst>
              </a:tr>
              <a:tr h="370840">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C4  Static ∪ Dynamic</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0.867 / 1.000 / 0.917</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 / 1.000 / 0.938</a:t>
                      </a:r>
                    </a:p>
                  </a:txBody>
                  <a:tcPr anchor="ctr"/>
                </a:tc>
                <a:extLst>
                  <a:ext uri="{0D108BD9-81ED-4DB2-BD59-A6C34878D82A}">
                    <a16:rowId xmlns:a16="http://schemas.microsoft.com/office/drawing/2014/main" val="10004"/>
                  </a:ext>
                </a:extLst>
              </a:tr>
              <a:tr h="370840">
                <a:tc>
                  <a:txBody>
                    <a:bodyPr/>
                    <a:lstStyle/>
                    <a:p>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C5  Full pipeline</a:t>
                      </a:r>
                    </a:p>
                  </a:txBody>
                  <a:tcPr anchor="ctr"/>
                </a:tc>
                <a:tc>
                  <a:txBody>
                    <a:bodyPr/>
                    <a:lstStyle/>
                    <a:p>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 / 1.000 / 0.952</a:t>
                      </a:r>
                    </a:p>
                  </a:txBody>
                  <a:tcPr anchor="ctr"/>
                </a:tc>
                <a:tc>
                  <a:txBody>
                    <a:bodyPr/>
                    <a:lstStyle/>
                    <a:p>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0.938 / 1.000 / 0.964</a:t>
                      </a:r>
                    </a:p>
                  </a:txBody>
                  <a:tcPr anchor="ctr"/>
                </a:tc>
                <a:extLst>
                  <a:ext uri="{0D108BD9-81ED-4DB2-BD59-A6C34878D82A}">
                    <a16:rowId xmlns:a16="http://schemas.microsoft.com/office/drawing/2014/main" val="10005"/>
                  </a:ext>
                </a:extLst>
              </a:tr>
            </a:tbl>
          </a:graphicData>
        </a:graphic>
      </p:graphicFrame>
      <p:sp>
        <p:nvSpPr>
          <p:cNvPr id="4" name="TextBox 3">
            <a:extLst>
              <a:ext uri="{FF2B5EF4-FFF2-40B4-BE49-F238E27FC236}">
                <a16:creationId xmlns:a16="http://schemas.microsoft.com/office/drawing/2014/main" id="{5531B02A-EC30-C795-96EF-5352ACF6C27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13</a:t>
            </a:r>
          </a:p>
        </p:txBody>
      </p:sp>
      <p:sp>
        <p:nvSpPr>
          <p:cNvPr id="5" name="TextBox 4">
            <a:extLst>
              <a:ext uri="{FF2B5EF4-FFF2-40B4-BE49-F238E27FC236}">
                <a16:creationId xmlns:a16="http://schemas.microsoft.com/office/drawing/2014/main" id="{48DB3560-D545-A199-4307-F60C89526A7C}"/>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103F-EE4D-510D-C473-DDC368156B0D}"/>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1 - Outputs</a:t>
            </a:r>
          </a:p>
        </p:txBody>
      </p:sp>
      <p:sp>
        <p:nvSpPr>
          <p:cNvPr id="14" name="Content Placeholder 3">
            <a:extLst>
              <a:ext uri="{FF2B5EF4-FFF2-40B4-BE49-F238E27FC236}">
                <a16:creationId xmlns:a16="http://schemas.microsoft.com/office/drawing/2014/main" id="{8B156FB7-57E9-208A-E480-0BBCAFB87E9E}"/>
              </a:ext>
            </a:extLst>
          </p:cNvPr>
          <p:cNvSpPr>
            <a:spLocks noGrp="1"/>
          </p:cNvSpPr>
          <p:nvPr>
            <p:ph sz="quarter" idx="11"/>
          </p:nvPr>
        </p:nvSpPr>
        <p:spPr>
          <a:xfrm>
            <a:off x="8943975" y="2153285"/>
            <a:ext cx="2501265" cy="3500438"/>
          </a:xfrm>
        </p:spPr>
        <p:txBody>
          <a:bodyPr>
            <a:normAutofit/>
          </a:bodyPr>
          <a:lstStyle/>
          <a:p>
            <a:r>
              <a:rPr lang="en-GB" b="0" dirty="0">
                <a:effectLst/>
              </a:rPr>
              <a:t>S1 - S</a:t>
            </a:r>
            <a:r>
              <a:rPr lang="en-GB" b="0" dirty="0"/>
              <a:t>hows the widest fan-in: 4 Synchronization drivers all reach into both Aggregation and Logging</a:t>
            </a:r>
            <a:r>
              <a:rPr lang="en-GB" b="0" dirty="0">
                <a:effectLst/>
              </a:rPr>
              <a:t>. </a:t>
            </a:r>
          </a:p>
          <a:p>
            <a:r>
              <a:rPr lang="en-GB" b="0" dirty="0">
                <a:effectLst/>
              </a:rPr>
              <a:t>4 reference interactions.</a:t>
            </a:r>
            <a:endParaRPr lang="en-US" b="0" dirty="0"/>
          </a:p>
        </p:txBody>
      </p:sp>
      <p:sp>
        <p:nvSpPr>
          <p:cNvPr id="3" name="TextBox 2">
            <a:extLst>
              <a:ext uri="{FF2B5EF4-FFF2-40B4-BE49-F238E27FC236}">
                <a16:creationId xmlns:a16="http://schemas.microsoft.com/office/drawing/2014/main" id="{48B9F016-1298-3E60-CB3A-D6A94FC33D0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4" name="TextBox 3">
            <a:extLst>
              <a:ext uri="{FF2B5EF4-FFF2-40B4-BE49-F238E27FC236}">
                <a16:creationId xmlns:a16="http://schemas.microsoft.com/office/drawing/2014/main" id="{BCB0B5C9-7EEF-37C1-699A-FAE77C0AFD6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8" name="Picture 7">
            <a:extLst>
              <a:ext uri="{FF2B5EF4-FFF2-40B4-BE49-F238E27FC236}">
                <a16:creationId xmlns:a16="http://schemas.microsoft.com/office/drawing/2014/main" id="{BB88C0FE-0CB0-16FF-DC63-014EFF9E94D9}"/>
              </a:ext>
            </a:extLst>
          </p:cNvPr>
          <p:cNvPicPr>
            <a:picLocks noChangeAspect="1"/>
          </p:cNvPicPr>
          <p:nvPr/>
        </p:nvPicPr>
        <p:blipFill>
          <a:blip r:embed="rId2"/>
          <a:srcRect l="-1" r="151" b="27598"/>
          <a:stretch>
            <a:fillRect/>
          </a:stretch>
        </p:blipFill>
        <p:spPr>
          <a:xfrm>
            <a:off x="1137641" y="1904624"/>
            <a:ext cx="6625233" cy="3997760"/>
          </a:xfrm>
          <a:prstGeom prst="rect">
            <a:avLst/>
          </a:prstGeom>
        </p:spPr>
      </p:pic>
      <p:pic>
        <p:nvPicPr>
          <p:cNvPr id="17" name="Picture 16">
            <a:extLst>
              <a:ext uri="{FF2B5EF4-FFF2-40B4-BE49-F238E27FC236}">
                <a16:creationId xmlns:a16="http://schemas.microsoft.com/office/drawing/2014/main" id="{4F642515-1E5E-BFF4-F49C-22DEAA740FD6}"/>
              </a:ext>
            </a:extLst>
          </p:cNvPr>
          <p:cNvPicPr>
            <a:picLocks noChangeAspect="1"/>
          </p:cNvPicPr>
          <p:nvPr/>
        </p:nvPicPr>
        <p:blipFill>
          <a:blip r:embed="rId3"/>
          <a:stretch>
            <a:fillRect/>
          </a:stretch>
        </p:blipFill>
        <p:spPr>
          <a:xfrm>
            <a:off x="2692647" y="1466850"/>
            <a:ext cx="3618273" cy="4906037"/>
          </a:xfrm>
          <a:prstGeom prst="rect">
            <a:avLst/>
          </a:prstGeom>
        </p:spPr>
      </p:pic>
    </p:spTree>
    <p:extLst>
      <p:ext uri="{BB962C8B-B14F-4D97-AF65-F5344CB8AC3E}">
        <p14:creationId xmlns:p14="http://schemas.microsoft.com/office/powerpoint/2010/main" val="306299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FFE7F-039D-C2FE-795F-D083DD4E7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13012-09D3-1A9B-AF4C-9E8DC15FDCBF}"/>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2 - Outputs</a:t>
            </a:r>
          </a:p>
        </p:txBody>
      </p:sp>
      <p:sp>
        <p:nvSpPr>
          <p:cNvPr id="14" name="Content Placeholder 3">
            <a:extLst>
              <a:ext uri="{FF2B5EF4-FFF2-40B4-BE49-F238E27FC236}">
                <a16:creationId xmlns:a16="http://schemas.microsoft.com/office/drawing/2014/main" id="{BB946E48-A58A-E341-8E2A-B86689F2CD99}"/>
              </a:ext>
            </a:extLst>
          </p:cNvPr>
          <p:cNvSpPr>
            <a:spLocks noGrp="1"/>
          </p:cNvSpPr>
          <p:nvPr>
            <p:ph sz="quarter" idx="11"/>
          </p:nvPr>
        </p:nvSpPr>
        <p:spPr>
          <a:xfrm>
            <a:off x="8829675" y="2153285"/>
            <a:ext cx="2800350" cy="3500438"/>
          </a:xfrm>
        </p:spPr>
        <p:txBody>
          <a:bodyPr>
            <a:normAutofit lnSpcReduction="10000"/>
          </a:bodyPr>
          <a:lstStyle/>
          <a:p>
            <a:r>
              <a:rPr lang="en-GB" sz="1600" b="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S2 - </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one linear dependency, Configuration into Logging.</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A mostly-static, linear chain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PropertyMapper.add</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variants →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RAIILogStream.stream</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The easy-case baseline — expected to be reconstructed well even by static-only analysis.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1 reference interaction.</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B128BC2B-94F5-40A0-104F-D7C5D5C4093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9</a:t>
            </a:r>
          </a:p>
        </p:txBody>
      </p:sp>
      <p:sp>
        <p:nvSpPr>
          <p:cNvPr id="4" name="TextBox 3">
            <a:extLst>
              <a:ext uri="{FF2B5EF4-FFF2-40B4-BE49-F238E27FC236}">
                <a16:creationId xmlns:a16="http://schemas.microsoft.com/office/drawing/2014/main" id="{E3EFD9A6-1174-C260-72E8-68D6B95E706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BCAE6351-408C-E6CE-2450-FC9BD3895183}"/>
              </a:ext>
            </a:extLst>
          </p:cNvPr>
          <p:cNvPicPr>
            <a:picLocks noGrp="1" noChangeAspect="1"/>
          </p:cNvPicPr>
          <p:nvPr>
            <p:ph sz="quarter" idx="10"/>
          </p:nvPr>
        </p:nvPicPr>
        <p:blipFill>
          <a:blip r:embed="rId2"/>
          <a:srcRect b="44490"/>
          <a:stretch>
            <a:fillRect/>
          </a:stretch>
        </p:blipFill>
        <p:spPr>
          <a:xfrm>
            <a:off x="561975" y="2153285"/>
            <a:ext cx="7264552" cy="2988291"/>
          </a:xfrm>
          <a:prstGeom prst="rect">
            <a:avLst/>
          </a:prstGeom>
        </p:spPr>
      </p:pic>
      <p:pic>
        <p:nvPicPr>
          <p:cNvPr id="16" name="Picture 15">
            <a:extLst>
              <a:ext uri="{FF2B5EF4-FFF2-40B4-BE49-F238E27FC236}">
                <a16:creationId xmlns:a16="http://schemas.microsoft.com/office/drawing/2014/main" id="{24C3D150-F0D0-9CB0-D171-C532DC4ACE1C}"/>
              </a:ext>
            </a:extLst>
          </p:cNvPr>
          <p:cNvPicPr>
            <a:picLocks noChangeAspect="1"/>
          </p:cNvPicPr>
          <p:nvPr/>
        </p:nvPicPr>
        <p:blipFill>
          <a:blip r:embed="rId3"/>
          <a:stretch>
            <a:fillRect/>
          </a:stretch>
        </p:blipFill>
        <p:spPr>
          <a:xfrm>
            <a:off x="2421738" y="1665772"/>
            <a:ext cx="3534052" cy="4454820"/>
          </a:xfrm>
          <a:prstGeom prst="rect">
            <a:avLst/>
          </a:prstGeom>
        </p:spPr>
      </p:pic>
    </p:spTree>
    <p:extLst>
      <p:ext uri="{BB962C8B-B14F-4D97-AF65-F5344CB8AC3E}">
        <p14:creationId xmlns:p14="http://schemas.microsoft.com/office/powerpoint/2010/main" val="369316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988A3-739E-A37C-CCFC-80A2DBFAD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B3EBF-0089-0D25-E22E-2591D97635DE}"/>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3 - Outputs</a:t>
            </a:r>
          </a:p>
        </p:txBody>
      </p:sp>
      <p:sp>
        <p:nvSpPr>
          <p:cNvPr id="14" name="Content Placeholder 3">
            <a:extLst>
              <a:ext uri="{FF2B5EF4-FFF2-40B4-BE49-F238E27FC236}">
                <a16:creationId xmlns:a16="http://schemas.microsoft.com/office/drawing/2014/main" id="{472A5C7C-CF41-EB33-D803-4DA391B6E073}"/>
              </a:ext>
            </a:extLst>
          </p:cNvPr>
          <p:cNvSpPr>
            <a:spLocks noGrp="1"/>
          </p:cNvSpPr>
          <p:nvPr>
            <p:ph sz="quarter" idx="11"/>
          </p:nvPr>
        </p:nvSpPr>
        <p:spPr>
          <a:xfrm>
            <a:off x="8215744" y="2153284"/>
            <a:ext cx="3480955" cy="3866515"/>
          </a:xfrm>
        </p:spPr>
        <p:txBody>
          <a:bodyPr>
            <a:normAutofit/>
          </a:bodyPr>
          <a:lstStyle/>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S3 -  fans out from Synchronization to all three of the other modules at once: the case where static analysis alone produces false-positive edges.</a:t>
            </a:r>
          </a:p>
          <a:p>
            <a:pPr>
              <a:lnSpc>
                <a:spcPct val="100000"/>
              </a:lnSpc>
            </a:pP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SimpleRunner.runStage</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to Aggregator,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EnumMap</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Logging simultaneously. The hardest static case — templated static dispatch produces two false-positive static edges (flush, instance) that only the full fusion pipeline (C5) eliminates. </a:t>
            </a:r>
          </a:p>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3 reference interactions.</a:t>
            </a:r>
            <a:endParaRPr lang="en-US" sz="14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96AB0BF1-6AD8-449B-1D8E-6C32AF38399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10</a:t>
            </a:r>
          </a:p>
        </p:txBody>
      </p:sp>
      <p:sp>
        <p:nvSpPr>
          <p:cNvPr id="4" name="TextBox 3">
            <a:extLst>
              <a:ext uri="{FF2B5EF4-FFF2-40B4-BE49-F238E27FC236}">
                <a16:creationId xmlns:a16="http://schemas.microsoft.com/office/drawing/2014/main" id="{F128088E-42DF-9D32-0C98-7CDC9B6BF48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EE68DBF6-7A08-92EE-6F15-24CE0A8EAFF5}"/>
              </a:ext>
            </a:extLst>
          </p:cNvPr>
          <p:cNvPicPr>
            <a:picLocks noGrp="1" noChangeAspect="1"/>
          </p:cNvPicPr>
          <p:nvPr>
            <p:ph sz="quarter" idx="10"/>
          </p:nvPr>
        </p:nvPicPr>
        <p:blipFill>
          <a:blip r:embed="rId2"/>
          <a:srcRect b="31429"/>
          <a:stretch>
            <a:fillRect/>
          </a:stretch>
        </p:blipFill>
        <p:spPr>
          <a:xfrm>
            <a:off x="746760" y="2016638"/>
            <a:ext cx="5116191" cy="3866514"/>
          </a:xfrm>
          <a:prstGeom prst="rect">
            <a:avLst/>
          </a:prstGeom>
        </p:spPr>
      </p:pic>
      <p:pic>
        <p:nvPicPr>
          <p:cNvPr id="18" name="Picture 17">
            <a:extLst>
              <a:ext uri="{FF2B5EF4-FFF2-40B4-BE49-F238E27FC236}">
                <a16:creationId xmlns:a16="http://schemas.microsoft.com/office/drawing/2014/main" id="{A52FE456-DDB6-CD81-B55B-05931718A559}"/>
              </a:ext>
            </a:extLst>
          </p:cNvPr>
          <p:cNvPicPr>
            <a:picLocks noChangeAspect="1"/>
          </p:cNvPicPr>
          <p:nvPr/>
        </p:nvPicPr>
        <p:blipFill>
          <a:blip r:embed="rId3"/>
          <a:stretch>
            <a:fillRect/>
          </a:stretch>
        </p:blipFill>
        <p:spPr>
          <a:xfrm>
            <a:off x="746760" y="1869660"/>
            <a:ext cx="6430808" cy="4433762"/>
          </a:xfrm>
          <a:prstGeom prst="rect">
            <a:avLst/>
          </a:prstGeom>
        </p:spPr>
      </p:pic>
    </p:spTree>
    <p:extLst>
      <p:ext uri="{BB962C8B-B14F-4D97-AF65-F5344CB8AC3E}">
        <p14:creationId xmlns:p14="http://schemas.microsoft.com/office/powerpoint/2010/main" val="339531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44CD-CE73-7859-BC26-271A6D4FF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2E4AC-6480-D0E8-A817-3ECB7A309C5C}"/>
              </a:ext>
            </a:extLst>
          </p:cNvPr>
          <p:cNvSpPr>
            <a:spLocks noGrp="1"/>
          </p:cNvSpPr>
          <p:nvPr>
            <p:ph type="title"/>
          </p:nvPr>
        </p:nvSpPr>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4 - Outputs</a:t>
            </a:r>
          </a:p>
        </p:txBody>
      </p:sp>
      <p:sp>
        <p:nvSpPr>
          <p:cNvPr id="14" name="Content Placeholder 3">
            <a:extLst>
              <a:ext uri="{FF2B5EF4-FFF2-40B4-BE49-F238E27FC236}">
                <a16:creationId xmlns:a16="http://schemas.microsoft.com/office/drawing/2014/main" id="{7991A684-3ACB-260E-155A-19EF57C0FE6F}"/>
              </a:ext>
            </a:extLst>
          </p:cNvPr>
          <p:cNvSpPr>
            <a:spLocks noGrp="1"/>
          </p:cNvSpPr>
          <p:nvPr>
            <p:ph sz="quarter" idx="10"/>
          </p:nvPr>
        </p:nvSpPr>
        <p:spPr/>
        <p:txBody>
          <a:bodyPr>
            <a:normAutofit/>
          </a:bodyPr>
          <a:lstStyle/>
          <a:p>
            <a:pPr>
              <a:lnSpc>
                <a:spcPct val="10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S4</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is the constructed dual-gap case: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StageEventBridge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has two outgoing edges and each evidence source only sees one of them.</a:t>
            </a:r>
          </a:p>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The amber edge is static-only (runtime-suppressed) and the blue dashed edge is dynamic-only (no static call site at all).</a:t>
            </a:r>
          </a:p>
          <a:p>
            <a:pPr>
              <a:lnSpc>
                <a:spcPct val="100000"/>
              </a:lnSpc>
            </a:pP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The only scenario where static and dynamic each catch a different edge, so combination is strictly additive.</a:t>
            </a:r>
            <a:endParaRPr lang="en-US"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 name="Picture 9">
            <a:extLst>
              <a:ext uri="{FF2B5EF4-FFF2-40B4-BE49-F238E27FC236}">
                <a16:creationId xmlns:a16="http://schemas.microsoft.com/office/drawing/2014/main" id="{C5EFB625-46B3-AE47-020B-42A774C99EAF}"/>
              </a:ext>
            </a:extLst>
          </p:cNvPr>
          <p:cNvPicPr>
            <a:picLocks noChangeAspect="1"/>
          </p:cNvPicPr>
          <p:nvPr/>
        </p:nvPicPr>
        <p:blipFill>
          <a:blip r:embed="rId2"/>
          <a:stretch>
            <a:fillRect/>
          </a:stretch>
        </p:blipFill>
        <p:spPr>
          <a:xfrm>
            <a:off x="6177988" y="4103996"/>
            <a:ext cx="5495956" cy="1984651"/>
          </a:xfrm>
          <a:prstGeom prst="rect">
            <a:avLst/>
          </a:prstGeom>
        </p:spPr>
      </p:pic>
      <p:sp>
        <p:nvSpPr>
          <p:cNvPr id="3" name="TextBox 2">
            <a:extLst>
              <a:ext uri="{FF2B5EF4-FFF2-40B4-BE49-F238E27FC236}">
                <a16:creationId xmlns:a16="http://schemas.microsoft.com/office/drawing/2014/main" id="{1356C986-3857-3D8D-DC6E-8FE1FA535F5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a:t>
            </a:r>
          </a:p>
        </p:txBody>
      </p:sp>
      <p:sp>
        <p:nvSpPr>
          <p:cNvPr id="4" name="TextBox 3">
            <a:extLst>
              <a:ext uri="{FF2B5EF4-FFF2-40B4-BE49-F238E27FC236}">
                <a16:creationId xmlns:a16="http://schemas.microsoft.com/office/drawing/2014/main" id="{8B04B0F6-7FC6-006C-D2E8-9B9E14841B6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2" name="Picture 11">
            <a:extLst>
              <a:ext uri="{FF2B5EF4-FFF2-40B4-BE49-F238E27FC236}">
                <a16:creationId xmlns:a16="http://schemas.microsoft.com/office/drawing/2014/main" id="{6579923C-5ECF-A216-28C0-1CCFB776929D}"/>
              </a:ext>
            </a:extLst>
          </p:cNvPr>
          <p:cNvPicPr>
            <a:picLocks noChangeAspect="1"/>
          </p:cNvPicPr>
          <p:nvPr/>
        </p:nvPicPr>
        <p:blipFill>
          <a:blip r:embed="rId3"/>
          <a:srcRect r="-277" b="33036"/>
          <a:stretch>
            <a:fillRect/>
          </a:stretch>
        </p:blipFill>
        <p:spPr>
          <a:xfrm>
            <a:off x="6589572" y="769353"/>
            <a:ext cx="4672788" cy="2990417"/>
          </a:xfrm>
          <a:prstGeom prst="rect">
            <a:avLst/>
          </a:prstGeom>
        </p:spPr>
      </p:pic>
      <p:pic>
        <p:nvPicPr>
          <p:cNvPr id="15" name="Picture 14">
            <a:extLst>
              <a:ext uri="{FF2B5EF4-FFF2-40B4-BE49-F238E27FC236}">
                <a16:creationId xmlns:a16="http://schemas.microsoft.com/office/drawing/2014/main" id="{8BB7A609-3321-72E2-EA44-866E70EFCA57}"/>
              </a:ext>
            </a:extLst>
          </p:cNvPr>
          <p:cNvPicPr>
            <a:picLocks noChangeAspect="1"/>
          </p:cNvPicPr>
          <p:nvPr/>
        </p:nvPicPr>
        <p:blipFill>
          <a:blip r:embed="rId4"/>
          <a:stretch>
            <a:fillRect/>
          </a:stretch>
        </p:blipFill>
        <p:spPr>
          <a:xfrm>
            <a:off x="6177988" y="772588"/>
            <a:ext cx="5314950" cy="2987182"/>
          </a:xfrm>
          <a:prstGeom prst="rect">
            <a:avLst/>
          </a:prstGeom>
        </p:spPr>
      </p:pic>
    </p:spTree>
    <p:extLst>
      <p:ext uri="{BB962C8B-B14F-4D97-AF65-F5344CB8AC3E}">
        <p14:creationId xmlns:p14="http://schemas.microsoft.com/office/powerpoint/2010/main" val="209728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Interpretation — Why the Numbers Look This Way</a:t>
            </a:r>
          </a:p>
        </p:txBody>
      </p:sp>
      <p:sp>
        <p:nvSpPr>
          <p:cNvPr id="3" name="Content Placeholder 2"/>
          <p:cNvSpPr>
            <a:spLocks noGrp="1"/>
          </p:cNvSpPr>
          <p:nvPr>
            <p:ph sz="quarter" idx="11"/>
          </p:nvPr>
        </p:nvSpPr>
        <p:spPr>
          <a:xfrm>
            <a:off x="6210301" y="1020445"/>
            <a:ext cx="5067662" cy="5029200"/>
          </a:xfrm>
        </p:spPr>
        <p:txBody>
          <a:bodyPr>
            <a:normAutofit fontScale="77500" lnSpcReduction="20000"/>
          </a:bodyPr>
          <a:lstStyle/>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Fusion additive on S4</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Static misses the runtime connect() edge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D</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ynamic</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misses the </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LogLevel</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::NONE-suppressed edge. Only the union C4 recovers both → F1 1.000 vs. 0.667 / 0.667.</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Fusion redundant on S1–S3</a:t>
            </a:r>
          </a:p>
          <a:p>
            <a:pPr marL="182880" lvl="1" indent="0">
              <a:buNone/>
            </a:pP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has no cross-module virtual dispatch, so C3 ⊆ C2 and C4 = C2. Still protective: C4 ≥ C3 always, guaranteeing a recall floor when traces are sparse.</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Why C5 wins overall</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Provenance-aware agent synthesis keeps C4's perfect recall while partially correcting static over-approximation on S3 (precision 0.60 → 0.75) → best overall F1 of any condition (0.964).</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The one honest miss</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C5's only imprecision: a real but out-of-scope flush call on S3. Because C2's element list omits the calling function, 'suppressed-but-in-scope' and 'real-but-out-of-scope' look identical to the agent.</a:t>
            </a:r>
          </a:p>
        </p:txBody>
      </p:sp>
      <p:sp>
        <p:nvSpPr>
          <p:cNvPr id="4" name="TextBox 3">
            <a:extLst>
              <a:ext uri="{FF2B5EF4-FFF2-40B4-BE49-F238E27FC236}">
                <a16:creationId xmlns:a16="http://schemas.microsoft.com/office/drawing/2014/main" id="{52673E92-C949-BEFA-B88A-ECD4084C919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14</a:t>
            </a:r>
          </a:p>
        </p:txBody>
      </p:sp>
      <p:sp>
        <p:nvSpPr>
          <p:cNvPr id="5" name="TextBox 4">
            <a:extLst>
              <a:ext uri="{FF2B5EF4-FFF2-40B4-BE49-F238E27FC236}">
                <a16:creationId xmlns:a16="http://schemas.microsoft.com/office/drawing/2014/main" id="{7DFABDD7-1580-8FDA-08FA-FD8598CBE1E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H2 Results in Detail: Noise, Coverage &amp; Expert Ratings</a:t>
            </a:r>
          </a:p>
        </p:txBody>
      </p:sp>
      <p:sp>
        <p:nvSpPr>
          <p:cNvPr id="3" name="Content Placeholder 2"/>
          <p:cNvSpPr>
            <a:spLocks noGrp="1"/>
          </p:cNvSpPr>
          <p:nvPr>
            <p:ph sz="quarter" idx="11"/>
          </p:nvPr>
        </p:nvSpPr>
        <p:spPr>
          <a:xfrm>
            <a:off x="929641" y="2153285"/>
            <a:ext cx="3480434" cy="3790310"/>
          </a:xfrm>
        </p:spPr>
        <p:txBody>
          <a:bodyPr>
            <a:normAutofit/>
          </a:bodyPr>
          <a:lstStyle/>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Full instrumentation (probe everything, filter after) vs. Guided (slice first, probe only scenario-relevant call sites), on S1–S3.</a:t>
            </a:r>
          </a:p>
          <a:p>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Across 6 raters × 9 scenario-dimension pairs = 54 comparisons: guided rated strictly higher in 47, tied in 6, lower in exactly 1 — the single dissent traced to collapsing 7 repeated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Configuration→Logging</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reads into 1 edge, a real trade-off, not a defect.</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4157002853"/>
              </p:ext>
            </p:extLst>
          </p:nvPr>
        </p:nvGraphicFramePr>
        <p:xfrm>
          <a:off x="4724400" y="2170621"/>
          <a:ext cx="6553200" cy="2966720"/>
        </p:xfrm>
        <a:graphic>
          <a:graphicData uri="http://schemas.openxmlformats.org/drawingml/2006/table">
            <a:tbl>
              <a:tblPr firstRow="1" bandRow="1">
                <a:tableStyleId>{00A15C55-8517-42AA-B614-E9B94910E393}</a:tableStyleId>
              </a:tblPr>
              <a:tblGrid>
                <a:gridCol w="3076575">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70840">
                <a:tc>
                  <a:txBody>
                    <a:bodyPr/>
                    <a:lstStyle/>
                    <a:p>
                      <a:pPr marL="0" algn="l" defTabSz="914400" rtl="0" eaLnBrk="1" latinLnBrk="0" hangingPunct="1"/>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Metric</a:t>
                      </a:r>
                    </a:p>
                  </a:txBody>
                  <a:tcPr/>
                </a:tc>
                <a:tc>
                  <a:txBody>
                    <a:bodyPr/>
                    <a:lstStyle/>
                    <a:p>
                      <a:pPr marL="0" algn="l" defTabSz="914400" rtl="0" eaLnBrk="1" latinLnBrk="0" hangingPunct="1"/>
                      <a:r>
                        <a:rPr sz="1400" b="0"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Full</a:t>
                      </a:r>
                    </a:p>
                  </a:txBody>
                  <a:tcPr/>
                </a:tc>
                <a:tc>
                  <a:txBody>
                    <a:bodyPr/>
                    <a:lstStyle/>
                    <a:p>
                      <a:pPr marL="0" algn="l" defTabSz="914400" rtl="0" eaLnBrk="1" latinLnBrk="0" hangingPunct="1"/>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Guided</a:t>
                      </a: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Nodes (mean)</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3.0</a:t>
                      </a: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Edges (mean)</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9.0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2.7</a:t>
                      </a: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Coverage</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extLst>
                  <a:ext uri="{0D108BD9-81ED-4DB2-BD59-A6C34878D82A}">
                    <a16:rowId xmlns:a16="http://schemas.microsoft.com/office/drawing/2014/main" val="10003"/>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Noise</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0.704</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Accuracy (6-rater mean, 1–5)</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2.39</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4.61</a:t>
                      </a:r>
                    </a:p>
                  </a:txBody>
                  <a:tcPr/>
                </a:tc>
                <a:extLst>
                  <a:ext uri="{0D108BD9-81ED-4DB2-BD59-A6C34878D82A}">
                    <a16:rowId xmlns:a16="http://schemas.microsoft.com/office/drawing/2014/main" val="10005"/>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Readability (6-rater mean, 1–5)</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2.44</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4.89</a:t>
                      </a:r>
                    </a:p>
                  </a:txBody>
                  <a:tcPr/>
                </a:tc>
                <a:extLst>
                  <a:ext uri="{0D108BD9-81ED-4DB2-BD59-A6C34878D82A}">
                    <a16:rowId xmlns:a16="http://schemas.microsoft.com/office/drawing/2014/main" val="10006"/>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Usefulness (6-rater mean, 1–5)</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2.94</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4.00</a:t>
                      </a:r>
                    </a:p>
                  </a:txBody>
                  <a:tcPr/>
                </a:tc>
                <a:extLst>
                  <a:ext uri="{0D108BD9-81ED-4DB2-BD59-A6C34878D82A}">
                    <a16:rowId xmlns:a16="http://schemas.microsoft.com/office/drawing/2014/main" val="10007"/>
                  </a:ext>
                </a:extLst>
              </a:tr>
            </a:tbl>
          </a:graphicData>
        </a:graphic>
      </p:graphicFrame>
      <p:sp>
        <p:nvSpPr>
          <p:cNvPr id="5" name="TextBox 4">
            <a:extLst>
              <a:ext uri="{FF2B5EF4-FFF2-40B4-BE49-F238E27FC236}">
                <a16:creationId xmlns:a16="http://schemas.microsoft.com/office/drawing/2014/main" id="{65D3248E-4749-F919-7368-DE2283AFDD2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15</a:t>
            </a:r>
          </a:p>
        </p:txBody>
      </p:sp>
      <p:sp>
        <p:nvSpPr>
          <p:cNvPr id="6" name="TextBox 5">
            <a:extLst>
              <a:ext uri="{FF2B5EF4-FFF2-40B4-BE49-F238E27FC236}">
                <a16:creationId xmlns:a16="http://schemas.microsoft.com/office/drawing/2014/main" id="{F199369D-37B1-06F6-CBB4-90B713D545F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H3 Results in Detail: Diagram Utility</a:t>
            </a:r>
          </a:p>
        </p:txBody>
      </p:sp>
      <p:sp>
        <p:nvSpPr>
          <p:cNvPr id="3" name="Content Placeholder 2"/>
          <p:cNvSpPr>
            <a:spLocks noGrp="1"/>
          </p:cNvSpPr>
          <p:nvPr>
            <p:ph sz="quarter" idx="11"/>
          </p:nvPr>
        </p:nvSpPr>
        <p:spPr>
          <a:xfrm>
            <a:off x="929641" y="2153285"/>
            <a:ext cx="3413759" cy="3790310"/>
          </a:xfrm>
        </p:spPr>
        <p:txBody>
          <a:bodyPr>
            <a:noAutofit/>
          </a:bodyPr>
          <a:lstStyle/>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Does the pipeline's output (the C5 interaction list) help an LLM agent comprehend a scenario — alone, and in combination with source and traces? A single holistic experiment, five conditions, across all four scenarios.</a:t>
            </a:r>
          </a:p>
          <a:p>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Standout:</a:t>
            </a:r>
          </a:p>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Diagram only equals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Source+Trace+Diagram</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perfect on every measure. With no source and no trace, the reconstructed diagram alone is a sufficient basis for scenario comprehension.</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4148908997"/>
              </p:ext>
            </p:extLst>
          </p:nvPr>
        </p:nvGraphicFramePr>
        <p:xfrm>
          <a:off x="4724401" y="2342071"/>
          <a:ext cx="6703828" cy="2372360"/>
        </p:xfrm>
        <a:graphic>
          <a:graphicData uri="http://schemas.openxmlformats.org/drawingml/2006/table">
            <a:tbl>
              <a:tblPr firstRow="1" bandRow="1">
                <a:tableStyleId>{00A15C55-8517-42AA-B614-E9B94910E393}</a:tableStyleId>
              </a:tblPr>
              <a:tblGrid>
                <a:gridCol w="1533526">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846077">
                  <a:extLst>
                    <a:ext uri="{9D8B030D-6E8A-4147-A177-3AD203B41FA5}">
                      <a16:colId xmlns:a16="http://schemas.microsoft.com/office/drawing/2014/main" val="20003"/>
                    </a:ext>
                  </a:extLst>
                </a:gridCol>
              </a:tblGrid>
              <a:tr h="370840">
                <a:tc>
                  <a:txBody>
                    <a:bodyPr/>
                    <a:lstStyle/>
                    <a:p>
                      <a:pPr marL="0" algn="l" defTabSz="914400" rtl="0" eaLnBrk="1" latinLnBrk="0" hangingPunct="1"/>
                      <a:r>
                        <a:rPr sz="1400" b="0"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tc>
                <a:tc>
                  <a:txBody>
                    <a:bodyPr/>
                    <a:lstStyle/>
                    <a:p>
                      <a:pPr marL="0" algn="l" defTabSz="914400" rtl="0" eaLnBrk="1" latinLnBrk="0" hangingPunct="1"/>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Component recall</a:t>
                      </a:r>
                    </a:p>
                  </a:txBody>
                  <a:tcPr/>
                </a:tc>
                <a:tc>
                  <a:txBody>
                    <a:bodyPr/>
                    <a:lstStyle/>
                    <a:p>
                      <a:pPr marL="0" algn="l" defTabSz="914400" rtl="0" eaLnBrk="1" latinLnBrk="0" hangingPunct="1"/>
                      <a:r>
                        <a:rPr sz="1400" b="0"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recall</a:t>
                      </a:r>
                    </a:p>
                  </a:txBody>
                  <a:tcPr/>
                </a:tc>
                <a:tc>
                  <a:txBody>
                    <a:bodyPr/>
                    <a:lstStyle/>
                    <a:p>
                      <a:pPr marL="0" algn="l" defTabSz="914400" rtl="0" eaLnBrk="1" latinLnBrk="0" hangingPunct="1"/>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Completeness (1–5)</a:t>
                      </a: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only</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0.800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 only</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Diagram only</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3"/>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 + Diagram</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6FB2B8F-7B26-221B-6D1C-4A39FA93279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16</a:t>
            </a:r>
          </a:p>
        </p:txBody>
      </p:sp>
      <p:sp>
        <p:nvSpPr>
          <p:cNvPr id="6" name="TextBox 5">
            <a:extLst>
              <a:ext uri="{FF2B5EF4-FFF2-40B4-BE49-F238E27FC236}">
                <a16:creationId xmlns:a16="http://schemas.microsoft.com/office/drawing/2014/main" id="{FCC15BE4-D9A7-7EBD-9B6B-BFD59ADE359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Example Output: The S4 Dual-Gap, Recovered</a:t>
            </a:r>
          </a:p>
        </p:txBody>
      </p:sp>
      <p:pic>
        <p:nvPicPr>
          <p:cNvPr id="8" name="Picture 7">
            <a:extLst>
              <a:ext uri="{FF2B5EF4-FFF2-40B4-BE49-F238E27FC236}">
                <a16:creationId xmlns:a16="http://schemas.microsoft.com/office/drawing/2014/main" id="{E6EC81F9-7BD0-990E-148D-E2A35A33FFE6}"/>
              </a:ext>
            </a:extLst>
          </p:cNvPr>
          <p:cNvPicPr>
            <a:picLocks noChangeAspect="1"/>
          </p:cNvPicPr>
          <p:nvPr/>
        </p:nvPicPr>
        <p:blipFill>
          <a:blip r:embed="rId2"/>
          <a:stretch>
            <a:fillRect/>
          </a:stretch>
        </p:blipFill>
        <p:spPr>
          <a:xfrm>
            <a:off x="746760" y="2266950"/>
            <a:ext cx="5476889" cy="2847982"/>
          </a:xfrm>
          <a:prstGeom prst="rect">
            <a:avLst/>
          </a:prstGeom>
          <a:noFill/>
        </p:spPr>
      </p:pic>
      <p:sp>
        <p:nvSpPr>
          <p:cNvPr id="4" name="Content Placeholder 3"/>
          <p:cNvSpPr>
            <a:spLocks noGrp="1"/>
          </p:cNvSpPr>
          <p:nvPr>
            <p:ph sz="quarter" idx="11"/>
          </p:nvPr>
        </p:nvSpPr>
        <p:spPr>
          <a:xfrm>
            <a:off x="6309360" y="2153285"/>
            <a:ext cx="5135880" cy="3500438"/>
          </a:xfrm>
        </p:spPr>
        <p:txBody>
          <a:bodyP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stream — recovered from static evidence (runtime-suppressed by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LogLevel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::NONE no-op)</a:t>
            </a:r>
          </a:p>
          <a:p>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onStageEvent</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 recovered from the trace (a runtime connect(); no static call site exists)</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Only the fused graph (C4/C5) surfaces both edges in one scenario-specific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 the concrete illustration of H1's headline finding.</a:t>
            </a:r>
          </a:p>
        </p:txBody>
      </p:sp>
      <p:sp>
        <p:nvSpPr>
          <p:cNvPr id="3" name="TextBox 2">
            <a:extLst>
              <a:ext uri="{FF2B5EF4-FFF2-40B4-BE49-F238E27FC236}">
                <a16:creationId xmlns:a16="http://schemas.microsoft.com/office/drawing/2014/main" id="{6D89BF6A-57E5-4980-0396-81737AAA91E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17</a:t>
            </a:r>
          </a:p>
        </p:txBody>
      </p:sp>
      <p:sp>
        <p:nvSpPr>
          <p:cNvPr id="5" name="TextBox 4">
            <a:extLst>
              <a:ext uri="{FF2B5EF4-FFF2-40B4-BE49-F238E27FC236}">
                <a16:creationId xmlns:a16="http://schemas.microsoft.com/office/drawing/2014/main" id="{25EDBF7A-49CD-3728-3616-9AE7DC3E734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4021-096E-6F80-7599-EE88C25F783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A984B69-C0F3-CE84-010E-DD09109CA5C4}"/>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Produced: </a:t>
            </a:r>
            <a:r>
              <a:rPr lang="en-GB" sz="44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Artifacts</a:t>
            </a:r>
          </a:p>
        </p:txBody>
      </p:sp>
      <p:sp>
        <p:nvSpPr>
          <p:cNvPr id="16" name="Content Placeholder 2">
            <a:extLst>
              <a:ext uri="{FF2B5EF4-FFF2-40B4-BE49-F238E27FC236}">
                <a16:creationId xmlns:a16="http://schemas.microsoft.com/office/drawing/2014/main" id="{66A3D7D6-5CE4-A062-A0FC-C7A4A1941D64}"/>
              </a:ext>
            </a:extLst>
          </p:cNvPr>
          <p:cNvSpPr>
            <a:spLocks noGrp="1"/>
          </p:cNvSpPr>
          <p:nvPr>
            <p:ph sz="quarter" idx="10"/>
          </p:nvPr>
        </p:nvSpPr>
        <p:spPr>
          <a:xfrm>
            <a:off x="480165" y="1819274"/>
            <a:ext cx="7357870" cy="4048125"/>
          </a:xfrm>
        </p:spPr>
        <p:txBody>
          <a:bodyPr>
            <a:normAutofit fontScale="92500"/>
          </a:bodyPr>
          <a:lstStyle/>
          <a:p>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Structural Model:</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part def for each C++ component</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port def for dependencies</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connect statements for provider-consumer relationships</a:t>
            </a:r>
          </a:p>
          <a:p>
            <a:endPar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Sequence Model:</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Interaction flows combining static call chains with collected runtime trace events (27 events, 26 unique interaction pairs)</a:t>
            </a:r>
          </a:p>
          <a:p>
            <a:pPr marL="285750" indent="-285750">
              <a:buFont typeface="Arial" panose="020B0604020202020204" pitchFamily="34" charset="0"/>
              <a:buChar char="•"/>
            </a:pP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dynamic-only and combined interaction diagrams (C2/C3/C4/C5)</a:t>
            </a:r>
          </a:p>
          <a:p>
            <a:pPr marL="285750" indent="-285750">
              <a:buFont typeface="Arial" panose="020B0604020202020204" pitchFamily="34" charset="0"/>
              <a:buChar char="•"/>
            </a:pPr>
            <a:endPar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endPar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These form the five evaluation conditions (C1–C5) compared in H1, across all four </a:t>
            </a:r>
            <a:r>
              <a:rPr lang="en-GB" sz="16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1600" dirty="0">
                <a:latin typeface="Sans Serif Collection" panose="020B0502040504020204" pitchFamily="34" charset="0"/>
                <a:ea typeface="Sans Serif Collection" panose="020B0502040504020204" pitchFamily="34" charset="0"/>
                <a:cs typeface="Sans Serif Collection" panose="020B0502040504020204" pitchFamily="34" charset="0"/>
              </a:rPr>
              <a:t> scenarios.</a:t>
            </a:r>
          </a:p>
        </p:txBody>
      </p:sp>
      <p:sp>
        <p:nvSpPr>
          <p:cNvPr id="4" name="Slide Number Placeholder 3" hidden="1">
            <a:extLst>
              <a:ext uri="{FF2B5EF4-FFF2-40B4-BE49-F238E27FC236}">
                <a16:creationId xmlns:a16="http://schemas.microsoft.com/office/drawing/2014/main" id="{8485C158-DAC7-3D4B-0313-093CCAA1E8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26</a:t>
            </a:fld>
            <a:endParaRPr lang="en-GB" sz="300" noProof="0" dirty="0"/>
          </a:p>
        </p:txBody>
      </p:sp>
      <p:sp>
        <p:nvSpPr>
          <p:cNvPr id="2" name="TextBox 1">
            <a:extLst>
              <a:ext uri="{FF2B5EF4-FFF2-40B4-BE49-F238E27FC236}">
                <a16:creationId xmlns:a16="http://schemas.microsoft.com/office/drawing/2014/main" id="{E7243E2B-DEE4-4302-DFEA-53EECA139E4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18</a:t>
            </a:r>
          </a:p>
        </p:txBody>
      </p:sp>
      <p:sp>
        <p:nvSpPr>
          <p:cNvPr id="5" name="TextBox 4">
            <a:extLst>
              <a:ext uri="{FF2B5EF4-FFF2-40B4-BE49-F238E27FC236}">
                <a16:creationId xmlns:a16="http://schemas.microsoft.com/office/drawing/2014/main" id="{B95A4105-ABA3-D2CF-EB28-9C459235B435}"/>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 name="Picture 5">
            <a:extLst>
              <a:ext uri="{FF2B5EF4-FFF2-40B4-BE49-F238E27FC236}">
                <a16:creationId xmlns:a16="http://schemas.microsoft.com/office/drawing/2014/main" id="{3FC54977-31F3-EDB1-FD59-98F28C96F07C}"/>
              </a:ext>
            </a:extLst>
          </p:cNvPr>
          <p:cNvPicPr>
            <a:picLocks noChangeAspect="1"/>
          </p:cNvPicPr>
          <p:nvPr/>
        </p:nvPicPr>
        <p:blipFill>
          <a:blip r:embed="rId3"/>
          <a:srcRect l="8996" r="11519" b="27598"/>
          <a:stretch>
            <a:fillRect/>
          </a:stretch>
        </p:blipFill>
        <p:spPr>
          <a:xfrm>
            <a:off x="7838035" y="1552575"/>
            <a:ext cx="3797600" cy="2878682"/>
          </a:xfrm>
          <a:prstGeom prst="rect">
            <a:avLst/>
          </a:prstGeom>
        </p:spPr>
      </p:pic>
      <p:pic>
        <p:nvPicPr>
          <p:cNvPr id="8" name="Picture 7">
            <a:extLst>
              <a:ext uri="{FF2B5EF4-FFF2-40B4-BE49-F238E27FC236}">
                <a16:creationId xmlns:a16="http://schemas.microsoft.com/office/drawing/2014/main" id="{114D219D-BDE4-1E10-9DC0-A7ED9C000293}"/>
              </a:ext>
            </a:extLst>
          </p:cNvPr>
          <p:cNvPicPr>
            <a:picLocks noChangeAspect="1"/>
          </p:cNvPicPr>
          <p:nvPr/>
        </p:nvPicPr>
        <p:blipFill>
          <a:blip r:embed="rId4"/>
          <a:stretch>
            <a:fillRect/>
          </a:stretch>
        </p:blipFill>
        <p:spPr>
          <a:xfrm>
            <a:off x="7915274" y="4667251"/>
            <a:ext cx="3720359" cy="1726284"/>
          </a:xfrm>
          <a:prstGeom prst="rect">
            <a:avLst/>
          </a:prstGeom>
        </p:spPr>
      </p:pic>
    </p:spTree>
    <p:extLst>
      <p:ext uri="{BB962C8B-B14F-4D97-AF65-F5344CB8AC3E}">
        <p14:creationId xmlns:p14="http://schemas.microsoft.com/office/powerpoint/2010/main" val="3631531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AD44B-5581-FB66-1D0A-36FF3AE55D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899160" y="655320"/>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&amp; Practitioner Validation</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899160" y="1665962"/>
            <a:ext cx="10662363" cy="4475758"/>
          </a:xfrm>
        </p:spPr>
        <p:txBody>
          <a:bodyPr>
            <a:norm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Goal (achieved):</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Capture timestamped runtime events from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system</a:t>
            </a: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342900" indent="-342900">
              <a:buFont typeface="+mj-lt"/>
              <a:buAutoNum type="arabicPeriod"/>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 Clang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LibTooling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-based instrumentation tool (developed with Dr. Rosilde Corvino) — AST-level pattern matching inserts and removes trace probes</a:t>
            </a:r>
          </a:p>
          <a:p>
            <a:pPr marL="342900" indent="-342900">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across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test suite — 27 runtime trace events, 26 unique interaction pairs</a:t>
            </a:r>
          </a:p>
          <a:p>
            <a:pPr marL="342900" indent="-342900">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Practitioner validation session: 4 engineers, second industrial codebase (orders of magnitude larger than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via a GitHub Copilot MCP integration</a:t>
            </a: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Task: locate a real, previously-resolved proxy-leak defect using only the static graph</a:t>
            </a: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Participants correctly identified the modified file, the relevant test, and the proxy's construction/release sites</a:t>
            </a:r>
          </a:p>
          <a:p>
            <a:pPr marL="1257300" lvl="2" indent="-342900">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Independent cross-check: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libclang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GraphML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extractor validated against the Renaissance/Neo4j extraction</a:t>
            </a:r>
          </a:p>
          <a:p>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27</a:t>
            </a:fld>
            <a:endParaRPr lang="en-GB" sz="300" noProof="0" dirty="0"/>
          </a:p>
        </p:txBody>
      </p:sp>
      <p:sp>
        <p:nvSpPr>
          <p:cNvPr id="3" name="TextBox 2">
            <a:extLst>
              <a:ext uri="{FF2B5EF4-FFF2-40B4-BE49-F238E27FC236}">
                <a16:creationId xmlns:a16="http://schemas.microsoft.com/office/drawing/2014/main" id="{17163299-8776-5CA6-6D1E-C13CF8C91DA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19</a:t>
            </a: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522715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9A702-2AE6-C606-78FB-EE9D6D4C0B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7F3B33-3CCD-86AC-E206-DA068275DF23}"/>
              </a:ext>
            </a:extLst>
          </p:cNvPr>
          <p:cNvSpPr>
            <a:spLocks noGrp="1"/>
          </p:cNvSpPr>
          <p:nvPr>
            <p:ph type="title"/>
          </p:nvPr>
        </p:nvSpPr>
        <p:spPr>
          <a:xfrm>
            <a:off x="929639" y="246988"/>
            <a:ext cx="10331450" cy="1531525"/>
          </a:xfrm>
        </p:spPr>
        <p:txBody>
          <a:bodyPr anchor="ctr">
            <a:normAutofit/>
          </a:bodyPr>
          <a:lstStyle/>
          <a:p>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Where Each Stands</a:t>
            </a:r>
          </a:p>
        </p:txBody>
      </p:sp>
      <p:sp>
        <p:nvSpPr>
          <p:cNvPr id="4" name="Slide Number Placeholder 3" hidden="1">
            <a:extLst>
              <a:ext uri="{FF2B5EF4-FFF2-40B4-BE49-F238E27FC236}">
                <a16:creationId xmlns:a16="http://schemas.microsoft.com/office/drawing/2014/main" id="{9C985A5D-FC30-C9EC-C58B-6ADF4DE81EEC}"/>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28</a:t>
            </a:fld>
            <a:endParaRPr lang="en-GB" sz="300" noProof="0" dirty="0"/>
          </a:p>
        </p:txBody>
      </p:sp>
      <p:graphicFrame>
        <p:nvGraphicFramePr>
          <p:cNvPr id="2" name="Content Placeholder 1">
            <a:extLst>
              <a:ext uri="{FF2B5EF4-FFF2-40B4-BE49-F238E27FC236}">
                <a16:creationId xmlns:a16="http://schemas.microsoft.com/office/drawing/2014/main" id="{9CF81CCA-5D24-AA27-AD51-F5B694D9EE29}"/>
              </a:ext>
            </a:extLst>
          </p:cNvPr>
          <p:cNvGraphicFramePr>
            <a:graphicFrameLocks noGrp="1"/>
          </p:cNvGraphicFramePr>
          <p:nvPr>
            <p:ph type="tbl" sz="quarter" idx="10"/>
            <p:extLst>
              <p:ext uri="{D42A27DB-BD31-4B8C-83A1-F6EECF244321}">
                <p14:modId xmlns:p14="http://schemas.microsoft.com/office/powerpoint/2010/main" val="523786095"/>
              </p:ext>
            </p:extLst>
          </p:nvPr>
        </p:nvGraphicFramePr>
        <p:xfrm>
          <a:off x="513715" y="1556372"/>
          <a:ext cx="11163299" cy="4573746"/>
        </p:xfrm>
        <a:graphic>
          <a:graphicData uri="http://schemas.openxmlformats.org/drawingml/2006/table">
            <a:tbl>
              <a:tblPr/>
              <a:tblGrid>
                <a:gridCol w="647700">
                  <a:extLst>
                    <a:ext uri="{9D8B030D-6E8A-4147-A177-3AD203B41FA5}">
                      <a16:colId xmlns:a16="http://schemas.microsoft.com/office/drawing/2014/main" val="2746331087"/>
                    </a:ext>
                  </a:extLst>
                </a:gridCol>
                <a:gridCol w="4429760">
                  <a:extLst>
                    <a:ext uri="{9D8B030D-6E8A-4147-A177-3AD203B41FA5}">
                      <a16:colId xmlns:a16="http://schemas.microsoft.com/office/drawing/2014/main" val="65337149"/>
                    </a:ext>
                  </a:extLst>
                </a:gridCol>
                <a:gridCol w="6085839">
                  <a:extLst>
                    <a:ext uri="{9D8B030D-6E8A-4147-A177-3AD203B41FA5}">
                      <a16:colId xmlns:a16="http://schemas.microsoft.com/office/drawing/2014/main" val="2053829212"/>
                    </a:ext>
                  </a:extLst>
                </a:gridCol>
              </a:tblGrid>
              <a:tr h="392364">
                <a:tc>
                  <a:txBody>
                    <a:bodyPr/>
                    <a:lstStyle/>
                    <a:p>
                      <a:pPr algn="ctr" fontAlgn="ctr">
                        <a:buNone/>
                      </a:pPr>
                      <a:r>
                        <a:rPr lang="en-GB" sz="1800" b="1" kern="1200" dirty="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800" b="1" kern="120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Question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800" b="1" kern="1200" dirty="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Status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452667613"/>
                  </a:ext>
                </a:extLst>
              </a:tr>
              <a:tr h="1808559">
                <a:tc>
                  <a:txBody>
                    <a:bodyPr/>
                    <a:lstStyle/>
                    <a:p>
                      <a:pPr algn="l" fontAlgn="ctr">
                        <a:buNone/>
                      </a:pPr>
                      <a:r>
                        <a:rPr lang="en-GB" sz="16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RQ1</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6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does combining static analysis and incomplete runtime traces improve the interaction model reconstruction?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6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(H1): full pipeline (C5) reaches macro-F1 = 0.964 with perfect recall on all 4 scenarios. Combining is additive on the constructed scenario S4 (F1 1.000 vs. 0.667 for either source alone) and redundant on happy-path S1–S3 (CPSCore has no cross-module virtual dispatch).</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817409112"/>
                  </a:ext>
                </a:extLst>
              </a:tr>
              <a:tr h="1310841">
                <a:tc>
                  <a:txBody>
                    <a:bodyPr/>
                    <a:lstStyle/>
                    <a:p>
                      <a:pPr algn="l" fontAlgn="ctr">
                        <a:buNone/>
                      </a:pPr>
                      <a:r>
                        <a:rPr lang="en-GB" sz="16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RQ2</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6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can scenario-scoped querying of the static graph help in guided inspection?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(H2): guided instrumentation cuts retained nodes by 50% and edges by 70%; a blinded panel preferred guided diagram in 47 of 54 comparisons.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722425099"/>
                  </a:ext>
                </a:extLst>
              </a:tr>
              <a:tr h="1061982">
                <a:tc>
                  <a:txBody>
                    <a:bodyPr/>
                    <a:lstStyle/>
                    <a:p>
                      <a:pPr algn="l" fontAlgn="ctr">
                        <a:buNone/>
                      </a:pPr>
                      <a:r>
                        <a:rPr lang="en-GB" sz="16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RQ3</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6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(Downstream) Do reconstructed interaction models improve agent task performance?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6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(H3): the diagram alone reaches perfect component recall, interaction recall and completeness.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20703080"/>
                  </a:ext>
                </a:extLst>
              </a:tr>
            </a:tbl>
          </a:graphicData>
        </a:graphic>
      </p:graphicFrame>
      <p:sp>
        <p:nvSpPr>
          <p:cNvPr id="3" name="TextBox 2">
            <a:extLst>
              <a:ext uri="{FF2B5EF4-FFF2-40B4-BE49-F238E27FC236}">
                <a16:creationId xmlns:a16="http://schemas.microsoft.com/office/drawing/2014/main" id="{044FBE1E-FABD-C7FF-4D6D-95B3A212837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20</a:t>
            </a:r>
          </a:p>
        </p:txBody>
      </p:sp>
      <p:sp>
        <p:nvSpPr>
          <p:cNvPr id="5" name="TextBox 4">
            <a:extLst>
              <a:ext uri="{FF2B5EF4-FFF2-40B4-BE49-F238E27FC236}">
                <a16:creationId xmlns:a16="http://schemas.microsoft.com/office/drawing/2014/main" id="{9322AA42-E662-2713-CF33-A45733A966A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4225516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20F6-9195-BA1B-CD58-FBB8D08600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8C416D-B137-D865-3709-E5AA77717C35}"/>
              </a:ext>
            </a:extLst>
          </p:cNvPr>
          <p:cNvSpPr>
            <a:spLocks noGrp="1"/>
          </p:cNvSpPr>
          <p:nvPr>
            <p:ph type="title"/>
          </p:nvPr>
        </p:nvSpPr>
        <p:spPr>
          <a:xfrm>
            <a:off x="767751" y="189838"/>
            <a:ext cx="10331450" cy="1531525"/>
          </a:xfrm>
        </p:spPr>
        <p:txBody>
          <a:bodyPr anchor="ctr">
            <a:normAutofit/>
          </a:bodyPr>
          <a:lstStyle/>
          <a:p>
            <a:r>
              <a:rPr lang="en-GB" sz="3250" dirty="0">
                <a:latin typeface="Sans Serif Collection" panose="020B0502040504020204" pitchFamily="34" charset="0"/>
                <a:ea typeface="Sans Serif Collection" panose="020B0502040504020204" pitchFamily="34" charset="0"/>
                <a:cs typeface="Sans Serif Collection" panose="020B0502040504020204" pitchFamily="34" charset="0"/>
              </a:rPr>
              <a:t>Challenges Encountered &amp; How They Were Resolved</a:t>
            </a:r>
            <a:endParaRPr lang="en-GB" sz="325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8DEC8A58-C1B8-EA6F-ED5F-F45F530BC51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29</a:t>
            </a:fld>
            <a:endParaRPr lang="en-GB" sz="300" noProof="0" dirty="0"/>
          </a:p>
        </p:txBody>
      </p:sp>
      <p:graphicFrame>
        <p:nvGraphicFramePr>
          <p:cNvPr id="6" name="Content Placeholder 1">
            <a:extLst>
              <a:ext uri="{FF2B5EF4-FFF2-40B4-BE49-F238E27FC236}">
                <a16:creationId xmlns:a16="http://schemas.microsoft.com/office/drawing/2014/main" id="{51009832-AB6B-C940-1EDB-9F7C5A91ADD4}"/>
              </a:ext>
            </a:extLst>
          </p:cNvPr>
          <p:cNvGraphicFramePr>
            <a:graphicFrameLocks/>
          </p:cNvGraphicFramePr>
          <p:nvPr>
            <p:extLst>
              <p:ext uri="{D42A27DB-BD31-4B8C-83A1-F6EECF244321}">
                <p14:modId xmlns:p14="http://schemas.microsoft.com/office/powerpoint/2010/main" val="1247510940"/>
              </p:ext>
            </p:extLst>
          </p:nvPr>
        </p:nvGraphicFramePr>
        <p:xfrm>
          <a:off x="767751" y="1417249"/>
          <a:ext cx="10834777" cy="4397852"/>
        </p:xfrm>
        <a:graphic>
          <a:graphicData uri="http://schemas.openxmlformats.org/drawingml/2006/table">
            <a:tbl>
              <a:tblPr firstRow="1" bandRow="1">
                <a:tableStyleId>{1E171933-4619-4E11-9A3F-F7608DF75F80}</a:tableStyleId>
              </a:tblPr>
              <a:tblGrid>
                <a:gridCol w="4680549">
                  <a:extLst>
                    <a:ext uri="{9D8B030D-6E8A-4147-A177-3AD203B41FA5}">
                      <a16:colId xmlns:a16="http://schemas.microsoft.com/office/drawing/2014/main" val="2730377011"/>
                    </a:ext>
                  </a:extLst>
                </a:gridCol>
                <a:gridCol w="6154228">
                  <a:extLst>
                    <a:ext uri="{9D8B030D-6E8A-4147-A177-3AD203B41FA5}">
                      <a16:colId xmlns:a16="http://schemas.microsoft.com/office/drawing/2014/main" val="2636965091"/>
                    </a:ext>
                  </a:extLst>
                </a:gridCol>
              </a:tblGrid>
              <a:tr h="417674">
                <a:tc>
                  <a:txBody>
                    <a:bodyPr/>
                    <a:lstStyle/>
                    <a:p>
                      <a:pPr marL="0" algn="ctr" defTabSz="914400" rtl="0" eaLnBrk="1" fontAlgn="ctr" latinLnBrk="0" hangingPunct="1">
                        <a:buNone/>
                      </a:pPr>
                      <a:r>
                        <a:rPr lang="en-GB" sz="1800" b="0" kern="1200" dirty="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Challenges</a:t>
                      </a:r>
                    </a:p>
                  </a:txBody>
                  <a:tcPr marL="137406" marR="73401" marT="105697" marB="105697" anchor="ctr">
                    <a:lnR w="12700" cap="flat" cmpd="sng" algn="ctr">
                      <a:solidFill>
                        <a:schemeClr val="tx1"/>
                      </a:solidFill>
                      <a:prstDash val="solid"/>
                      <a:round/>
                      <a:headEnd type="none" w="med" len="med"/>
                      <a:tailEnd type="none" w="med" len="med"/>
                    </a:lnR>
                  </a:tcPr>
                </a:tc>
                <a:tc>
                  <a:txBody>
                    <a:bodyPr/>
                    <a:lstStyle/>
                    <a:p>
                      <a:pPr marL="0" algn="ctr" defTabSz="914400" rtl="0" eaLnBrk="1" fontAlgn="ctr" latinLnBrk="0" hangingPunct="1">
                        <a:buNone/>
                      </a:pPr>
                      <a:r>
                        <a:rPr lang="en-GB" sz="1800" b="0" kern="1200" dirty="0">
                          <a:solidFill>
                            <a:schemeClr val="tx1">
                              <a:lumMod val="85000"/>
                              <a:lumOff val="1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Solutions</a:t>
                      </a:r>
                    </a:p>
                  </a:txBody>
                  <a:tcPr marL="137406" marR="73401" marT="105697" marB="1056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9482704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 is context-sensitive — regex/simple parsers fail</a:t>
                      </a:r>
                    </a:p>
                  </a:txBody>
                  <a:tcPr marL="137406" marR="73401" marT="105697" marB="105697"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Used the Renaissance semantic-extraction tool + Neo4j property graph.</a:t>
                      </a:r>
                    </a:p>
                  </a:txBody>
                  <a:tcPr marL="137406" marR="73401" marT="105697" marB="105697"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094160"/>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Thousands of dependencies make </a:t>
                      </a:r>
                      <a:r>
                        <a:rPr lang="en-GB" sz="16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toolchains very slow</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scenario-scoped Cypher queries trim the graph before generation</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923729"/>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Hardcoded scenario scoping is brittle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Agent skill architecture (11 skills) expresses scenario definition as a natural-language query via text-to-cypher</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25477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Traces alone are incomplete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empirically (H1): static reachability recovers what traces miss and combining is strictly additive S4 (F1 1.000 vs. 0.667 for either source alone)</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88827111"/>
                  </a:ext>
                </a:extLst>
              </a:tr>
            </a:tbl>
          </a:graphicData>
        </a:graphic>
      </p:graphicFrame>
      <p:sp>
        <p:nvSpPr>
          <p:cNvPr id="5" name="TextBox 4">
            <a:extLst>
              <a:ext uri="{FF2B5EF4-FFF2-40B4-BE49-F238E27FC236}">
                <a16:creationId xmlns:a16="http://schemas.microsoft.com/office/drawing/2014/main" id="{746228AB-DC99-D78D-A26C-AD8E9190A2F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21</a:t>
            </a:r>
          </a:p>
        </p:txBody>
      </p:sp>
      <p:sp>
        <p:nvSpPr>
          <p:cNvPr id="8" name="TextBox 7">
            <a:extLst>
              <a:ext uri="{FF2B5EF4-FFF2-40B4-BE49-F238E27FC236}">
                <a16:creationId xmlns:a16="http://schemas.microsoft.com/office/drawing/2014/main" id="{9B337C2B-BF59-A39D-A84B-52C4061FF88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4237792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D47C-68D0-B6C8-F501-D7688689F2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625D6A-394F-86BC-8E1E-6BCB1B431162}"/>
              </a:ext>
            </a:extLst>
          </p:cNvPr>
          <p:cNvSpPr>
            <a:spLocks noGrp="1"/>
          </p:cNvSpPr>
          <p:nvPr>
            <p:ph type="title"/>
          </p:nvPr>
        </p:nvSpPr>
        <p:spPr>
          <a:xfrm>
            <a:off x="600076" y="324763"/>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Summary</a:t>
            </a:r>
          </a:p>
        </p:txBody>
      </p:sp>
      <p:sp>
        <p:nvSpPr>
          <p:cNvPr id="16" name="Content Placeholder 2">
            <a:extLst>
              <a:ext uri="{FF2B5EF4-FFF2-40B4-BE49-F238E27FC236}">
                <a16:creationId xmlns:a16="http://schemas.microsoft.com/office/drawing/2014/main" id="{9EC59337-77F7-8604-B015-D9FAAA6FE354}"/>
              </a:ext>
            </a:extLst>
          </p:cNvPr>
          <p:cNvSpPr>
            <a:spLocks noGrp="1"/>
          </p:cNvSpPr>
          <p:nvPr>
            <p:ph sz="quarter" idx="10"/>
          </p:nvPr>
        </p:nvSpPr>
        <p:spPr>
          <a:xfrm>
            <a:off x="600076" y="1514475"/>
            <a:ext cx="10896599" cy="4781550"/>
          </a:xfrm>
        </p:spPr>
        <p:txBody>
          <a:bodyPr>
            <a:normAutofit fontScale="62500" lnSpcReduction="20000"/>
          </a:bodyPr>
          <a:lstStyle/>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proposed:</a:t>
            </a:r>
          </a:p>
          <a:p>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Hybrid static + trace pipeline → scenario-specific </a:t>
            </a:r>
            <a:r>
              <a:rPr lang="en-GB" sz="19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Neo4j knowledge graph of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- 121 components, 2,574 ordered static interactions (complete)</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11 composable agent skills spanning extraction → instrumentation → scenario scoping →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v2 / Mermaid generation (complete)</a:t>
            </a:r>
          </a:p>
          <a:p>
            <a:pPr marL="742950" lvl="1" indent="-285750">
              <a:lnSpc>
                <a:spcPct val="120000"/>
              </a:lnSpc>
              <a:buFont typeface="Arial" panose="020B0604020202020204" pitchFamily="34" charset="0"/>
              <a:buChar char="•"/>
            </a:pP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runtime instrumentation tool - 27 trace events across 26 unique interaction pairs (complete)</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H1/H2/H3 confirmed on 4 scenarios: full pipeline macro-F1 0.964; guided instrumentation cuts noise 100% with zero coverage loss; the reconstructed diagram alone achieves perfect comprehension recall</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Beyond the plan:</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Exploratory practitioner session - 4 engineers, second much larger industrial codebase, via GitHub Copilot MCP integration; resolved a real proxy-leak defect using only the static graph</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Future work:</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Controlled replication on a second system, richer diagram labelling &amp; interactivity, temporal-ordering accuracy, incremental graph updates</a:t>
            </a:r>
            <a:endParaRPr lang="en-GB" sz="19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DA6BF0FA-18F7-3AAD-309D-D11FC3F4D39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30</a:t>
            </a:fld>
            <a:endParaRPr lang="en-GB" sz="300" noProof="0" dirty="0"/>
          </a:p>
        </p:txBody>
      </p:sp>
      <p:sp>
        <p:nvSpPr>
          <p:cNvPr id="3" name="TextBox 2">
            <a:extLst>
              <a:ext uri="{FF2B5EF4-FFF2-40B4-BE49-F238E27FC236}">
                <a16:creationId xmlns:a16="http://schemas.microsoft.com/office/drawing/2014/main" id="{63F85D66-BE30-A223-C8D5-2D77447C042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22</a:t>
            </a:r>
          </a:p>
        </p:txBody>
      </p:sp>
      <p:sp>
        <p:nvSpPr>
          <p:cNvPr id="5" name="TextBox 4">
            <a:extLst>
              <a:ext uri="{FF2B5EF4-FFF2-40B4-BE49-F238E27FC236}">
                <a16:creationId xmlns:a16="http://schemas.microsoft.com/office/drawing/2014/main" id="{34F557DA-A5D4-860B-803A-F017D01FAC0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969624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group of potted plants">
            <a:extLst>
              <a:ext uri="{FF2B5EF4-FFF2-40B4-BE49-F238E27FC236}">
                <a16:creationId xmlns:a16="http://schemas.microsoft.com/office/drawing/2014/main" id="{C5E399AE-C2DC-0BE4-A179-9A726D23FFC5}"/>
              </a:ext>
            </a:extLst>
          </p:cNvPr>
          <p:cNvPicPr>
            <a:picLocks noGrp="1" noChangeAspect="1"/>
          </p:cNvPicPr>
          <p:nvPr>
            <p:ph type="pic" sz="quarter" idx="10"/>
          </p:nvPr>
        </p:nvPicPr>
        <p:blipFill>
          <a:blip r:embed="rId3"/>
          <a:srcRect l="15" r="15"/>
          <a:stretch/>
        </p:blipFill>
        <p:spPr>
          <a:xfrm>
            <a:off x="458788" y="457200"/>
            <a:ext cx="11274425" cy="5943600"/>
          </a:xfrm>
        </p:spPr>
      </p:pic>
      <p:sp>
        <p:nvSpPr>
          <p:cNvPr id="3" name="Title 2">
            <a:extLst>
              <a:ext uri="{FF2B5EF4-FFF2-40B4-BE49-F238E27FC236}">
                <a16:creationId xmlns:a16="http://schemas.microsoft.com/office/drawing/2014/main" id="{526ABF06-5491-8319-408F-AC9C03E64E1E}"/>
              </a:ext>
            </a:extLst>
          </p:cNvPr>
          <p:cNvSpPr>
            <a:spLocks noGrp="1"/>
          </p:cNvSpPr>
          <p:nvPr>
            <p:ph type="title"/>
          </p:nvPr>
        </p:nvSpPr>
        <p:spPr>
          <a:xfrm>
            <a:off x="6853447" y="1355070"/>
            <a:ext cx="4424153" cy="1352682"/>
          </a:xfrm>
        </p:spPr>
        <p:txBody>
          <a:bodyPr>
            <a:noAutofit/>
          </a:bodyPr>
          <a:lstStyle/>
          <a:p>
            <a:pPr algn="ctr"/>
            <a:r>
              <a:rPr lang="en-GB" sz="5400"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Thank you! </a:t>
            </a:r>
            <a:endParaRPr lang="en-GB" sz="3200" i="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D03E57FC-9231-D22E-D87E-BDBBE118ECD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5085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858FDA-366B-E578-5154-44D49B8865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96F4F2-6B5A-7C37-1471-E3CA9D07707B}"/>
              </a:ext>
            </a:extLst>
          </p:cNvPr>
          <p:cNvSpPr>
            <a:spLocks noGrp="1"/>
          </p:cNvSpPr>
          <p:nvPr>
            <p:ph type="title"/>
          </p:nvPr>
        </p:nvSpPr>
        <p:spPr>
          <a:xfrm>
            <a:off x="497070" y="50601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&amp; Goal</a:t>
            </a:r>
          </a:p>
        </p:txBody>
      </p:sp>
      <p:graphicFrame>
        <p:nvGraphicFramePr>
          <p:cNvPr id="2" name="Content Placeholder 1">
            <a:extLst>
              <a:ext uri="{FF2B5EF4-FFF2-40B4-BE49-F238E27FC236}">
                <a16:creationId xmlns:a16="http://schemas.microsoft.com/office/drawing/2014/main" id="{8318A29F-E75D-F722-EC05-BC9BA2A1E407}"/>
              </a:ext>
            </a:extLst>
          </p:cNvPr>
          <p:cNvGraphicFramePr>
            <a:graphicFrameLocks noGrp="1"/>
          </p:cNvGraphicFramePr>
          <p:nvPr>
            <p:ph sz="quarter" idx="10"/>
            <p:extLst>
              <p:ext uri="{D42A27DB-BD31-4B8C-83A1-F6EECF244321}">
                <p14:modId xmlns:p14="http://schemas.microsoft.com/office/powerpoint/2010/main" val="548800796"/>
              </p:ext>
            </p:extLst>
          </p:nvPr>
        </p:nvGraphicFramePr>
        <p:xfrm>
          <a:off x="1045685" y="1866402"/>
          <a:ext cx="9483365" cy="43634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72A0D7F7-63C4-ECF7-BA18-3CEC3ABC2D24}"/>
              </a:ext>
            </a:extLst>
          </p:cNvPr>
          <p:cNvSpPr txBox="1"/>
          <p:nvPr/>
        </p:nvSpPr>
        <p:spPr>
          <a:xfrm>
            <a:off x="598010" y="4048121"/>
            <a:ext cx="2820776" cy="1323439"/>
          </a:xfrm>
          <a:prstGeom prst="rect">
            <a:avLst/>
          </a:prstGeom>
          <a:noFill/>
        </p:spPr>
        <p:txBody>
          <a:bodyPr wrap="square" rtlCol="0">
            <a:spAutoFit/>
          </a:bodyPr>
          <a:lstStyle/>
          <a:p>
            <a:r>
              <a:rPr lang="en-IN" sz="1600" dirty="0"/>
              <a:t>RQ2: How can scenario-scoped querying of the static call graph restrict reconstruction to only scenario-relevant behaviour?</a:t>
            </a:r>
          </a:p>
          <a:p>
            <a:r>
              <a:rPr lang="en-IN" sz="1600" dirty="0"/>
              <a:t>Confirmed — H2</a:t>
            </a:r>
          </a:p>
        </p:txBody>
      </p:sp>
      <p:sp>
        <p:nvSpPr>
          <p:cNvPr id="7" name="TextBox 6">
            <a:extLst>
              <a:ext uri="{FF2B5EF4-FFF2-40B4-BE49-F238E27FC236}">
                <a16:creationId xmlns:a16="http://schemas.microsoft.com/office/drawing/2014/main" id="{59C28AF5-58FF-EA04-B351-3F510FD4990C}"/>
              </a:ext>
            </a:extLst>
          </p:cNvPr>
          <p:cNvSpPr txBox="1"/>
          <p:nvPr/>
        </p:nvSpPr>
        <p:spPr>
          <a:xfrm>
            <a:off x="7984135" y="3951327"/>
            <a:ext cx="3374179" cy="1323439"/>
          </a:xfrm>
          <a:prstGeom prst="rect">
            <a:avLst/>
          </a:prstGeom>
          <a:noFill/>
        </p:spPr>
        <p:txBody>
          <a:bodyPr wrap="square" rtlCol="0">
            <a:spAutoFit/>
          </a:bodyPr>
          <a:lstStyle/>
          <a:p>
            <a:r>
              <a:rPr lang="en-IN" sz="1600" dirty="0"/>
              <a:t>RQ1: How does combining static analysis and runtime traces improve accuracy and completeness of scenario-specific interaction model reconstruction? Confirmed — H1</a:t>
            </a:r>
          </a:p>
        </p:txBody>
      </p:sp>
      <p:sp>
        <p:nvSpPr>
          <p:cNvPr id="8" name="TextBox 7">
            <a:extLst>
              <a:ext uri="{FF2B5EF4-FFF2-40B4-BE49-F238E27FC236}">
                <a16:creationId xmlns:a16="http://schemas.microsoft.com/office/drawing/2014/main" id="{868FBA95-2DC4-ED78-82A3-74F9874EDFC3}"/>
              </a:ext>
            </a:extLst>
          </p:cNvPr>
          <p:cNvSpPr txBox="1"/>
          <p:nvPr/>
        </p:nvSpPr>
        <p:spPr>
          <a:xfrm>
            <a:off x="7984136" y="5274766"/>
            <a:ext cx="3529815" cy="1077218"/>
          </a:xfrm>
          <a:prstGeom prst="rect">
            <a:avLst/>
          </a:prstGeom>
          <a:noFill/>
        </p:spPr>
        <p:txBody>
          <a:bodyPr wrap="square" rtlCol="0">
            <a:spAutoFit/>
          </a:bodyPr>
          <a:lstStyle/>
          <a:p>
            <a:r>
              <a:rPr lang="en-IN" sz="1600" dirty="0"/>
              <a:t>RQ3:  Do reconstructed interaction models improve agent task performance on scenario comprehension, vs. source code alone? Confirmed — H3</a:t>
            </a:r>
          </a:p>
        </p:txBody>
      </p:sp>
      <p:sp>
        <p:nvSpPr>
          <p:cNvPr id="6" name="TextBox 5">
            <a:extLst>
              <a:ext uri="{FF2B5EF4-FFF2-40B4-BE49-F238E27FC236}">
                <a16:creationId xmlns:a16="http://schemas.microsoft.com/office/drawing/2014/main" id="{63CC3C84-A066-D458-6984-18AAC6FC15EF}"/>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2424580986"/>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19100" y="1051559"/>
            <a:ext cx="11315701" cy="102728"/>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0075" y="501830"/>
            <a:ext cx="10241280" cy="467820"/>
          </a:xfrm>
          <a:prstGeom prst="rect">
            <a:avLst/>
          </a:prstGeom>
          <a:noFill/>
        </p:spPr>
        <p:txBody>
          <a:bodyPr wrap="square" lIns="45720" tIns="18288" rIns="45720" bIns="18288" anchor="t">
            <a:spAutoFit/>
          </a:bodyPr>
          <a:lstStyle/>
          <a:p>
            <a:pPr algn="l"/>
            <a:r>
              <a:rPr lang="nl-NL"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Understanding </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endPar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7" name="Rounded Rectangle 6"/>
          <p:cNvSpPr/>
          <p:nvPr/>
        </p:nvSpPr>
        <p:spPr>
          <a:xfrm>
            <a:off x="502920" y="1371600"/>
            <a:ext cx="553212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75" y="1554480"/>
            <a:ext cx="5305425" cy="2971070"/>
          </a:xfrm>
          <a:prstGeom prst="rect">
            <a:avLst/>
          </a:prstGeom>
          <a:noFill/>
        </p:spPr>
        <p:txBody>
          <a:bodyPr wrap="square" lIns="45720" tIns="18288" rIns="45720" bIns="18288" anchor="t">
            <a:spAutoFit/>
          </a:bodyPr>
          <a:lstStyle/>
          <a:p>
            <a:pPr algn="l">
              <a:spcAft>
                <a:spcPts val="600"/>
              </a:spcAft>
            </a:pPr>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The setting</a:t>
            </a:r>
            <a:endParaRPr lang="nl-NL"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600"/>
              </a:spcAft>
            </a:pPr>
            <a:endPar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Long-lived, safety-critical systems evolve continuously.</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is captured by Interaction Models</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 S</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cenario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-specific sequence diagrams.</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 practice these diagrams drift with the code and become unreliable.</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Engineers must reconstruct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by hand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slow, error-prone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and</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expertise-dependent.</a:t>
            </a:r>
          </a:p>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Event-driven systems make this worse: async callbacks and pub/sub.</a:t>
            </a:r>
          </a:p>
        </p:txBody>
      </p:sp>
      <p:sp>
        <p:nvSpPr>
          <p:cNvPr id="9" name="Rounded Rectangle 8"/>
          <p:cNvSpPr/>
          <p:nvPr/>
        </p:nvSpPr>
        <p:spPr>
          <a:xfrm>
            <a:off x="6217920" y="1371600"/>
            <a:ext cx="544068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72768"/>
            <a:ext cx="4937760" cy="252377"/>
          </a:xfrm>
          <a:prstGeom prst="rect">
            <a:avLst/>
          </a:prstGeom>
          <a:noFill/>
        </p:spPr>
        <p:txBody>
          <a:bodyPr wrap="square" lIns="45720" tIns="18288" rIns="45720" bIns="18288" anchor="t">
            <a:spAutoFit/>
          </a:bodyPr>
          <a:lstStyle/>
          <a:p>
            <a:pPr algn="l"/>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A REAL DEFECT THIS WOULD HAVE CAUGHT</a:t>
            </a:r>
          </a:p>
        </p:txBody>
      </p:sp>
      <p:sp>
        <p:nvSpPr>
          <p:cNvPr id="11" name="TextBox 10"/>
          <p:cNvSpPr txBox="1"/>
          <p:nvPr/>
        </p:nvSpPr>
        <p:spPr>
          <a:xfrm>
            <a:off x="6492240" y="2211705"/>
            <a:ext cx="5099684" cy="2145203"/>
          </a:xfrm>
          <a:prstGeom prst="rect">
            <a:avLst/>
          </a:prstGeom>
          <a:noFill/>
        </p:spPr>
        <p:txBody>
          <a:bodyPr wrap="square" lIns="45720" tIns="18288" rIns="45720" bIns="18288" anchor="t">
            <a:spAutoFit/>
          </a:bodyPr>
          <a:lstStyle/>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 stale proxy object was never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released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reset call was missing from the connection-handling code.</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After a service restart, the system silently stopped delivering change-notification events.</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The fault was visible only by following an implicit chain of events that no interaction model showed.</a:t>
            </a:r>
          </a:p>
          <a:p>
            <a:pPr algn="l"/>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  Diagnosing it meant manually re</a:t>
            </a:r>
            <a:r>
              <a:rPr lang="nl-NL"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constructing exactly the kind of model this thesis automates.</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06F3F5D-1682-D458-C803-106301BA8B67}"/>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Recap: Original 5-Stage Methodology</a:t>
            </a:r>
          </a:p>
        </p:txBody>
      </p:sp>
      <p:sp>
        <p:nvSpPr>
          <p:cNvPr id="16" name="Content Placeholder 2">
            <a:extLst>
              <a:ext uri="{FF2B5EF4-FFF2-40B4-BE49-F238E27FC236}">
                <a16:creationId xmlns:a16="http://schemas.microsoft.com/office/drawing/2014/main" id="{1445DE22-E1B4-6806-2536-86B3ECD5D16B}"/>
              </a:ext>
            </a:extLst>
          </p:cNvPr>
          <p:cNvSpPr>
            <a:spLocks noGrp="1"/>
          </p:cNvSpPr>
          <p:nvPr>
            <p:ph sz="quarter" idx="10"/>
          </p:nvPr>
        </p:nvSpPr>
        <p:spPr>
          <a:xfrm>
            <a:off x="899160" y="1665962"/>
            <a:ext cx="10662363" cy="4475758"/>
          </a:xfrm>
        </p:spPr>
        <p:txBody>
          <a:bodyPr>
            <a:normAutofit/>
          </a:bodyPr>
          <a:lstStyle/>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Definition → Static Analysis → Runtime Trace Collection → Hybrid Reconstruction → </a:t>
            </a:r>
            <a:r>
              <a:rPr lang="en-GB" b="1" noProof="0" dirty="0" err="1">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Planned milestone by mid-semester:</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Complete static analysis (Weeks 4–7) and begin trace collection &amp; mapping (Weeks 7–10)</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Actual position today:</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 complete + </a:t>
            </a:r>
            <a:r>
              <a:rPr lang="en-GB"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output partially achieved ahead of schedule. </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in active progress.</a:t>
            </a:r>
          </a:p>
        </p:txBody>
      </p:sp>
      <p:sp>
        <p:nvSpPr>
          <p:cNvPr id="4" name="Slide Number Placeholder 3" hidden="1">
            <a:extLst>
              <a:ext uri="{FF2B5EF4-FFF2-40B4-BE49-F238E27FC236}">
                <a16:creationId xmlns:a16="http://schemas.microsoft.com/office/drawing/2014/main" id="{E4C4EB1B-2B25-68CB-53B8-5CAED68F076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34</a:t>
            </a:fld>
            <a:endParaRPr lang="en-GB" sz="300" noProof="0" dirty="0"/>
          </a:p>
        </p:txBody>
      </p:sp>
      <p:sp>
        <p:nvSpPr>
          <p:cNvPr id="2" name="TextBox 1">
            <a:extLst>
              <a:ext uri="{FF2B5EF4-FFF2-40B4-BE49-F238E27FC236}">
                <a16:creationId xmlns:a16="http://schemas.microsoft.com/office/drawing/2014/main" id="{19ADC264-2B7A-AFEF-EBD9-B8E7CEB82BB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118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882381-4F4F-82F0-2048-D44B3318155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71DCD3B-FE7B-B0EA-CB56-E6D8811BA538}"/>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3DD58E81-FD46-DD92-6E9D-40DFE8AB1657}"/>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579F5A82-2194-5E79-91B3-F04EB71A6E0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35</a:t>
            </a:fld>
            <a:endParaRPr lang="en-GB" sz="300" noProof="0" dirty="0"/>
          </a:p>
        </p:txBody>
      </p:sp>
      <p:sp>
        <p:nvSpPr>
          <p:cNvPr id="2" name="TextBox 1">
            <a:extLst>
              <a:ext uri="{FF2B5EF4-FFF2-40B4-BE49-F238E27FC236}">
                <a16:creationId xmlns:a16="http://schemas.microsoft.com/office/drawing/2014/main" id="{D68AB90D-371D-680F-7352-86EC9DF88C3E}"/>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4021488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C3F0ED-B3C8-B9C0-2F50-AC77498E81B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860ADC2-31A7-0A21-6925-8755E0D00DAA}"/>
              </a:ext>
            </a:extLst>
          </p:cNvPr>
          <p:cNvSpPr>
            <a:spLocks noGrp="1"/>
          </p:cNvSpPr>
          <p:nvPr>
            <p:ph type="title"/>
          </p:nvPr>
        </p:nvSpPr>
        <p:spPr>
          <a:xfrm>
            <a:off x="899160" y="655320"/>
            <a:ext cx="10812676" cy="1010642"/>
          </a:xfrm>
        </p:spPr>
        <p:txBody>
          <a:bodyPr anchor="ctr">
            <a:normAutofit/>
          </a:bodyPr>
          <a:lstStyle/>
          <a:p>
            <a:r>
              <a:rPr lang="en-GB" sz="36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Changed: The Static Analysis Layer Evolved</a:t>
            </a:r>
          </a:p>
        </p:txBody>
      </p:sp>
      <p:sp>
        <p:nvSpPr>
          <p:cNvPr id="16" name="Content Placeholder 2">
            <a:extLst>
              <a:ext uri="{FF2B5EF4-FFF2-40B4-BE49-F238E27FC236}">
                <a16:creationId xmlns:a16="http://schemas.microsoft.com/office/drawing/2014/main" id="{C66F6BB6-1956-11F1-2A63-463DAEC4C019}"/>
              </a:ext>
            </a:extLst>
          </p:cNvPr>
          <p:cNvSpPr>
            <a:spLocks noGrp="1"/>
          </p:cNvSpPr>
          <p:nvPr>
            <p:ph sz="quarter" idx="10"/>
          </p:nvPr>
        </p:nvSpPr>
        <p:spPr>
          <a:xfrm>
            <a:off x="780789" y="1373060"/>
            <a:ext cx="10662363" cy="5010487"/>
          </a:xfrm>
        </p:spPr>
        <p:txBody>
          <a:bodyPr>
            <a:normAutofit fontScale="92500" lnSpcReduction="20000"/>
          </a:bodyPr>
          <a:lstStyle/>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Originally proposed: </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dependency-based code slicing directly on C++ source</a:t>
            </a:r>
          </a:p>
          <a:p>
            <a:endParaRPr lang="en-GB" sz="9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built instead:</a:t>
            </a: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The graph representation directly addresses RQ2 ("What intermediate property graph can integrate static call graphs and runtime events?") - it is the unified IR (Neo4j Property Graph) that both static slices and runtime trace events will be merged into. The agent skill layer also makes the pipeline query-able without hardcoding scenario-specific logic.</a:t>
            </a:r>
          </a:p>
        </p:txBody>
      </p:sp>
      <p:sp>
        <p:nvSpPr>
          <p:cNvPr id="4" name="Slide Number Placeholder 3" hidden="1">
            <a:extLst>
              <a:ext uri="{FF2B5EF4-FFF2-40B4-BE49-F238E27FC236}">
                <a16:creationId xmlns:a16="http://schemas.microsoft.com/office/drawing/2014/main" id="{CE8942C9-5D98-B897-A28B-57A78EEDAA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36</a:t>
            </a:fld>
            <a:endParaRPr lang="en-GB" sz="300" noProof="0" dirty="0"/>
          </a:p>
        </p:txBody>
      </p:sp>
      <p:graphicFrame>
        <p:nvGraphicFramePr>
          <p:cNvPr id="5" name="Diagram 4">
            <a:extLst>
              <a:ext uri="{FF2B5EF4-FFF2-40B4-BE49-F238E27FC236}">
                <a16:creationId xmlns:a16="http://schemas.microsoft.com/office/drawing/2014/main" id="{422F13A0-055C-C0D6-D800-750F37B01D59}"/>
              </a:ext>
            </a:extLst>
          </p:cNvPr>
          <p:cNvGraphicFramePr/>
          <p:nvPr>
            <p:extLst>
              <p:ext uri="{D42A27DB-BD31-4B8C-83A1-F6EECF244321}">
                <p14:modId xmlns:p14="http://schemas.microsoft.com/office/powerpoint/2010/main" val="3968101522"/>
              </p:ext>
            </p:extLst>
          </p:nvPr>
        </p:nvGraphicFramePr>
        <p:xfrm>
          <a:off x="748848" y="2537145"/>
          <a:ext cx="10812676" cy="2523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C590F411-9C7E-E474-7238-B3BFF049A141}"/>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19473113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D6A172-E7FC-806E-4794-D7BDEFA5093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F249AF-0972-1AE7-0D91-7C1165EC4D2F}"/>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C349D8F0-71DE-E5A3-81DF-1538F35A28F0}"/>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D88D29D8-7286-4204-05F7-9CF7B9B47EA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37</a:t>
            </a:fld>
            <a:endParaRPr lang="en-GB" sz="300" noProof="0" dirty="0"/>
          </a:p>
        </p:txBody>
      </p:sp>
      <p:sp>
        <p:nvSpPr>
          <p:cNvPr id="2" name="TextBox 1">
            <a:extLst>
              <a:ext uri="{FF2B5EF4-FFF2-40B4-BE49-F238E27FC236}">
                <a16:creationId xmlns:a16="http://schemas.microsoft.com/office/drawing/2014/main" id="{64D7FD2E-AF73-69A6-413E-C975DA074554}"/>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8332243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432263-9105-2C3C-E1DE-C8DE23A416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4EF7C2-0A83-AEB6-A684-B69E839F2A96}"/>
              </a:ext>
            </a:extLst>
          </p:cNvPr>
          <p:cNvSpPr>
            <a:spLocks noGrp="1"/>
          </p:cNvSpPr>
          <p:nvPr>
            <p:ph type="title"/>
          </p:nvPr>
        </p:nvSpPr>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Evaluation &amp; Expected Outcomes</a:t>
            </a:r>
          </a:p>
        </p:txBody>
      </p:sp>
      <p:sp>
        <p:nvSpPr>
          <p:cNvPr id="4" name="Slide Number Placeholder 3">
            <a:extLst>
              <a:ext uri="{FF2B5EF4-FFF2-40B4-BE49-F238E27FC236}">
                <a16:creationId xmlns:a16="http://schemas.microsoft.com/office/drawing/2014/main" id="{CF516A9F-E954-9B54-5B63-FC9AC8251B42}"/>
              </a:ext>
            </a:extLst>
          </p:cNvPr>
          <p:cNvSpPr>
            <a:spLocks noGrp="1"/>
          </p:cNvSpPr>
          <p:nvPr>
            <p:ph type="sldNum" sz="quarter" idx="4"/>
          </p:nvPr>
        </p:nvSpPr>
        <p:spPr/>
        <p:txBody>
          <a:bodyPr/>
          <a:lstStyle/>
          <a:p>
            <a:fld id="{B5CEABB6-07DC-46E8-9B57-56EC44A396E5}" type="slidenum">
              <a:rPr lang="en-GB" noProof="0" smtClean="0"/>
              <a:pPr/>
              <a:t>38</a:t>
            </a:fld>
            <a:endParaRPr lang="en-GB" noProof="0" dirty="0"/>
          </a:p>
        </p:txBody>
      </p:sp>
      <p:graphicFrame>
        <p:nvGraphicFramePr>
          <p:cNvPr id="3" name="Table 11">
            <a:extLst>
              <a:ext uri="{FF2B5EF4-FFF2-40B4-BE49-F238E27FC236}">
                <a16:creationId xmlns:a16="http://schemas.microsoft.com/office/drawing/2014/main" id="{618F5EC6-9237-BD09-C34B-6AF719222C85}"/>
              </a:ext>
            </a:extLst>
          </p:cNvPr>
          <p:cNvGraphicFramePr>
            <a:graphicFrameLocks/>
          </p:cNvGraphicFramePr>
          <p:nvPr>
            <p:extLst>
              <p:ext uri="{D42A27DB-BD31-4B8C-83A1-F6EECF244321}">
                <p14:modId xmlns:p14="http://schemas.microsoft.com/office/powerpoint/2010/main" val="2725888204"/>
              </p:ext>
            </p:extLst>
          </p:nvPr>
        </p:nvGraphicFramePr>
        <p:xfrm>
          <a:off x="849497" y="2186073"/>
          <a:ext cx="10493001" cy="1957954"/>
        </p:xfrm>
        <a:graphic>
          <a:graphicData uri="http://schemas.openxmlformats.org/drawingml/2006/table">
            <a:tbl>
              <a:tblPr firstRow="1" bandRow="1">
                <a:tableStyleId>{5FD0F851-EC5A-4D38-B0AD-8093EC10F338}</a:tableStyleId>
              </a:tblPr>
              <a:tblGrid>
                <a:gridCol w="3417349">
                  <a:extLst>
                    <a:ext uri="{9D8B030D-6E8A-4147-A177-3AD203B41FA5}">
                      <a16:colId xmlns:a16="http://schemas.microsoft.com/office/drawing/2014/main" val="3233966979"/>
                    </a:ext>
                  </a:extLst>
                </a:gridCol>
                <a:gridCol w="3316134">
                  <a:extLst>
                    <a:ext uri="{9D8B030D-6E8A-4147-A177-3AD203B41FA5}">
                      <a16:colId xmlns:a16="http://schemas.microsoft.com/office/drawing/2014/main" val="1427916659"/>
                    </a:ext>
                  </a:extLst>
                </a:gridCol>
                <a:gridCol w="3759518">
                  <a:extLst>
                    <a:ext uri="{9D8B030D-6E8A-4147-A177-3AD203B41FA5}">
                      <a16:colId xmlns:a16="http://schemas.microsoft.com/office/drawing/2014/main" val="1158840958"/>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Approach</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traces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static code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(Trace enriched with static code)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Incomplete flow</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Over-approximation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More complete flow</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8" name="TextBox 7">
            <a:extLst>
              <a:ext uri="{FF2B5EF4-FFF2-40B4-BE49-F238E27FC236}">
                <a16:creationId xmlns:a16="http://schemas.microsoft.com/office/drawing/2014/main" id="{72135843-6E30-2E41-5C48-4108864AD894}"/>
              </a:ext>
            </a:extLst>
          </p:cNvPr>
          <p:cNvSpPr txBox="1"/>
          <p:nvPr/>
        </p:nvSpPr>
        <p:spPr>
          <a:xfrm>
            <a:off x="916169" y="4917626"/>
            <a:ext cx="6096000" cy="1015663"/>
          </a:xfrm>
          <a:prstGeom prst="rect">
            <a:avLst/>
          </a:prstGeom>
          <a:noFill/>
        </p:spPr>
        <p:txBody>
          <a:bodyPr wrap="square">
            <a:spAutoFit/>
          </a:bodyPr>
          <a:lstStyle/>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Prototype implementation</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a:t>
            </a:r>
            <a:r>
              <a:rPr lang="en-GB" sz="2000" noProof="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 diagrams</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Comparative evaluation results</a:t>
            </a:r>
          </a:p>
        </p:txBody>
      </p:sp>
      <p:sp>
        <p:nvSpPr>
          <p:cNvPr id="2" name="Footer Placeholder 1">
            <a:extLst>
              <a:ext uri="{FF2B5EF4-FFF2-40B4-BE49-F238E27FC236}">
                <a16:creationId xmlns:a16="http://schemas.microsoft.com/office/drawing/2014/main" id="{CBB05CDD-072B-1444-F76E-12039D108A81}"/>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212153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039863-1334-69B2-98D8-71AE5E19997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C87862-358F-1349-F402-1FBDC5323204}"/>
              </a:ext>
            </a:extLst>
          </p:cNvPr>
          <p:cNvSpPr>
            <a:spLocks noGrp="1"/>
          </p:cNvSpPr>
          <p:nvPr>
            <p:ph type="title"/>
          </p:nvPr>
        </p:nvSpPr>
        <p:spPr>
          <a:xfrm>
            <a:off x="835980" y="630776"/>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Planning &amp; Feasibility</a:t>
            </a:r>
          </a:p>
        </p:txBody>
      </p:sp>
      <p:sp>
        <p:nvSpPr>
          <p:cNvPr id="10" name="Content Placeholder 9">
            <a:extLst>
              <a:ext uri="{FF2B5EF4-FFF2-40B4-BE49-F238E27FC236}">
                <a16:creationId xmlns:a16="http://schemas.microsoft.com/office/drawing/2014/main" id="{4477682C-AE9B-05BC-9FD4-A1E6EE10F3DF}"/>
              </a:ext>
            </a:extLst>
          </p:cNvPr>
          <p:cNvSpPr>
            <a:spLocks noGrp="1"/>
          </p:cNvSpPr>
          <p:nvPr>
            <p:ph sz="quarter" idx="11"/>
          </p:nvPr>
        </p:nvSpPr>
        <p:spPr>
          <a:xfrm>
            <a:off x="914399" y="2392678"/>
            <a:ext cx="7277494" cy="3046587"/>
          </a:xfrm>
        </p:spPr>
        <p:txBody>
          <a:bodyPr>
            <a:normAutofit/>
          </a:bodyPr>
          <a:lstStyle/>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	Literature &amp; Scoping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	Static Analysis</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	Trace Collection &amp; Mapping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	Hybrid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Modeling</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&amp; Evaluation</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 	Writing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	Buffer</a:t>
            </a:r>
          </a:p>
        </p:txBody>
      </p:sp>
      <p:sp>
        <p:nvSpPr>
          <p:cNvPr id="3" name="Slide Number Placeholder 2">
            <a:extLst>
              <a:ext uri="{FF2B5EF4-FFF2-40B4-BE49-F238E27FC236}">
                <a16:creationId xmlns:a16="http://schemas.microsoft.com/office/drawing/2014/main" id="{BD83182D-8F63-E16F-3C49-55E086CB912C}"/>
              </a:ext>
            </a:extLst>
          </p:cNvPr>
          <p:cNvSpPr>
            <a:spLocks noGrp="1"/>
          </p:cNvSpPr>
          <p:nvPr>
            <p:ph type="sldNum" sz="quarter" idx="4"/>
          </p:nvPr>
        </p:nvSpPr>
        <p:spPr>
          <a:xfrm>
            <a:off x="8534400" y="6121252"/>
            <a:ext cx="2743200" cy="365125"/>
          </a:xfrm>
        </p:spPr>
        <p:txBody>
          <a:bodyPr/>
          <a:lstStyle/>
          <a:p>
            <a:fld id="{B5CEABB6-07DC-46E8-9B57-56EC44A396E5}" type="slidenum">
              <a:rPr lang="en-GB" noProof="0" smtClean="0"/>
              <a:pPr/>
              <a:t>39</a:t>
            </a:fld>
            <a:endParaRPr lang="en-GB" noProof="0" dirty="0"/>
          </a:p>
        </p:txBody>
      </p:sp>
      <p:sp>
        <p:nvSpPr>
          <p:cNvPr id="2" name="Footer Placeholder 1">
            <a:extLst>
              <a:ext uri="{FF2B5EF4-FFF2-40B4-BE49-F238E27FC236}">
                <a16:creationId xmlns:a16="http://schemas.microsoft.com/office/drawing/2014/main" id="{74072CD4-3AB6-3D14-94C9-3543CC54F30B}"/>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473809672"/>
      </p:ext>
    </p:extLst>
  </p:cSld>
  <p:clrMapOvr>
    <a:masterClrMapping/>
  </p:clrMapOvr>
</p:sld>
</file>

<file path=ppt/theme/theme1.xml><?xml version="1.0" encoding="utf-8"?>
<a:theme xmlns:a="http://schemas.openxmlformats.org/drawingml/2006/main" name="Custom">
  <a:themeElements>
    <a:clrScheme name="Custom 77">
      <a:dk1>
        <a:sysClr val="windowText" lastClr="000000"/>
      </a:dk1>
      <a:lt1>
        <a:sysClr val="window" lastClr="FFFFFF"/>
      </a:lt1>
      <a:dk2>
        <a:srgbClr val="44546A"/>
      </a:dk2>
      <a:lt2>
        <a:srgbClr val="E7E6E6"/>
      </a:lt2>
      <a:accent1>
        <a:srgbClr val="FFB09D"/>
      </a:accent1>
      <a:accent2>
        <a:srgbClr val="FFD7C7"/>
      </a:accent2>
      <a:accent3>
        <a:srgbClr val="FFE9E0"/>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22518_win32_SD_v11" id="{6E195932-91F4-4861-8538-848409B20D97}" vid="{F5C82CE7-F5AC-4E30-975C-FD228ED220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796806-D3A7-49C6-9335-B8A0B9307F8E}">
  <ds:schemaRefs>
    <ds:schemaRef ds:uri="http://schemas.microsoft.com/sharepoint/v3/contenttype/forms"/>
  </ds:schemaRefs>
</ds:datastoreItem>
</file>

<file path=customXml/itemProps2.xml><?xml version="1.0" encoding="utf-8"?>
<ds:datastoreItem xmlns:ds="http://schemas.openxmlformats.org/officeDocument/2006/customXml" ds:itemID="{337CDA33-9251-49D0-A51A-7888AA3E0635}">
  <ds:schemaRefs>
    <ds:schemaRef ds:uri="http://schemas.microsoft.com/sharepoint/v3"/>
    <ds:schemaRef ds:uri="http://schemas.microsoft.com/office/2006/documentManagement/types"/>
    <ds:schemaRef ds:uri="71af3243-3dd4-4a8d-8c0d-dd76da1f02a5"/>
    <ds:schemaRef ds:uri="http://www.w3.org/XML/1998/namespace"/>
    <ds:schemaRef ds:uri="http://purl.org/dc/terms/"/>
    <ds:schemaRef ds:uri="http://purl.org/dc/elements/1.1/"/>
    <ds:schemaRef ds:uri="http://schemas.microsoft.com/office/infopath/2007/PartnerControls"/>
    <ds:schemaRef ds:uri="http://schemas.openxmlformats.org/package/2006/metadata/core-properties"/>
    <ds:schemaRef ds:uri="16c05727-aa75-4e4a-9b5f-8a80a1165891"/>
    <ds:schemaRef ds:uri="230e9df3-be65-4c73-a93b-d1236ebd677e"/>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32E4FA29-61E2-42A6-9537-732ED628B6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sales pitch presentation</Template>
  <TotalTime>3662</TotalTime>
  <Words>6145</Words>
  <Application>Microsoft Office PowerPoint</Application>
  <PresentationFormat>Widescreen</PresentationFormat>
  <Paragraphs>671</Paragraphs>
  <Slides>39</Slides>
  <Notes>14</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Bodoni MT</vt:lpstr>
      <vt:lpstr>Calibri</vt:lpstr>
      <vt:lpstr>Sans Serif Collection</vt:lpstr>
      <vt:lpstr>SFMono-Regular</vt:lpstr>
      <vt:lpstr>Source Sans Pro Light</vt:lpstr>
      <vt:lpstr>Custom</vt:lpstr>
      <vt:lpstr>Hybrid Static–Trace Analysis for Synthesizing Interaction Diagrams in Event-Driven Systems</vt:lpstr>
      <vt:lpstr>PowerPoint Presentation</vt:lpstr>
      <vt:lpstr>Problem Statement &amp; Motivation</vt:lpstr>
      <vt:lpstr>State of the Art &amp; Research Gap</vt:lpstr>
      <vt:lpstr>Research Questions</vt:lpstr>
      <vt:lpstr>Methodology - The Hybrid Pipeline </vt:lpstr>
      <vt:lpstr>What Was Built: Agent Skill Pipeline</vt:lpstr>
      <vt:lpstr>Four Evaluation Scenarios were Selected</vt:lpstr>
      <vt:lpstr>Reference Diagrams - Ground Truths</vt:lpstr>
      <vt:lpstr>Ground Truth Explanation</vt:lpstr>
      <vt:lpstr>H1 Experiment Design</vt:lpstr>
      <vt:lpstr>H1 – Metrics Calculations for Scenario 1</vt:lpstr>
      <vt:lpstr>H1 – Metrics Calculations for Scenario 1</vt:lpstr>
      <vt:lpstr>H1 – Metrics Calculations for Scenario 1</vt:lpstr>
      <vt:lpstr>H1 – Metrics Calculations for Scenario 1</vt:lpstr>
      <vt:lpstr>Explain the full pipeline - WIP</vt:lpstr>
      <vt:lpstr>H1 Results: Precision / Recall / F1</vt:lpstr>
      <vt:lpstr>Scenario 1 - Outputs</vt:lpstr>
      <vt:lpstr>Scenario 2 - Outputs</vt:lpstr>
      <vt:lpstr>Scenario 3 - Outputs</vt:lpstr>
      <vt:lpstr>Scenario 4 - Outputs</vt:lpstr>
      <vt:lpstr>H1 Interpretation — Why the Numbers Look This Way</vt:lpstr>
      <vt:lpstr>H2 Results in Detail: Noise, Coverage &amp; Expert Ratings</vt:lpstr>
      <vt:lpstr>H3 Results in Detail: Diagram Utility</vt:lpstr>
      <vt:lpstr>Example Output: The S4 Dual-Gap, Recovered</vt:lpstr>
      <vt:lpstr>What Was Produced: SysML v2 Artifacts</vt:lpstr>
      <vt:lpstr>Trace Collection &amp; Practitioner Validation</vt:lpstr>
      <vt:lpstr>Research Questions: Where Each Stands</vt:lpstr>
      <vt:lpstr>Challenges Encountered &amp; How They Were Resolved</vt:lpstr>
      <vt:lpstr>Overall Summary</vt:lpstr>
      <vt:lpstr>Thank you! </vt:lpstr>
      <vt:lpstr>Research Questions &amp; Goal</vt:lpstr>
      <vt:lpstr>PowerPoint Presentation</vt:lpstr>
      <vt:lpstr>Recap: Original 5-Stage Methodology</vt:lpstr>
      <vt:lpstr>Progress Against Original Timeline</vt:lpstr>
      <vt:lpstr>What Changed: The Static Analysis Layer Evolved</vt:lpstr>
      <vt:lpstr>Progress Against Original Timeline</vt:lpstr>
      <vt:lpstr>Evaluation &amp; Expected Outcomes</vt:lpstr>
      <vt:lpstr>Planning &amp; Feasibility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Prathik Anand Krishnan</dc:creator>
  <cp:lastModifiedBy>Prathik Anand Krishnan</cp:lastModifiedBy>
  <cp:revision>46</cp:revision>
  <dcterms:created xsi:type="dcterms:W3CDTF">2026-01-24T15:38:06Z</dcterms:created>
  <dcterms:modified xsi:type="dcterms:W3CDTF">2026-07-18T13:16:29Z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