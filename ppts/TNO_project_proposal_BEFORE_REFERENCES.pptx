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65_67511C01.xml" ContentType="application/vnd.ms-powerpoint.comments+xml"/>
  <Override PartName="/ppt/notesSlides/notesSlide4.xml" ContentType="application/vnd.openxmlformats-officedocument.presentationml.notesSlide+xml"/>
  <Override PartName="/ppt/comments/modernComment_15D_52A0B324.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comments/modernComment_17B_0.xml" ContentType="application/vnd.ms-powerpoint.comments+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7C_0.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67_90842B7A.xml" ContentType="application/vnd.ms-powerpoint.comment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1"/>
  </p:notesMasterIdLst>
  <p:handoutMasterIdLst>
    <p:handoutMasterId r:id="rId52"/>
  </p:handoutMasterIdLst>
  <p:sldIdLst>
    <p:sldId id="346" r:id="rId5"/>
    <p:sldId id="257" r:id="rId6"/>
    <p:sldId id="357" r:id="rId7"/>
    <p:sldId id="349" r:id="rId8"/>
    <p:sldId id="390" r:id="rId9"/>
    <p:sldId id="410" r:id="rId10"/>
    <p:sldId id="370" r:id="rId11"/>
    <p:sldId id="379" r:id="rId12"/>
    <p:sldId id="392" r:id="rId13"/>
    <p:sldId id="393" r:id="rId14"/>
    <p:sldId id="409" r:id="rId15"/>
    <p:sldId id="402" r:id="rId16"/>
    <p:sldId id="403" r:id="rId17"/>
    <p:sldId id="404" r:id="rId18"/>
    <p:sldId id="405" r:id="rId19"/>
    <p:sldId id="406" r:id="rId20"/>
    <p:sldId id="407" r:id="rId21"/>
    <p:sldId id="408" r:id="rId22"/>
    <p:sldId id="380" r:id="rId23"/>
    <p:sldId id="398" r:id="rId24"/>
    <p:sldId id="394" r:id="rId25"/>
    <p:sldId id="400" r:id="rId26"/>
    <p:sldId id="401" r:id="rId27"/>
    <p:sldId id="381" r:id="rId28"/>
    <p:sldId id="382" r:id="rId29"/>
    <p:sldId id="386" r:id="rId30"/>
    <p:sldId id="387" r:id="rId31"/>
    <p:sldId id="388" r:id="rId32"/>
    <p:sldId id="389" r:id="rId33"/>
    <p:sldId id="383" r:id="rId34"/>
    <p:sldId id="384" r:id="rId35"/>
    <p:sldId id="372" r:id="rId36"/>
    <p:sldId id="373" r:id="rId37"/>
    <p:sldId id="374" r:id="rId38"/>
    <p:sldId id="375" r:id="rId39"/>
    <p:sldId id="376" r:id="rId40"/>
    <p:sldId id="344" r:id="rId41"/>
    <p:sldId id="385" r:id="rId42"/>
    <p:sldId id="359" r:id="rId43"/>
    <p:sldId id="258" r:id="rId44"/>
    <p:sldId id="365" r:id="rId45"/>
    <p:sldId id="367" r:id="rId46"/>
    <p:sldId id="368" r:id="rId47"/>
    <p:sldId id="369" r:id="rId48"/>
    <p:sldId id="362" r:id="rId49"/>
    <p:sldId id="364"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52"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A3D024-909B-3BC2-1496-FEEAB652808A}" name="Sher Dionisio" initials="" userId="S::Sher.Dionisio@teksystemsgs.com::02daa716-9709-4d47-a153-1943ce1675cb" providerId="AD"/>
  <p188:author id="{129DFD28-E731-E8D5-7D1E-BFEBD96854E7}" name="Prathik Anand Krishnan" initials="PA" userId="Prathik Anand Krishn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5736D"/>
    <a:srgbClr val="151F14"/>
    <a:srgbClr val="7A786C"/>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6DE6FF-18FA-4D1E-B9A8-B62EB38053EA}" v="188" dt="2026-07-18T13:13:45.385"/>
  </p1510:revLst>
</p1510:revInfo>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86441" autoAdjust="0"/>
  </p:normalViewPr>
  <p:slideViewPr>
    <p:cSldViewPr snapToGrid="0">
      <p:cViewPr>
        <p:scale>
          <a:sx n="60" d="100"/>
          <a:sy n="60" d="100"/>
        </p:scale>
        <p:origin x="380" y="116"/>
      </p:cViewPr>
      <p:guideLst>
        <p:guide orient="horz" pos="1752"/>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10109"/>
    </p:cViewPr>
  </p:sorterViewPr>
  <p:notesViewPr>
    <p:cSldViewPr snapToGrid="0" showGuides="1">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 Id="rId6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hik, A.K. (Anand Krishnan)" userId="530651e5-3022-4133-8f7a-bf605e28fdd6" providerId="ADAL" clId="{ADA7A2FA-4D5E-4F37-8241-71D0B554FD81}"/>
    <pc:docChg chg="undo redo custSel addSld delSld modSld sldOrd">
      <pc:chgData name="Prathik, A.K. (Anand Krishnan)" userId="530651e5-3022-4133-8f7a-bf605e28fdd6" providerId="ADAL" clId="{ADA7A2FA-4D5E-4F37-8241-71D0B554FD81}" dt="2026-07-18T13:16:23.902" v="3112" actId="1036"/>
      <pc:docMkLst>
        <pc:docMk/>
      </pc:docMkLst>
      <pc:sldChg chg="delSp modSp mod">
        <pc:chgData name="Prathik, A.K. (Anand Krishnan)" userId="530651e5-3022-4133-8f7a-bf605e28fdd6" providerId="ADAL" clId="{ADA7A2FA-4D5E-4F37-8241-71D0B554FD81}" dt="2026-07-17T13:18:07.919" v="1267" actId="20577"/>
        <pc:sldMkLst>
          <pc:docMk/>
          <pc:sldMk cId="0" sldId="257"/>
        </pc:sldMkLst>
        <pc:spChg chg="mod">
          <ac:chgData name="Prathik, A.K. (Anand Krishnan)" userId="530651e5-3022-4133-8f7a-bf605e28fdd6" providerId="ADAL" clId="{ADA7A2FA-4D5E-4F37-8241-71D0B554FD81}" dt="2026-07-17T13:18:00.427" v="1265" actId="1076"/>
          <ac:spMkLst>
            <pc:docMk/>
            <pc:sldMk cId="0" sldId="257"/>
            <ac:spMk id="8" creationId="{00000000-0000-0000-0000-000000000000}"/>
          </ac:spMkLst>
        </pc:spChg>
        <pc:spChg chg="mod">
          <ac:chgData name="Prathik, A.K. (Anand Krishnan)" userId="530651e5-3022-4133-8f7a-bf605e28fdd6" providerId="ADAL" clId="{ADA7A2FA-4D5E-4F37-8241-71D0B554FD81}" dt="2026-07-17T13:17:52.230" v="1263" actId="1076"/>
          <ac:spMkLst>
            <pc:docMk/>
            <pc:sldMk cId="0" sldId="257"/>
            <ac:spMk id="11" creationId="{00000000-0000-0000-0000-000000000000}"/>
          </ac:spMkLst>
        </pc:spChg>
        <pc:spChg chg="mod">
          <ac:chgData name="Prathik, A.K. (Anand Krishnan)" userId="530651e5-3022-4133-8f7a-bf605e28fdd6" providerId="ADAL" clId="{ADA7A2FA-4D5E-4F37-8241-71D0B554FD81}" dt="2026-07-17T13:17:55.299" v="1264" actId="1076"/>
          <ac:spMkLst>
            <pc:docMk/>
            <pc:sldMk cId="0" sldId="257"/>
            <ac:spMk id="14" creationId="{00000000-0000-0000-0000-000000000000}"/>
          </ac:spMkLst>
        </pc:spChg>
        <pc:spChg chg="mod">
          <ac:chgData name="Prathik, A.K. (Anand Krishnan)" userId="530651e5-3022-4133-8f7a-bf605e28fdd6" providerId="ADAL" clId="{ADA7A2FA-4D5E-4F37-8241-71D0B554FD81}" dt="2026-07-17T13:18:07.919" v="1267" actId="20577"/>
          <ac:spMkLst>
            <pc:docMk/>
            <pc:sldMk cId="0" sldId="257"/>
            <ac:spMk id="17" creationId="{00000000-0000-0000-0000-000000000000}"/>
          </ac:spMkLst>
        </pc:spChg>
        <pc:spChg chg="mod">
          <ac:chgData name="Prathik, A.K. (Anand Krishnan)" userId="530651e5-3022-4133-8f7a-bf605e28fdd6" providerId="ADAL" clId="{ADA7A2FA-4D5E-4F37-8241-71D0B554FD81}" dt="2026-07-17T13:17:40.340" v="1261" actId="1076"/>
          <ac:spMkLst>
            <pc:docMk/>
            <pc:sldMk cId="0" sldId="257"/>
            <ac:spMk id="23" creationId="{00000000-0000-0000-0000-000000000000}"/>
          </ac:spMkLst>
        </pc:spChg>
        <pc:spChg chg="mod">
          <ac:chgData name="Prathik, A.K. (Anand Krishnan)" userId="530651e5-3022-4133-8f7a-bf605e28fdd6" providerId="ADAL" clId="{ADA7A2FA-4D5E-4F37-8241-71D0B554FD81}" dt="2026-07-17T13:17:37.694" v="1260" actId="1076"/>
          <ac:spMkLst>
            <pc:docMk/>
            <pc:sldMk cId="0" sldId="257"/>
            <ac:spMk id="26" creationId="{00000000-0000-0000-0000-000000000000}"/>
          </ac:spMkLst>
        </pc:spChg>
      </pc:sldChg>
      <pc:sldChg chg="addSp modSp mod">
        <pc:chgData name="Prathik, A.K. (Anand Krishnan)" userId="530651e5-3022-4133-8f7a-bf605e28fdd6" providerId="ADAL" clId="{ADA7A2FA-4D5E-4F37-8241-71D0B554FD81}" dt="2026-07-17T09:42:22.917" v="835" actId="20577"/>
        <pc:sldMkLst>
          <pc:docMk/>
          <pc:sldMk cId="3671577520" sldId="346"/>
        </pc:sldMkLst>
        <pc:spChg chg="add mod">
          <ac:chgData name="Prathik, A.K. (Anand Krishnan)" userId="530651e5-3022-4133-8f7a-bf605e28fdd6" providerId="ADAL" clId="{ADA7A2FA-4D5E-4F37-8241-71D0B554FD81}" dt="2026-07-17T09:42:22.917" v="835" actId="20577"/>
          <ac:spMkLst>
            <pc:docMk/>
            <pc:sldMk cId="3671577520" sldId="346"/>
            <ac:spMk id="3" creationId="{B28E6B06-7E98-8D8B-A031-6061E9E13EC8}"/>
          </ac:spMkLst>
        </pc:spChg>
        <pc:spChg chg="add mod">
          <ac:chgData name="Prathik, A.K. (Anand Krishnan)" userId="530651e5-3022-4133-8f7a-bf605e28fdd6" providerId="ADAL" clId="{ADA7A2FA-4D5E-4F37-8241-71D0B554FD81}" dt="2026-07-17T09:42:17.775" v="833"/>
          <ac:spMkLst>
            <pc:docMk/>
            <pc:sldMk cId="3671577520" sldId="346"/>
            <ac:spMk id="4" creationId="{DB1F3E77-C022-72EE-91DF-E49F3FC6F873}"/>
          </ac:spMkLst>
        </pc:spChg>
      </pc:sldChg>
      <pc:sldChg chg="modSp mod ord modShow">
        <pc:chgData name="Prathik, A.K. (Anand Krishnan)" userId="530651e5-3022-4133-8f7a-bf605e28fdd6" providerId="ADAL" clId="{ADA7A2FA-4D5E-4F37-8241-71D0B554FD81}" dt="2026-07-17T13:17:14.867" v="1257"/>
        <pc:sldMkLst>
          <pc:docMk/>
          <pc:sldMk cId="2424580986" sldId="359"/>
        </pc:sldMkLst>
        <pc:spChg chg="mod">
          <ac:chgData name="Prathik, A.K. (Anand Krishnan)" userId="530651e5-3022-4133-8f7a-bf605e28fdd6" providerId="ADAL" clId="{ADA7A2FA-4D5E-4F37-8241-71D0B554FD81}" dt="2026-07-15T13:34:32.310" v="353" actId="1076"/>
          <ac:spMkLst>
            <pc:docMk/>
            <pc:sldMk cId="2424580986" sldId="359"/>
            <ac:spMk id="3" creationId="{72A0D7F7-63C4-ECF7-BA18-3CEC3ABC2D24}"/>
          </ac:spMkLst>
        </pc:spChg>
      </pc:sldChg>
      <pc:sldChg chg="addSp delSp modSp mod">
        <pc:chgData name="Prathik, A.K. (Anand Krishnan)" userId="530651e5-3022-4133-8f7a-bf605e28fdd6" providerId="ADAL" clId="{ADA7A2FA-4D5E-4F37-8241-71D0B554FD81}" dt="2026-07-17T23:58:34.626" v="1420" actId="14100"/>
        <pc:sldMkLst>
          <pc:docMk/>
          <pc:sldMk cId="3025839465" sldId="361"/>
        </pc:sldMkLst>
        <pc:spChg chg="add del mod">
          <ac:chgData name="Prathik, A.K. (Anand Krishnan)" userId="530651e5-3022-4133-8f7a-bf605e28fdd6" providerId="ADAL" clId="{ADA7A2FA-4D5E-4F37-8241-71D0B554FD81}" dt="2026-07-17T09:43:45.215" v="852" actId="478"/>
          <ac:spMkLst>
            <pc:docMk/>
            <pc:sldMk cId="3025839465" sldId="361"/>
            <ac:spMk id="2" creationId="{B5690F3C-14C3-9D69-8E16-DDBC4516BF86}"/>
          </ac:spMkLst>
        </pc:spChg>
        <pc:spChg chg="del">
          <ac:chgData name="Prathik, A.K. (Anand Krishnan)" userId="530651e5-3022-4133-8f7a-bf605e28fdd6" providerId="ADAL" clId="{ADA7A2FA-4D5E-4F37-8241-71D0B554FD81}" dt="2026-07-17T09:43:02.682" v="843" actId="478"/>
          <ac:spMkLst>
            <pc:docMk/>
            <pc:sldMk cId="3025839465" sldId="361"/>
            <ac:spMk id="3" creationId="{C9BE2216-FBE3-D9D5-4D63-4B5CC8901596}"/>
          </ac:spMkLst>
        </pc:spChg>
        <pc:spChg chg="add del mod">
          <ac:chgData name="Prathik, A.K. (Anand Krishnan)" userId="530651e5-3022-4133-8f7a-bf605e28fdd6" providerId="ADAL" clId="{ADA7A2FA-4D5E-4F37-8241-71D0B554FD81}" dt="2026-07-17T09:43:43.686" v="851" actId="478"/>
          <ac:spMkLst>
            <pc:docMk/>
            <pc:sldMk cId="3025839465" sldId="361"/>
            <ac:spMk id="4" creationId="{394C2353-6844-4FAC-79F6-BD574E8F4ED3}"/>
          </ac:spMkLst>
        </pc:spChg>
        <pc:spChg chg="mod">
          <ac:chgData name="Prathik, A.K. (Anand Krishnan)" userId="530651e5-3022-4133-8f7a-bf605e28fdd6" providerId="ADAL" clId="{ADA7A2FA-4D5E-4F37-8241-71D0B554FD81}" dt="2026-07-15T13:40:03.668" v="373" actId="20577"/>
          <ac:spMkLst>
            <pc:docMk/>
            <pc:sldMk cId="3025839465" sldId="361"/>
            <ac:spMk id="11" creationId="{2D90D3EF-3BBD-AF02-F4E5-2F99D418EB33}"/>
          </ac:spMkLst>
        </pc:spChg>
        <pc:spChg chg="mod">
          <ac:chgData name="Prathik, A.K. (Anand Krishnan)" userId="530651e5-3022-4133-8f7a-bf605e28fdd6" providerId="ADAL" clId="{ADA7A2FA-4D5E-4F37-8241-71D0B554FD81}" dt="2026-07-15T13:40:53.214" v="411" actId="20577"/>
          <ac:spMkLst>
            <pc:docMk/>
            <pc:sldMk cId="3025839465" sldId="361"/>
            <ac:spMk id="12" creationId="{EF9504EB-D1C6-641D-B3B0-91D47867A12C}"/>
          </ac:spMkLst>
        </pc:spChg>
        <pc:spChg chg="mod">
          <ac:chgData name="Prathik, A.K. (Anand Krishnan)" userId="530651e5-3022-4133-8f7a-bf605e28fdd6" providerId="ADAL" clId="{ADA7A2FA-4D5E-4F37-8241-71D0B554FD81}" dt="2026-07-15T13:39:48.633" v="365" actId="20577"/>
          <ac:spMkLst>
            <pc:docMk/>
            <pc:sldMk cId="3025839465" sldId="361"/>
            <ac:spMk id="15" creationId="{C39A5130-6FEC-EB85-14E3-209CA6DE4DD5}"/>
          </ac:spMkLst>
        </pc:spChg>
        <pc:spChg chg="mod">
          <ac:chgData name="Prathik, A.K. (Anand Krishnan)" userId="530651e5-3022-4133-8f7a-bf605e28fdd6" providerId="ADAL" clId="{ADA7A2FA-4D5E-4F37-8241-71D0B554FD81}" dt="2026-07-17T23:58:34.626" v="1420" actId="14100"/>
          <ac:spMkLst>
            <pc:docMk/>
            <pc:sldMk cId="3025839465" sldId="361"/>
            <ac:spMk id="16" creationId="{E2E1E8EF-2770-248C-5F21-B2D8B1D759D8}"/>
          </ac:spMkLst>
        </pc:spChg>
        <pc:spChg chg="mod">
          <ac:chgData name="Prathik, A.K. (Anand Krishnan)" userId="530651e5-3022-4133-8f7a-bf605e28fdd6" providerId="ADAL" clId="{ADA7A2FA-4D5E-4F37-8241-71D0B554FD81}" dt="2026-07-15T13:43:43.313" v="530" actId="404"/>
          <ac:spMkLst>
            <pc:docMk/>
            <pc:sldMk cId="3025839465" sldId="361"/>
            <ac:spMk id="19" creationId="{636FAB9D-9516-4286-CF12-35AF8E33CC22}"/>
          </ac:spMkLst>
        </pc:spChg>
        <pc:spChg chg="mod">
          <ac:chgData name="Prathik, A.K. (Anand Krishnan)" userId="530651e5-3022-4133-8f7a-bf605e28fdd6" providerId="ADAL" clId="{ADA7A2FA-4D5E-4F37-8241-71D0B554FD81}" dt="2026-07-15T13:42:26.973" v="487" actId="6549"/>
          <ac:spMkLst>
            <pc:docMk/>
            <pc:sldMk cId="3025839465" sldId="361"/>
            <ac:spMk id="20" creationId="{AE6DB17D-42DF-3605-1985-68763047F074}"/>
          </ac:spMkLst>
        </pc:spChg>
        <pc:spChg chg="mod">
          <ac:chgData name="Prathik, A.K. (Anand Krishnan)" userId="530651e5-3022-4133-8f7a-bf605e28fdd6" providerId="ADAL" clId="{ADA7A2FA-4D5E-4F37-8241-71D0B554FD81}" dt="2026-07-15T14:25:16.851" v="541" actId="14100"/>
          <ac:spMkLst>
            <pc:docMk/>
            <pc:sldMk cId="3025839465" sldId="361"/>
            <ac:spMk id="21" creationId="{868276E1-DF3D-9DE0-A168-A4EA4876E833}"/>
          </ac:spMkLst>
        </pc:spChg>
        <pc:spChg chg="add mod">
          <ac:chgData name="Prathik, A.K. (Anand Krishnan)" userId="530651e5-3022-4133-8f7a-bf605e28fdd6" providerId="ADAL" clId="{ADA7A2FA-4D5E-4F37-8241-71D0B554FD81}" dt="2026-07-17T09:44:29.138" v="855" actId="20577"/>
          <ac:spMkLst>
            <pc:docMk/>
            <pc:sldMk cId="3025839465" sldId="361"/>
            <ac:spMk id="22" creationId="{F24472B4-95D4-7F6A-EB9D-9ABC6F6C5772}"/>
          </ac:spMkLst>
        </pc:spChg>
        <pc:spChg chg="add mod">
          <ac:chgData name="Prathik, A.K. (Anand Krishnan)" userId="530651e5-3022-4133-8f7a-bf605e28fdd6" providerId="ADAL" clId="{ADA7A2FA-4D5E-4F37-8241-71D0B554FD81}" dt="2026-07-17T09:43:46.661" v="853"/>
          <ac:spMkLst>
            <pc:docMk/>
            <pc:sldMk cId="3025839465" sldId="361"/>
            <ac:spMk id="23" creationId="{189CE82F-905B-C676-432E-A6A96D0DC669}"/>
          </ac:spMkLst>
        </pc:spChg>
        <pc:spChg chg="mod">
          <ac:chgData name="Prathik, A.K. (Anand Krishnan)" userId="530651e5-3022-4133-8f7a-bf605e28fdd6" providerId="ADAL" clId="{ADA7A2FA-4D5E-4F37-8241-71D0B554FD81}" dt="2026-07-15T14:26:08.558" v="547" actId="14100"/>
          <ac:spMkLst>
            <pc:docMk/>
            <pc:sldMk cId="3025839465" sldId="361"/>
            <ac:spMk id="26" creationId="{BE427DB3-718E-3522-52FB-C5BBEE3DE7C2}"/>
          </ac:spMkLst>
        </pc:spChg>
        <pc:spChg chg="mod">
          <ac:chgData name="Prathik, A.K. (Anand Krishnan)" userId="530651e5-3022-4133-8f7a-bf605e28fdd6" providerId="ADAL" clId="{ADA7A2FA-4D5E-4F37-8241-71D0B554FD81}" dt="2026-07-15T14:25:41.414" v="545" actId="20577"/>
          <ac:spMkLst>
            <pc:docMk/>
            <pc:sldMk cId="3025839465" sldId="361"/>
            <ac:spMk id="27" creationId="{BE8D4490-8BE3-15F6-2B6F-F3CA74E3A8A1}"/>
          </ac:spMkLst>
        </pc:spChg>
        <pc:spChg chg="mod">
          <ac:chgData name="Prathik, A.K. (Anand Krishnan)" userId="530651e5-3022-4133-8f7a-bf605e28fdd6" providerId="ADAL" clId="{ADA7A2FA-4D5E-4F37-8241-71D0B554FD81}" dt="2026-07-15T14:28:08.269" v="621" actId="20577"/>
          <ac:spMkLst>
            <pc:docMk/>
            <pc:sldMk cId="3025839465" sldId="361"/>
            <ac:spMk id="28" creationId="{52B907BE-BDE3-260D-A812-06F2B7D668F2}"/>
          </ac:spMkLst>
        </pc:spChg>
        <pc:spChg chg="mod">
          <ac:chgData name="Prathik, A.K. (Anand Krishnan)" userId="530651e5-3022-4133-8f7a-bf605e28fdd6" providerId="ADAL" clId="{ADA7A2FA-4D5E-4F37-8241-71D0B554FD81}" dt="2026-07-15T14:24:53.337" v="535" actId="1076"/>
          <ac:spMkLst>
            <pc:docMk/>
            <pc:sldMk cId="3025839465" sldId="361"/>
            <ac:spMk id="29" creationId="{20B9189D-83E9-F037-6A0F-FF52B69156AD}"/>
          </ac:spMkLst>
        </pc:spChg>
        <pc:spChg chg="mod">
          <ac:chgData name="Prathik, A.K. (Anand Krishnan)" userId="530651e5-3022-4133-8f7a-bf605e28fdd6" providerId="ADAL" clId="{ADA7A2FA-4D5E-4F37-8241-71D0B554FD81}" dt="2026-07-15T14:24:53.337" v="535" actId="1076"/>
          <ac:spMkLst>
            <pc:docMk/>
            <pc:sldMk cId="3025839465" sldId="361"/>
            <ac:spMk id="30" creationId="{DEF41DD0-CCC9-2533-84ED-47EC9FE818A6}"/>
          </ac:spMkLst>
        </pc:spChg>
        <pc:spChg chg="mod">
          <ac:chgData name="Prathik, A.K. (Anand Krishnan)" userId="530651e5-3022-4133-8f7a-bf605e28fdd6" providerId="ADAL" clId="{ADA7A2FA-4D5E-4F37-8241-71D0B554FD81}" dt="2026-07-15T14:28:30.767" v="637" actId="20577"/>
          <ac:spMkLst>
            <pc:docMk/>
            <pc:sldMk cId="3025839465" sldId="361"/>
            <ac:spMk id="31" creationId="{14AA4FF2-D30C-9105-DC3A-7737DDCEA6D8}"/>
          </ac:spMkLst>
        </pc:spChg>
        <pc:spChg chg="mod">
          <ac:chgData name="Prathik, A.K. (Anand Krishnan)" userId="530651e5-3022-4133-8f7a-bf605e28fdd6" providerId="ADAL" clId="{ADA7A2FA-4D5E-4F37-8241-71D0B554FD81}" dt="2026-07-15T14:24:53.337" v="535" actId="1076"/>
          <ac:spMkLst>
            <pc:docMk/>
            <pc:sldMk cId="3025839465" sldId="361"/>
            <ac:spMk id="32" creationId="{6313F9D1-4444-F30C-D793-12DAF7C0FE26}"/>
          </ac:spMkLst>
        </pc:spChg>
        <pc:spChg chg="del mod">
          <ac:chgData name="Prathik, A.K. (Anand Krishnan)" userId="530651e5-3022-4133-8f7a-bf605e28fdd6" providerId="ADAL" clId="{ADA7A2FA-4D5E-4F37-8241-71D0B554FD81}" dt="2026-07-17T09:43:40.285" v="850" actId="478"/>
          <ac:spMkLst>
            <pc:docMk/>
            <pc:sldMk cId="3025839465" sldId="361"/>
            <ac:spMk id="37" creationId="{2C582D77-BDD2-04BE-9D97-10CDEF6FC037}"/>
          </ac:spMkLst>
        </pc:spChg>
        <pc:spChg chg="add mod">
          <ac:chgData name="Prathik, A.K. (Anand Krishnan)" userId="530651e5-3022-4133-8f7a-bf605e28fdd6" providerId="ADAL" clId="{ADA7A2FA-4D5E-4F37-8241-71D0B554FD81}" dt="2026-07-15T14:26:05.242" v="546" actId="14100"/>
          <ac:spMkLst>
            <pc:docMk/>
            <pc:sldMk cId="3025839465" sldId="361"/>
            <ac:spMk id="38" creationId="{3E9CFE77-2D8C-D060-8CD2-6DFB6E19D3A9}"/>
          </ac:spMkLst>
        </pc:spChg>
      </pc:sldChg>
      <pc:sldChg chg="mod modShow">
        <pc:chgData name="Prathik, A.K. (Anand Krishnan)" userId="530651e5-3022-4133-8f7a-bf605e28fdd6" providerId="ADAL" clId="{ADA7A2FA-4D5E-4F37-8241-71D0B554FD81}" dt="2026-07-16T09:11:14.562" v="720" actId="729"/>
        <pc:sldMkLst>
          <pc:docMk/>
          <pc:sldMk cId="2212153167" sldId="362"/>
        </pc:sldMkLst>
      </pc:sldChg>
      <pc:sldChg chg="mod modShow">
        <pc:chgData name="Prathik, A.K. (Anand Krishnan)" userId="530651e5-3022-4133-8f7a-bf605e28fdd6" providerId="ADAL" clId="{ADA7A2FA-4D5E-4F37-8241-71D0B554FD81}" dt="2026-07-16T09:11:14.562" v="720" actId="729"/>
        <pc:sldMkLst>
          <pc:docMk/>
          <pc:sldMk cId="2473809672" sldId="364"/>
        </pc:sldMkLst>
      </pc:sldChg>
      <pc:sldChg chg="mod modShow">
        <pc:chgData name="Prathik, A.K. (Anand Krishnan)" userId="530651e5-3022-4133-8f7a-bf605e28fdd6" providerId="ADAL" clId="{ADA7A2FA-4D5E-4F37-8241-71D0B554FD81}" dt="2026-07-16T09:11:14.562" v="720" actId="729"/>
        <pc:sldMkLst>
          <pc:docMk/>
          <pc:sldMk cId="833224358" sldId="369"/>
        </pc:sldMkLst>
      </pc:sldChg>
      <pc:sldChg chg="addSp delSp modSp mod">
        <pc:chgData name="Prathik, A.K. (Anand Krishnan)" userId="530651e5-3022-4133-8f7a-bf605e28fdd6" providerId="ADAL" clId="{ADA7A2FA-4D5E-4F37-8241-71D0B554FD81}" dt="2026-07-17T12:51:16.958" v="1062" actId="20577"/>
        <pc:sldMkLst>
          <pc:docMk/>
          <pc:sldMk cId="1297803354" sldId="370"/>
        </pc:sldMkLst>
        <pc:spChg chg="del">
          <ac:chgData name="Prathik, A.K. (Anand Krishnan)" userId="530651e5-3022-4133-8f7a-bf605e28fdd6" providerId="ADAL" clId="{ADA7A2FA-4D5E-4F37-8241-71D0B554FD81}" dt="2026-07-17T09:44:52.166" v="856" actId="478"/>
          <ac:spMkLst>
            <pc:docMk/>
            <pc:sldMk cId="1297803354" sldId="370"/>
            <ac:spMk id="5" creationId="{EC62A5C7-A5FB-3D3C-2795-5DC82952185B}"/>
          </ac:spMkLst>
        </pc:spChg>
        <pc:spChg chg="add mod">
          <ac:chgData name="Prathik, A.K. (Anand Krishnan)" userId="530651e5-3022-4133-8f7a-bf605e28fdd6" providerId="ADAL" clId="{ADA7A2FA-4D5E-4F37-8241-71D0B554FD81}" dt="2026-07-17T09:44:55.834" v="859" actId="20577"/>
          <ac:spMkLst>
            <pc:docMk/>
            <pc:sldMk cId="1297803354" sldId="370"/>
            <ac:spMk id="6" creationId="{F62EAA60-68DE-807D-C5E5-CAD34E20E54E}"/>
          </ac:spMkLst>
        </pc:spChg>
        <pc:spChg chg="add mod">
          <ac:chgData name="Prathik, A.K. (Anand Krishnan)" userId="530651e5-3022-4133-8f7a-bf605e28fdd6" providerId="ADAL" clId="{ADA7A2FA-4D5E-4F37-8241-71D0B554FD81}" dt="2026-07-17T09:44:52.914" v="857"/>
          <ac:spMkLst>
            <pc:docMk/>
            <pc:sldMk cId="1297803354" sldId="370"/>
            <ac:spMk id="8" creationId="{EA4222C4-4043-63BF-D489-A9966694E43A}"/>
          </ac:spMkLst>
        </pc:spChg>
        <pc:graphicFrameChg chg="mod modGraphic">
          <ac:chgData name="Prathik, A.K. (Anand Krishnan)" userId="530651e5-3022-4133-8f7a-bf605e28fdd6" providerId="ADAL" clId="{ADA7A2FA-4D5E-4F37-8241-71D0B554FD81}" dt="2026-07-17T12:51:16.958" v="1062" actId="20577"/>
          <ac:graphicFrameMkLst>
            <pc:docMk/>
            <pc:sldMk cId="1297803354" sldId="370"/>
            <ac:graphicFrameMk id="2" creationId="{E1E2C492-E755-8476-18BF-466E1303CE7A}"/>
          </ac:graphicFrameMkLst>
        </pc:graphicFrameChg>
      </pc:sldChg>
      <pc:sldChg chg="addSp delSp modSp mod modAnim">
        <pc:chgData name="Prathik, A.K. (Anand Krishnan)" userId="530651e5-3022-4133-8f7a-bf605e28fdd6" providerId="ADAL" clId="{ADA7A2FA-4D5E-4F37-8241-71D0B554FD81}" dt="2026-07-17T13:19:55.803" v="1274"/>
        <pc:sldMkLst>
          <pc:docMk/>
          <pc:sldMk cId="3631531010" sldId="372"/>
        </pc:sldMkLst>
        <pc:spChg chg="add mod">
          <ac:chgData name="Prathik, A.K. (Anand Krishnan)" userId="530651e5-3022-4133-8f7a-bf605e28fdd6" providerId="ADAL" clId="{ADA7A2FA-4D5E-4F37-8241-71D0B554FD81}" dt="2026-07-17T09:46:45.362" v="910" actId="6549"/>
          <ac:spMkLst>
            <pc:docMk/>
            <pc:sldMk cId="3631531010" sldId="372"/>
            <ac:spMk id="2" creationId="{E7243E2B-DEE4-4302-DFEA-53EECA139E46}"/>
          </ac:spMkLst>
        </pc:spChg>
        <pc:spChg chg="add mod">
          <ac:chgData name="Prathik, A.K. (Anand Krishnan)" userId="530651e5-3022-4133-8f7a-bf605e28fdd6" providerId="ADAL" clId="{ADA7A2FA-4D5E-4F37-8241-71D0B554FD81}" dt="2026-07-17T09:46:41.562" v="907"/>
          <ac:spMkLst>
            <pc:docMk/>
            <pc:sldMk cId="3631531010" sldId="372"/>
            <ac:spMk id="5" creationId="{B95A4105-ABA3-D2CF-EB28-9C459235B435}"/>
          </ac:spMkLst>
        </pc:spChg>
        <pc:picChg chg="del">
          <ac:chgData name="Prathik, A.K. (Anand Krishnan)" userId="530651e5-3022-4133-8f7a-bf605e28fdd6" providerId="ADAL" clId="{ADA7A2FA-4D5E-4F37-8241-71D0B554FD81}" dt="2026-07-17T12:54:30.227" v="1071" actId="478"/>
          <ac:picMkLst>
            <pc:docMk/>
            <pc:sldMk cId="3631531010" sldId="372"/>
            <ac:picMk id="3" creationId="{340DFA40-7131-2DB2-F514-9500D4234851}"/>
          </ac:picMkLst>
        </pc:picChg>
        <pc:picChg chg="add mod modCrop">
          <ac:chgData name="Prathik, A.K. (Anand Krishnan)" userId="530651e5-3022-4133-8f7a-bf605e28fdd6" providerId="ADAL" clId="{ADA7A2FA-4D5E-4F37-8241-71D0B554FD81}" dt="2026-07-17T12:56:22.340" v="1098" actId="14100"/>
          <ac:picMkLst>
            <pc:docMk/>
            <pc:sldMk cId="3631531010" sldId="372"/>
            <ac:picMk id="6" creationId="{3FC54977-31F3-EDB1-FD59-98F28C96F07C}"/>
          </ac:picMkLst>
        </pc:picChg>
        <pc:picChg chg="add mod">
          <ac:chgData name="Prathik, A.K. (Anand Krishnan)" userId="530651e5-3022-4133-8f7a-bf605e28fdd6" providerId="ADAL" clId="{ADA7A2FA-4D5E-4F37-8241-71D0B554FD81}" dt="2026-07-17T12:56:27.957" v="1100" actId="14100"/>
          <ac:picMkLst>
            <pc:docMk/>
            <pc:sldMk cId="3631531010" sldId="372"/>
            <ac:picMk id="8" creationId="{114D219D-BDE4-1E10-9DC0-A7ED9C000293}"/>
          </ac:picMkLst>
        </pc:picChg>
      </pc:sldChg>
      <pc:sldChg chg="addSp delSp modSp mod">
        <pc:chgData name="Prathik, A.K. (Anand Krishnan)" userId="530651e5-3022-4133-8f7a-bf605e28fdd6" providerId="ADAL" clId="{ADA7A2FA-4D5E-4F37-8241-71D0B554FD81}" dt="2026-07-17T23:13:35.780" v="1329" actId="20577"/>
        <pc:sldMkLst>
          <pc:docMk/>
          <pc:sldMk cId="2522715857" sldId="373"/>
        </pc:sldMkLst>
        <pc:spChg chg="del">
          <ac:chgData name="Prathik, A.K. (Anand Krishnan)" userId="530651e5-3022-4133-8f7a-bf605e28fdd6" providerId="ADAL" clId="{ADA7A2FA-4D5E-4F37-8241-71D0B554FD81}" dt="2026-07-17T09:47:14.801" v="911" actId="478"/>
          <ac:spMkLst>
            <pc:docMk/>
            <pc:sldMk cId="2522715857" sldId="373"/>
            <ac:spMk id="2" creationId="{02178C51-DB6B-744D-BF22-C30B0C171824}"/>
          </ac:spMkLst>
        </pc:spChg>
        <pc:spChg chg="add mod">
          <ac:chgData name="Prathik, A.K. (Anand Krishnan)" userId="530651e5-3022-4133-8f7a-bf605e28fdd6" providerId="ADAL" clId="{ADA7A2FA-4D5E-4F37-8241-71D0B554FD81}" dt="2026-07-17T09:47:19.923" v="915" actId="6549"/>
          <ac:spMkLst>
            <pc:docMk/>
            <pc:sldMk cId="2522715857" sldId="373"/>
            <ac:spMk id="3" creationId="{17163299-8776-5CA6-6D1E-C13CF8C91DA2}"/>
          </ac:spMkLst>
        </pc:spChg>
        <pc:spChg chg="add mod">
          <ac:chgData name="Prathik, A.K. (Anand Krishnan)" userId="530651e5-3022-4133-8f7a-bf605e28fdd6" providerId="ADAL" clId="{ADA7A2FA-4D5E-4F37-8241-71D0B554FD81}" dt="2026-07-17T09:47:15.679" v="912"/>
          <ac:spMkLst>
            <pc:docMk/>
            <pc:sldMk cId="2522715857" sldId="373"/>
            <ac:spMk id="5" creationId="{338FC515-45F7-4C71-ECF0-456C813F7699}"/>
          </ac:spMkLst>
        </pc:spChg>
        <pc:spChg chg="mod">
          <ac:chgData name="Prathik, A.K. (Anand Krishnan)" userId="530651e5-3022-4133-8f7a-bf605e28fdd6" providerId="ADAL" clId="{ADA7A2FA-4D5E-4F37-8241-71D0B554FD81}" dt="2026-07-17T23:13:35.780" v="1329" actId="20577"/>
          <ac:spMkLst>
            <pc:docMk/>
            <pc:sldMk cId="2522715857" sldId="373"/>
            <ac:spMk id="7" creationId="{DC7AD4E3-5FA5-1E2F-B9AE-F34C3844A0BB}"/>
          </ac:spMkLst>
        </pc:spChg>
      </pc:sldChg>
      <pc:sldChg chg="addSp modSp mod">
        <pc:chgData name="Prathik, A.K. (Anand Krishnan)" userId="530651e5-3022-4133-8f7a-bf605e28fdd6" providerId="ADAL" clId="{ADA7A2FA-4D5E-4F37-8241-71D0B554FD81}" dt="2026-07-17T13:25:37.071" v="1294" actId="404"/>
        <pc:sldMkLst>
          <pc:docMk/>
          <pc:sldMk cId="4225516569" sldId="374"/>
        </pc:sldMkLst>
        <pc:spChg chg="add mod">
          <ac:chgData name="Prathik, A.K. (Anand Krishnan)" userId="530651e5-3022-4133-8f7a-bf605e28fdd6" providerId="ADAL" clId="{ADA7A2FA-4D5E-4F37-8241-71D0B554FD81}" dt="2026-07-17T09:47:26.279" v="917" actId="20577"/>
          <ac:spMkLst>
            <pc:docMk/>
            <pc:sldMk cId="4225516569" sldId="374"/>
            <ac:spMk id="3" creationId="{044FBE1E-FABD-C7FF-4D6D-95B3A212837B}"/>
          </ac:spMkLst>
        </pc:spChg>
        <pc:spChg chg="add mod">
          <ac:chgData name="Prathik, A.K. (Anand Krishnan)" userId="530651e5-3022-4133-8f7a-bf605e28fdd6" providerId="ADAL" clId="{ADA7A2FA-4D5E-4F37-8241-71D0B554FD81}" dt="2026-07-17T09:47:23.953" v="916"/>
          <ac:spMkLst>
            <pc:docMk/>
            <pc:sldMk cId="4225516569" sldId="374"/>
            <ac:spMk id="5" creationId="{9322AA42-E662-2713-CF33-A45733A966A8}"/>
          </ac:spMkLst>
        </pc:spChg>
        <pc:graphicFrameChg chg="modGraphic">
          <ac:chgData name="Prathik, A.K. (Anand Krishnan)" userId="530651e5-3022-4133-8f7a-bf605e28fdd6" providerId="ADAL" clId="{ADA7A2FA-4D5E-4F37-8241-71D0B554FD81}" dt="2026-07-17T13:25:37.071" v="1294" actId="404"/>
          <ac:graphicFrameMkLst>
            <pc:docMk/>
            <pc:sldMk cId="4225516569" sldId="374"/>
            <ac:graphicFrameMk id="2" creationId="{9CF81CCA-5D24-AA27-AD51-F5B694D9EE29}"/>
          </ac:graphicFrameMkLst>
        </pc:graphicFrameChg>
      </pc:sldChg>
      <pc:sldChg chg="addSp delSp modSp mod">
        <pc:chgData name="Prathik, A.K. (Anand Krishnan)" userId="530651e5-3022-4133-8f7a-bf605e28fdd6" providerId="ADAL" clId="{ADA7A2FA-4D5E-4F37-8241-71D0B554FD81}" dt="2026-07-17T13:26:05.645" v="1297"/>
        <pc:sldMkLst>
          <pc:docMk/>
          <pc:sldMk cId="2423779220" sldId="375"/>
        </pc:sldMkLst>
        <pc:spChg chg="del">
          <ac:chgData name="Prathik, A.K. (Anand Krishnan)" userId="530651e5-3022-4133-8f7a-bf605e28fdd6" providerId="ADAL" clId="{ADA7A2FA-4D5E-4F37-8241-71D0B554FD81}" dt="2026-07-17T09:47:31.018" v="918" actId="478"/>
          <ac:spMkLst>
            <pc:docMk/>
            <pc:sldMk cId="2423779220" sldId="375"/>
            <ac:spMk id="3" creationId="{F7D0253F-79AF-5548-917B-1F002B351488}"/>
          </ac:spMkLst>
        </pc:spChg>
        <pc:spChg chg="add mod">
          <ac:chgData name="Prathik, A.K. (Anand Krishnan)" userId="530651e5-3022-4133-8f7a-bf605e28fdd6" providerId="ADAL" clId="{ADA7A2FA-4D5E-4F37-8241-71D0B554FD81}" dt="2026-07-17T09:47:34.683" v="920" actId="20577"/>
          <ac:spMkLst>
            <pc:docMk/>
            <pc:sldMk cId="2423779220" sldId="375"/>
            <ac:spMk id="5" creationId="{746228AB-DC99-D78D-A26C-AD8E9190A2F9}"/>
          </ac:spMkLst>
        </pc:spChg>
        <pc:spChg chg="add mod">
          <ac:chgData name="Prathik, A.K. (Anand Krishnan)" userId="530651e5-3022-4133-8f7a-bf605e28fdd6" providerId="ADAL" clId="{ADA7A2FA-4D5E-4F37-8241-71D0B554FD81}" dt="2026-07-17T09:47:31.446" v="919"/>
          <ac:spMkLst>
            <pc:docMk/>
            <pc:sldMk cId="2423779220" sldId="375"/>
            <ac:spMk id="8" creationId="{9B337C2B-BF59-A39D-A84B-52C4061FF88F}"/>
          </ac:spMkLst>
        </pc:spChg>
        <pc:spChg chg="add del mod">
          <ac:chgData name="Prathik, A.K. (Anand Krishnan)" userId="530651e5-3022-4133-8f7a-bf605e28fdd6" providerId="ADAL" clId="{ADA7A2FA-4D5E-4F37-8241-71D0B554FD81}" dt="2026-07-17T13:08:47.358" v="1226" actId="478"/>
          <ac:spMkLst>
            <pc:docMk/>
            <pc:sldMk cId="2423779220" sldId="375"/>
            <ac:spMk id="10" creationId="{93AEFF31-57C4-AB24-C415-7B805C16EA9C}"/>
          </ac:spMkLst>
        </pc:spChg>
        <pc:graphicFrameChg chg="del mod">
          <ac:chgData name="Prathik, A.K. (Anand Krishnan)" userId="530651e5-3022-4133-8f7a-bf605e28fdd6" providerId="ADAL" clId="{ADA7A2FA-4D5E-4F37-8241-71D0B554FD81}" dt="2026-07-17T13:08:43.600" v="1225" actId="478"/>
          <ac:graphicFrameMkLst>
            <pc:docMk/>
            <pc:sldMk cId="2423779220" sldId="375"/>
            <ac:graphicFrameMk id="2" creationId="{BE05ECB8-FE34-09A4-845C-A204CF3C18A5}"/>
          </ac:graphicFrameMkLst>
        </pc:graphicFrameChg>
        <pc:graphicFrameChg chg="mod modGraphic">
          <ac:chgData name="Prathik, A.K. (Anand Krishnan)" userId="530651e5-3022-4133-8f7a-bf605e28fdd6" providerId="ADAL" clId="{ADA7A2FA-4D5E-4F37-8241-71D0B554FD81}" dt="2026-07-17T13:26:05.645" v="1297"/>
          <ac:graphicFrameMkLst>
            <pc:docMk/>
            <pc:sldMk cId="2423779220" sldId="375"/>
            <ac:graphicFrameMk id="6" creationId="{51009832-AB6B-C940-1EDB-9F7C5A91ADD4}"/>
          </ac:graphicFrameMkLst>
        </pc:graphicFrameChg>
      </pc:sldChg>
      <pc:sldChg chg="addSp delSp modSp mod">
        <pc:chgData name="Prathik, A.K. (Anand Krishnan)" userId="530651e5-3022-4133-8f7a-bf605e28fdd6" providerId="ADAL" clId="{ADA7A2FA-4D5E-4F37-8241-71D0B554FD81}" dt="2026-07-17T09:47:42.470" v="923" actId="20577"/>
        <pc:sldMkLst>
          <pc:docMk/>
          <pc:sldMk cId="2969624485" sldId="376"/>
        </pc:sldMkLst>
        <pc:spChg chg="del">
          <ac:chgData name="Prathik, A.K. (Anand Krishnan)" userId="530651e5-3022-4133-8f7a-bf605e28fdd6" providerId="ADAL" clId="{ADA7A2FA-4D5E-4F37-8241-71D0B554FD81}" dt="2026-07-17T09:47:39.217" v="921" actId="478"/>
          <ac:spMkLst>
            <pc:docMk/>
            <pc:sldMk cId="2969624485" sldId="376"/>
            <ac:spMk id="2" creationId="{2462E76A-1EFB-9B5D-4BA9-936B4B29325B}"/>
          </ac:spMkLst>
        </pc:spChg>
        <pc:spChg chg="add mod">
          <ac:chgData name="Prathik, A.K. (Anand Krishnan)" userId="530651e5-3022-4133-8f7a-bf605e28fdd6" providerId="ADAL" clId="{ADA7A2FA-4D5E-4F37-8241-71D0B554FD81}" dt="2026-07-17T09:47:42.470" v="923" actId="20577"/>
          <ac:spMkLst>
            <pc:docMk/>
            <pc:sldMk cId="2969624485" sldId="376"/>
            <ac:spMk id="3" creationId="{63F85D66-BE30-A223-C8D5-2D77447C0426}"/>
          </ac:spMkLst>
        </pc:spChg>
        <pc:spChg chg="add mod">
          <ac:chgData name="Prathik, A.K. (Anand Krishnan)" userId="530651e5-3022-4133-8f7a-bf605e28fdd6" providerId="ADAL" clId="{ADA7A2FA-4D5E-4F37-8241-71D0B554FD81}" dt="2026-07-17T09:47:39.965" v="922"/>
          <ac:spMkLst>
            <pc:docMk/>
            <pc:sldMk cId="2969624485" sldId="376"/>
            <ac:spMk id="5" creationId="{34F557DA-A5D4-860B-803A-F017D01FAC0B}"/>
          </ac:spMkLst>
        </pc:spChg>
      </pc:sldChg>
      <pc:sldChg chg="addSp delSp modSp mod">
        <pc:chgData name="Prathik, A.K. (Anand Krishnan)" userId="530651e5-3022-4133-8f7a-bf605e28fdd6" providerId="ADAL" clId="{ADA7A2FA-4D5E-4F37-8241-71D0B554FD81}" dt="2026-07-17T13:38:45.341" v="1298" actId="14734"/>
        <pc:sldMkLst>
          <pc:docMk/>
          <pc:sldMk cId="0" sldId="379"/>
        </pc:sldMkLst>
        <pc:spChg chg="mod">
          <ac:chgData name="Prathik, A.K. (Anand Krishnan)" userId="530651e5-3022-4133-8f7a-bf605e28fdd6" providerId="ADAL" clId="{ADA7A2FA-4D5E-4F37-8241-71D0B554FD81}" dt="2026-07-17T13:20:25.101" v="1288" actId="20577"/>
          <ac:spMkLst>
            <pc:docMk/>
            <pc:sldMk cId="0" sldId="379"/>
            <ac:spMk id="2" creationId="{00000000-0000-0000-0000-000000000000}"/>
          </ac:spMkLst>
        </pc:spChg>
        <pc:spChg chg="add mod">
          <ac:chgData name="Prathik, A.K. (Anand Krishnan)" userId="530651e5-3022-4133-8f7a-bf605e28fdd6" providerId="ADAL" clId="{ADA7A2FA-4D5E-4F37-8241-71D0B554FD81}" dt="2026-07-17T09:45:04.290" v="862" actId="20577"/>
          <ac:spMkLst>
            <pc:docMk/>
            <pc:sldMk cId="0" sldId="379"/>
            <ac:spMk id="3" creationId="{BEF7BFC5-D2EA-7D6A-4FF6-A213076BD6C0}"/>
          </ac:spMkLst>
        </pc:spChg>
        <pc:spChg chg="add mod">
          <ac:chgData name="Prathik, A.K. (Anand Krishnan)" userId="530651e5-3022-4133-8f7a-bf605e28fdd6" providerId="ADAL" clId="{ADA7A2FA-4D5E-4F37-8241-71D0B554FD81}" dt="2026-07-17T09:45:01.147" v="860"/>
          <ac:spMkLst>
            <pc:docMk/>
            <pc:sldMk cId="0" sldId="379"/>
            <ac:spMk id="5" creationId="{2EFDC53F-4B81-85FE-06C0-62DEE2D6CE09}"/>
          </ac:spMkLst>
        </pc:spChg>
        <pc:graphicFrameChg chg="mod modGraphic">
          <ac:chgData name="Prathik, A.K. (Anand Krishnan)" userId="530651e5-3022-4133-8f7a-bf605e28fdd6" providerId="ADAL" clId="{ADA7A2FA-4D5E-4F37-8241-71D0B554FD81}" dt="2026-07-17T13:38:45.341" v="1298" actId="14734"/>
          <ac:graphicFrameMkLst>
            <pc:docMk/>
            <pc:sldMk cId="0" sldId="379"/>
            <ac:graphicFrameMk id="4" creationId="{00000000-0000-0000-0000-000000000000}"/>
          </ac:graphicFrameMkLst>
        </pc:graphicFrameChg>
      </pc:sldChg>
      <pc:sldChg chg="addSp modSp mod ord modNotesTx">
        <pc:chgData name="Prathik, A.K. (Anand Krishnan)" userId="530651e5-3022-4133-8f7a-bf605e28fdd6" providerId="ADAL" clId="{ADA7A2FA-4D5E-4F37-8241-71D0B554FD81}" dt="2026-07-18T11:38:26.450" v="2094" actId="6549"/>
        <pc:sldMkLst>
          <pc:docMk/>
          <pc:sldMk cId="0" sldId="380"/>
        </pc:sldMkLst>
        <pc:spChg chg="mod">
          <ac:chgData name="Prathik, A.K. (Anand Krishnan)" userId="530651e5-3022-4133-8f7a-bf605e28fdd6" providerId="ADAL" clId="{ADA7A2FA-4D5E-4F37-8241-71D0B554FD81}" dt="2026-07-18T11:38:26.450" v="2094" actId="6549"/>
          <ac:spMkLst>
            <pc:docMk/>
            <pc:sldMk cId="0" sldId="380"/>
            <ac:spMk id="3" creationId="{00000000-0000-0000-0000-000000000000}"/>
          </ac:spMkLst>
        </pc:spChg>
        <pc:spChg chg="add mod">
          <ac:chgData name="Prathik, A.K. (Anand Krishnan)" userId="530651e5-3022-4133-8f7a-bf605e28fdd6" providerId="ADAL" clId="{ADA7A2FA-4D5E-4F37-8241-71D0B554FD81}" dt="2026-07-17T09:46:04.394" v="885" actId="20577"/>
          <ac:spMkLst>
            <pc:docMk/>
            <pc:sldMk cId="0" sldId="380"/>
            <ac:spMk id="4" creationId="{2B0FA8B5-1750-E7D7-12A8-16F6A2EF93FB}"/>
          </ac:spMkLst>
        </pc:spChg>
        <pc:spChg chg="add mod">
          <ac:chgData name="Prathik, A.K. (Anand Krishnan)" userId="530651e5-3022-4133-8f7a-bf605e28fdd6" providerId="ADAL" clId="{ADA7A2FA-4D5E-4F37-8241-71D0B554FD81}" dt="2026-07-17T09:46:02.316" v="884"/>
          <ac:spMkLst>
            <pc:docMk/>
            <pc:sldMk cId="0" sldId="380"/>
            <ac:spMk id="5" creationId="{1F923145-A7A0-45AC-0EA0-9B1050AA6348}"/>
          </ac:spMkLst>
        </pc:spChg>
      </pc:sldChg>
      <pc:sldChg chg="addSp modSp mod ord">
        <pc:chgData name="Prathik, A.K. (Anand Krishnan)" userId="530651e5-3022-4133-8f7a-bf605e28fdd6" providerId="ADAL" clId="{ADA7A2FA-4D5E-4F37-8241-71D0B554FD81}" dt="2026-07-18T12:22:49.028" v="2128"/>
        <pc:sldMkLst>
          <pc:docMk/>
          <pc:sldMk cId="0" sldId="381"/>
        </pc:sldMkLst>
        <pc:spChg chg="add mod">
          <ac:chgData name="Prathik, A.K. (Anand Krishnan)" userId="530651e5-3022-4133-8f7a-bf605e28fdd6" providerId="ADAL" clId="{ADA7A2FA-4D5E-4F37-8241-71D0B554FD81}" dt="2026-07-17T09:46:09.908" v="889" actId="6549"/>
          <ac:spMkLst>
            <pc:docMk/>
            <pc:sldMk cId="0" sldId="381"/>
            <ac:spMk id="4" creationId="{5531B02A-EC30-C795-96EF-5352ACF6C276}"/>
          </ac:spMkLst>
        </pc:spChg>
        <pc:spChg chg="add mod">
          <ac:chgData name="Prathik, A.K. (Anand Krishnan)" userId="530651e5-3022-4133-8f7a-bf605e28fdd6" providerId="ADAL" clId="{ADA7A2FA-4D5E-4F37-8241-71D0B554FD81}" dt="2026-07-17T09:46:06.729" v="886"/>
          <ac:spMkLst>
            <pc:docMk/>
            <pc:sldMk cId="0" sldId="381"/>
            <ac:spMk id="5" creationId="{48DB3560-D545-A199-4307-F60C89526A7C}"/>
          </ac:spMkLst>
        </pc:spChg>
        <pc:graphicFrameChg chg="mod">
          <ac:chgData name="Prathik, A.K. (Anand Krishnan)" userId="530651e5-3022-4133-8f7a-bf605e28fdd6" providerId="ADAL" clId="{ADA7A2FA-4D5E-4F37-8241-71D0B554FD81}" dt="2026-07-15T23:58:30.102" v="718" actId="1076"/>
          <ac:graphicFrameMkLst>
            <pc:docMk/>
            <pc:sldMk cId="0" sldId="381"/>
            <ac:graphicFrameMk id="3" creationId="{00000000-0000-0000-0000-000000000000}"/>
          </ac:graphicFrameMkLst>
        </pc:graphicFrameChg>
      </pc:sldChg>
      <pc:sldChg chg="addSp modSp mod">
        <pc:chgData name="Prathik, A.K. (Anand Krishnan)" userId="530651e5-3022-4133-8f7a-bf605e28fdd6" providerId="ADAL" clId="{ADA7A2FA-4D5E-4F37-8241-71D0B554FD81}" dt="2026-07-17T09:46:17.227" v="893" actId="6549"/>
        <pc:sldMkLst>
          <pc:docMk/>
          <pc:sldMk cId="0" sldId="382"/>
        </pc:sldMkLst>
        <pc:spChg chg="add mod">
          <ac:chgData name="Prathik, A.K. (Anand Krishnan)" userId="530651e5-3022-4133-8f7a-bf605e28fdd6" providerId="ADAL" clId="{ADA7A2FA-4D5E-4F37-8241-71D0B554FD81}" dt="2026-07-17T09:46:17.227" v="893" actId="6549"/>
          <ac:spMkLst>
            <pc:docMk/>
            <pc:sldMk cId="0" sldId="382"/>
            <ac:spMk id="4" creationId="{52673E92-C949-BEFA-B88A-ECD4084C9198}"/>
          </ac:spMkLst>
        </pc:spChg>
        <pc:spChg chg="add mod">
          <ac:chgData name="Prathik, A.K. (Anand Krishnan)" userId="530651e5-3022-4133-8f7a-bf605e28fdd6" providerId="ADAL" clId="{ADA7A2FA-4D5E-4F37-8241-71D0B554FD81}" dt="2026-07-17T09:46:12.805" v="890"/>
          <ac:spMkLst>
            <pc:docMk/>
            <pc:sldMk cId="0" sldId="382"/>
            <ac:spMk id="5" creationId="{7DFABDD7-1580-8FDA-08FA-FD8598CBE1EA}"/>
          </ac:spMkLst>
        </pc:spChg>
      </pc:sldChg>
      <pc:sldChg chg="addSp modSp mod">
        <pc:chgData name="Prathik, A.K. (Anand Krishnan)" userId="530651e5-3022-4133-8f7a-bf605e28fdd6" providerId="ADAL" clId="{ADA7A2FA-4D5E-4F37-8241-71D0B554FD81}" dt="2026-07-17T09:46:23.105" v="897" actId="6549"/>
        <pc:sldMkLst>
          <pc:docMk/>
          <pc:sldMk cId="0" sldId="383"/>
        </pc:sldMkLst>
        <pc:spChg chg="add mod">
          <ac:chgData name="Prathik, A.K. (Anand Krishnan)" userId="530651e5-3022-4133-8f7a-bf605e28fdd6" providerId="ADAL" clId="{ADA7A2FA-4D5E-4F37-8241-71D0B554FD81}" dt="2026-07-17T09:46:23.105" v="897" actId="6549"/>
          <ac:spMkLst>
            <pc:docMk/>
            <pc:sldMk cId="0" sldId="383"/>
            <ac:spMk id="5" creationId="{65D3248E-4749-F919-7368-DE2283AFDD29}"/>
          </ac:spMkLst>
        </pc:spChg>
        <pc:spChg chg="add mod">
          <ac:chgData name="Prathik, A.K. (Anand Krishnan)" userId="530651e5-3022-4133-8f7a-bf605e28fdd6" providerId="ADAL" clId="{ADA7A2FA-4D5E-4F37-8241-71D0B554FD81}" dt="2026-07-17T09:46:20.484" v="894"/>
          <ac:spMkLst>
            <pc:docMk/>
            <pc:sldMk cId="0" sldId="383"/>
            <ac:spMk id="6" creationId="{F199369D-37B1-06F6-CBB4-90B713D545F1}"/>
          </ac:spMkLst>
        </pc:spChg>
      </pc:sldChg>
      <pc:sldChg chg="addSp modSp mod">
        <pc:chgData name="Prathik, A.K. (Anand Krishnan)" userId="530651e5-3022-4133-8f7a-bf605e28fdd6" providerId="ADAL" clId="{ADA7A2FA-4D5E-4F37-8241-71D0B554FD81}" dt="2026-07-17T13:06:07.709" v="1214" actId="113"/>
        <pc:sldMkLst>
          <pc:docMk/>
          <pc:sldMk cId="0" sldId="384"/>
        </pc:sldMkLst>
        <pc:spChg chg="mod">
          <ac:chgData name="Prathik, A.K. (Anand Krishnan)" userId="530651e5-3022-4133-8f7a-bf605e28fdd6" providerId="ADAL" clId="{ADA7A2FA-4D5E-4F37-8241-71D0B554FD81}" dt="2026-07-16T01:12:50.504" v="719" actId="2711"/>
          <ac:spMkLst>
            <pc:docMk/>
            <pc:sldMk cId="0" sldId="384"/>
            <ac:spMk id="2" creationId="{00000000-0000-0000-0000-000000000000}"/>
          </ac:spMkLst>
        </pc:spChg>
        <pc:spChg chg="add mod">
          <ac:chgData name="Prathik, A.K. (Anand Krishnan)" userId="530651e5-3022-4133-8f7a-bf605e28fdd6" providerId="ADAL" clId="{ADA7A2FA-4D5E-4F37-8241-71D0B554FD81}" dt="2026-07-17T09:46:28.808" v="901" actId="6549"/>
          <ac:spMkLst>
            <pc:docMk/>
            <pc:sldMk cId="0" sldId="384"/>
            <ac:spMk id="5" creationId="{F6FB2B8F-7B26-221B-6D1C-4A39FA932799}"/>
          </ac:spMkLst>
        </pc:spChg>
        <pc:spChg chg="add mod">
          <ac:chgData name="Prathik, A.K. (Anand Krishnan)" userId="530651e5-3022-4133-8f7a-bf605e28fdd6" providerId="ADAL" clId="{ADA7A2FA-4D5E-4F37-8241-71D0B554FD81}" dt="2026-07-17T09:46:26.117" v="898"/>
          <ac:spMkLst>
            <pc:docMk/>
            <pc:sldMk cId="0" sldId="384"/>
            <ac:spMk id="6" creationId="{FCC15BE4-D9A7-7EBD-9B6B-BFD59ADE359A}"/>
          </ac:spMkLst>
        </pc:spChg>
        <pc:graphicFrameChg chg="mod modGraphic">
          <ac:chgData name="Prathik, A.K. (Anand Krishnan)" userId="530651e5-3022-4133-8f7a-bf605e28fdd6" providerId="ADAL" clId="{ADA7A2FA-4D5E-4F37-8241-71D0B554FD81}" dt="2026-07-17T13:06:07.709" v="1214" actId="113"/>
          <ac:graphicFrameMkLst>
            <pc:docMk/>
            <pc:sldMk cId="0" sldId="384"/>
            <ac:graphicFrameMk id="4" creationId="{00000000-0000-0000-0000-000000000000}"/>
          </ac:graphicFrameMkLst>
        </pc:graphicFrameChg>
      </pc:sldChg>
      <pc:sldChg chg="addSp delSp modSp mod">
        <pc:chgData name="Prathik, A.K. (Anand Krishnan)" userId="530651e5-3022-4133-8f7a-bf605e28fdd6" providerId="ADAL" clId="{ADA7A2FA-4D5E-4F37-8241-71D0B554FD81}" dt="2026-07-17T09:46:36.648" v="906" actId="6549"/>
        <pc:sldMkLst>
          <pc:docMk/>
          <pc:sldMk cId="0" sldId="385"/>
        </pc:sldMkLst>
        <pc:spChg chg="add mod">
          <ac:chgData name="Prathik, A.K. (Anand Krishnan)" userId="530651e5-3022-4133-8f7a-bf605e28fdd6" providerId="ADAL" clId="{ADA7A2FA-4D5E-4F37-8241-71D0B554FD81}" dt="2026-07-17T09:46:36.648" v="906" actId="6549"/>
          <ac:spMkLst>
            <pc:docMk/>
            <pc:sldMk cId="0" sldId="385"/>
            <ac:spMk id="3" creationId="{6D89BF6A-57E5-4980-0396-81737AAA91E0}"/>
          </ac:spMkLst>
        </pc:spChg>
        <pc:spChg chg="add mod">
          <ac:chgData name="Prathik, A.K. (Anand Krishnan)" userId="530651e5-3022-4133-8f7a-bf605e28fdd6" providerId="ADAL" clId="{ADA7A2FA-4D5E-4F37-8241-71D0B554FD81}" dt="2026-07-17T09:46:34.350" v="903"/>
          <ac:spMkLst>
            <pc:docMk/>
            <pc:sldMk cId="0" sldId="385"/>
            <ac:spMk id="5" creationId="{25EDBF7A-49CD-3728-3616-9AE7DC3E734A}"/>
          </ac:spMkLst>
        </pc:spChg>
        <pc:spChg chg="del">
          <ac:chgData name="Prathik, A.K. (Anand Krishnan)" userId="530651e5-3022-4133-8f7a-bf605e28fdd6" providerId="ADAL" clId="{ADA7A2FA-4D5E-4F37-8241-71D0B554FD81}" dt="2026-07-17T09:46:33.460" v="902" actId="478"/>
          <ac:spMkLst>
            <pc:docMk/>
            <pc:sldMk cId="0" sldId="385"/>
            <ac:spMk id="15" creationId="{02513EA3-3289-C279-970A-C90A0DB554EE}"/>
          </ac:spMkLst>
        </pc:spChg>
      </pc:sldChg>
      <pc:sldChg chg="addSp delSp modSp mod modClrScheme delAnim modAnim chgLayout">
        <pc:chgData name="Prathik, A.K. (Anand Krishnan)" userId="530651e5-3022-4133-8f7a-bf605e28fdd6" providerId="ADAL" clId="{ADA7A2FA-4D5E-4F37-8241-71D0B554FD81}" dt="2026-07-17T13:01:25.732" v="1187" actId="20577"/>
        <pc:sldMkLst>
          <pc:docMk/>
          <pc:sldMk cId="3062990431" sldId="386"/>
        </pc:sldMkLst>
        <pc:spChg chg="mod ord">
          <ac:chgData name="Prathik, A.K. (Anand Krishnan)" userId="530651e5-3022-4133-8f7a-bf605e28fdd6" providerId="ADAL" clId="{ADA7A2FA-4D5E-4F37-8241-71D0B554FD81}" dt="2026-07-17T13:01:25.732" v="1187" actId="20577"/>
          <ac:spMkLst>
            <pc:docMk/>
            <pc:sldMk cId="3062990431" sldId="386"/>
            <ac:spMk id="2" creationId="{B0F8103F-EE4D-510D-C473-DDC368156B0D}"/>
          </ac:spMkLst>
        </pc:spChg>
        <pc:spChg chg="add mod">
          <ac:chgData name="Prathik, A.K. (Anand Krishnan)" userId="530651e5-3022-4133-8f7a-bf605e28fdd6" providerId="ADAL" clId="{ADA7A2FA-4D5E-4F37-8241-71D0B554FD81}" dt="2026-07-17T09:45:16.203" v="866" actId="20577"/>
          <ac:spMkLst>
            <pc:docMk/>
            <pc:sldMk cId="3062990431" sldId="386"/>
            <ac:spMk id="3" creationId="{48B9F016-1298-3E60-CB3A-D6A94FC33D05}"/>
          </ac:spMkLst>
        </pc:spChg>
        <pc:spChg chg="add mod">
          <ac:chgData name="Prathik, A.K. (Anand Krishnan)" userId="530651e5-3022-4133-8f7a-bf605e28fdd6" providerId="ADAL" clId="{ADA7A2FA-4D5E-4F37-8241-71D0B554FD81}" dt="2026-07-17T09:45:12.914" v="864"/>
          <ac:spMkLst>
            <pc:docMk/>
            <pc:sldMk cId="3062990431" sldId="386"/>
            <ac:spMk id="4" creationId="{BCB0B5C9-7EEF-37C1-699A-FAE77C0AFD62}"/>
          </ac:spMkLst>
        </pc:spChg>
        <pc:spChg chg="del mod ord">
          <ac:chgData name="Prathik, A.K. (Anand Krishnan)" userId="530651e5-3022-4133-8f7a-bf605e28fdd6" providerId="ADAL" clId="{ADA7A2FA-4D5E-4F37-8241-71D0B554FD81}" dt="2026-07-17T09:45:11.775" v="863" actId="478"/>
          <ac:spMkLst>
            <pc:docMk/>
            <pc:sldMk cId="3062990431" sldId="386"/>
            <ac:spMk id="5" creationId="{A6C494D0-CAF4-2824-310F-2A0F32CB9185}"/>
          </ac:spMkLst>
        </pc:spChg>
        <pc:spChg chg="del mod ord">
          <ac:chgData name="Prathik, A.K. (Anand Krishnan)" userId="530651e5-3022-4133-8f7a-bf605e28fdd6" providerId="ADAL" clId="{ADA7A2FA-4D5E-4F37-8241-71D0B554FD81}" dt="2026-07-17T09:45:11.775" v="863" actId="478"/>
          <ac:spMkLst>
            <pc:docMk/>
            <pc:sldMk cId="3062990431" sldId="386"/>
            <ac:spMk id="6" creationId="{38FCEC4F-BAA3-61AB-655E-9BAE396EBB39}"/>
          </ac:spMkLst>
        </pc:spChg>
        <pc:spChg chg="mod ord">
          <ac:chgData name="Prathik, A.K. (Anand Krishnan)" userId="530651e5-3022-4133-8f7a-bf605e28fdd6" providerId="ADAL" clId="{ADA7A2FA-4D5E-4F37-8241-71D0B554FD81}" dt="2026-07-16T12:32:37.332" v="810" actId="14100"/>
          <ac:spMkLst>
            <pc:docMk/>
            <pc:sldMk cId="3062990431" sldId="386"/>
            <ac:spMk id="14" creationId="{8B156FB7-57E9-208A-E480-0BBCAFB87E9E}"/>
          </ac:spMkLst>
        </pc:spChg>
        <pc:picChg chg="add mod modCrop">
          <ac:chgData name="Prathik, A.K. (Anand Krishnan)" userId="530651e5-3022-4133-8f7a-bf605e28fdd6" providerId="ADAL" clId="{ADA7A2FA-4D5E-4F37-8241-71D0B554FD81}" dt="2026-07-17T12:41:09.653" v="1009" actId="1076"/>
          <ac:picMkLst>
            <pc:docMk/>
            <pc:sldMk cId="3062990431" sldId="386"/>
            <ac:picMk id="8" creationId="{BB88C0FE-0CB0-16FF-DC63-014EFF9E94D9}"/>
          </ac:picMkLst>
        </pc:picChg>
        <pc:picChg chg="add del mod modCrop">
          <ac:chgData name="Prathik, A.K. (Anand Krishnan)" userId="530651e5-3022-4133-8f7a-bf605e28fdd6" providerId="ADAL" clId="{ADA7A2FA-4D5E-4F37-8241-71D0B554FD81}" dt="2026-07-17T12:41:05.163" v="1007" actId="21"/>
          <ac:picMkLst>
            <pc:docMk/>
            <pc:sldMk cId="3062990431" sldId="386"/>
            <ac:picMk id="10" creationId="{F071A2D4-B077-F394-849B-7310016DEA44}"/>
          </ac:picMkLst>
        </pc:picChg>
        <pc:picChg chg="add del mod">
          <ac:chgData name="Prathik, A.K. (Anand Krishnan)" userId="530651e5-3022-4133-8f7a-bf605e28fdd6" providerId="ADAL" clId="{ADA7A2FA-4D5E-4F37-8241-71D0B554FD81}" dt="2026-07-17T11:32:02.708" v="980" actId="478"/>
          <ac:picMkLst>
            <pc:docMk/>
            <pc:sldMk cId="3062990431" sldId="386"/>
            <ac:picMk id="12" creationId="{5DFFE646-98F1-F8B2-D08B-41F78318587C}"/>
          </ac:picMkLst>
        </pc:picChg>
        <pc:picChg chg="add del mod">
          <ac:chgData name="Prathik, A.K. (Anand Krishnan)" userId="530651e5-3022-4133-8f7a-bf605e28fdd6" providerId="ADAL" clId="{ADA7A2FA-4D5E-4F37-8241-71D0B554FD81}" dt="2026-07-17T12:43:26.260" v="1031" actId="478"/>
          <ac:picMkLst>
            <pc:docMk/>
            <pc:sldMk cId="3062990431" sldId="386"/>
            <ac:picMk id="13" creationId="{F071A2D4-B077-F394-849B-7310016DEA44}"/>
          </ac:picMkLst>
        </pc:picChg>
        <pc:picChg chg="add del mod ord">
          <ac:chgData name="Prathik, A.K. (Anand Krishnan)" userId="530651e5-3022-4133-8f7a-bf605e28fdd6" providerId="ADAL" clId="{ADA7A2FA-4D5E-4F37-8241-71D0B554FD81}" dt="2026-07-17T10:47:47.371" v="924" actId="478"/>
          <ac:picMkLst>
            <pc:docMk/>
            <pc:sldMk cId="3062990431" sldId="386"/>
            <ac:picMk id="16" creationId="{8B878AFF-6775-1004-890D-B5DB7259D3F6}"/>
          </ac:picMkLst>
        </pc:picChg>
        <pc:picChg chg="add mod">
          <ac:chgData name="Prathik, A.K. (Anand Krishnan)" userId="530651e5-3022-4133-8f7a-bf605e28fdd6" providerId="ADAL" clId="{ADA7A2FA-4D5E-4F37-8241-71D0B554FD81}" dt="2026-07-17T12:43:47.183" v="1038" actId="1076"/>
          <ac:picMkLst>
            <pc:docMk/>
            <pc:sldMk cId="3062990431" sldId="386"/>
            <ac:picMk id="17" creationId="{4F642515-1E5E-BFF4-F49C-22DEAA740FD6}"/>
          </ac:picMkLst>
        </pc:picChg>
        <pc:picChg chg="add del mod modCrop">
          <ac:chgData name="Prathik, A.K. (Anand Krishnan)" userId="530651e5-3022-4133-8f7a-bf605e28fdd6" providerId="ADAL" clId="{ADA7A2FA-4D5E-4F37-8241-71D0B554FD81}" dt="2026-07-17T10:49:44.191" v="942" actId="478"/>
          <ac:picMkLst>
            <pc:docMk/>
            <pc:sldMk cId="3062990431" sldId="386"/>
            <ac:picMk id="19" creationId="{4A2B218E-057D-E548-4257-04047603E3BC}"/>
          </ac:picMkLst>
        </pc:picChg>
      </pc:sldChg>
      <pc:sldChg chg="addSp delSp modSp mod delAnim modAnim">
        <pc:chgData name="Prathik, A.K. (Anand Krishnan)" userId="530651e5-3022-4133-8f7a-bf605e28fdd6" providerId="ADAL" clId="{ADA7A2FA-4D5E-4F37-8241-71D0B554FD81}" dt="2026-07-17T13:01:39.038" v="1189"/>
        <pc:sldMkLst>
          <pc:docMk/>
          <pc:sldMk cId="3693165435" sldId="387"/>
        </pc:sldMkLst>
        <pc:spChg chg="mod">
          <ac:chgData name="Prathik, A.K. (Anand Krishnan)" userId="530651e5-3022-4133-8f7a-bf605e28fdd6" providerId="ADAL" clId="{ADA7A2FA-4D5E-4F37-8241-71D0B554FD81}" dt="2026-07-17T13:01:39.038" v="1189"/>
          <ac:spMkLst>
            <pc:docMk/>
            <pc:sldMk cId="3693165435" sldId="387"/>
            <ac:spMk id="2" creationId="{FE313012-09D3-1A9B-AF4C-9E8DC15FDCBF}"/>
          </ac:spMkLst>
        </pc:spChg>
        <pc:spChg chg="add mod">
          <ac:chgData name="Prathik, A.K. (Anand Krishnan)" userId="530651e5-3022-4133-8f7a-bf605e28fdd6" providerId="ADAL" clId="{ADA7A2FA-4D5E-4F37-8241-71D0B554FD81}" dt="2026-07-17T09:45:33.258" v="870" actId="20577"/>
          <ac:spMkLst>
            <pc:docMk/>
            <pc:sldMk cId="3693165435" sldId="387"/>
            <ac:spMk id="3" creationId="{B128BC2B-94F5-40A0-104F-D7C5D5C4093B}"/>
          </ac:spMkLst>
        </pc:spChg>
        <pc:spChg chg="add mod">
          <ac:chgData name="Prathik, A.K. (Anand Krishnan)" userId="530651e5-3022-4133-8f7a-bf605e28fdd6" providerId="ADAL" clId="{ADA7A2FA-4D5E-4F37-8241-71D0B554FD81}" dt="2026-07-17T09:45:28.053" v="868"/>
          <ac:spMkLst>
            <pc:docMk/>
            <pc:sldMk cId="3693165435" sldId="387"/>
            <ac:spMk id="4" creationId="{E3EFD9A6-1174-C260-72E8-68D6B95E7064}"/>
          </ac:spMkLst>
        </pc:spChg>
        <pc:spChg chg="del">
          <ac:chgData name="Prathik, A.K. (Anand Krishnan)" userId="530651e5-3022-4133-8f7a-bf605e28fdd6" providerId="ADAL" clId="{ADA7A2FA-4D5E-4F37-8241-71D0B554FD81}" dt="2026-07-17T09:45:26.622" v="867" actId="478"/>
          <ac:spMkLst>
            <pc:docMk/>
            <pc:sldMk cId="3693165435" sldId="387"/>
            <ac:spMk id="5" creationId="{5D9DB464-2C55-E242-8EE1-4594B58EEFAF}"/>
          </ac:spMkLst>
        </pc:spChg>
        <pc:spChg chg="del">
          <ac:chgData name="Prathik, A.K. (Anand Krishnan)" userId="530651e5-3022-4133-8f7a-bf605e28fdd6" providerId="ADAL" clId="{ADA7A2FA-4D5E-4F37-8241-71D0B554FD81}" dt="2026-07-17T09:45:26.622" v="867" actId="478"/>
          <ac:spMkLst>
            <pc:docMk/>
            <pc:sldMk cId="3693165435" sldId="387"/>
            <ac:spMk id="6" creationId="{72EC3D02-B0BB-FFA9-9234-C104BC7415F3}"/>
          </ac:spMkLst>
        </pc:spChg>
        <pc:spChg chg="add del mod">
          <ac:chgData name="Prathik, A.K. (Anand Krishnan)" userId="530651e5-3022-4133-8f7a-bf605e28fdd6" providerId="ADAL" clId="{ADA7A2FA-4D5E-4F37-8241-71D0B554FD81}" dt="2026-07-17T11:31:14.701" v="974"/>
          <ac:spMkLst>
            <pc:docMk/>
            <pc:sldMk cId="3693165435" sldId="387"/>
            <ac:spMk id="8" creationId="{77090EDE-3A76-D1B3-25A1-27FEAAC1C7BD}"/>
          </ac:spMkLst>
        </pc:spChg>
        <pc:spChg chg="mod">
          <ac:chgData name="Prathik, A.K. (Anand Krishnan)" userId="530651e5-3022-4133-8f7a-bf605e28fdd6" providerId="ADAL" clId="{ADA7A2FA-4D5E-4F37-8241-71D0B554FD81}" dt="2026-07-17T11:34:18.652" v="991" actId="27636"/>
          <ac:spMkLst>
            <pc:docMk/>
            <pc:sldMk cId="3693165435" sldId="387"/>
            <ac:spMk id="14" creationId="{BB946E48-A58A-E341-8E2A-B86689F2CD99}"/>
          </ac:spMkLst>
        </pc:spChg>
        <pc:picChg chg="del">
          <ac:chgData name="Prathik, A.K. (Anand Krishnan)" userId="530651e5-3022-4133-8f7a-bf605e28fdd6" providerId="ADAL" clId="{ADA7A2FA-4D5E-4F37-8241-71D0B554FD81}" dt="2026-07-17T11:31:14.365" v="972" actId="478"/>
          <ac:picMkLst>
            <pc:docMk/>
            <pc:sldMk cId="3693165435" sldId="387"/>
            <ac:picMk id="10" creationId="{01F7190C-E139-F23A-E5A3-74CBDDA78EED}"/>
          </ac:picMkLst>
        </pc:picChg>
        <pc:picChg chg="add mod ord modCrop">
          <ac:chgData name="Prathik, A.K. (Anand Krishnan)" userId="530651e5-3022-4133-8f7a-bf605e28fdd6" providerId="ADAL" clId="{ADA7A2FA-4D5E-4F37-8241-71D0B554FD81}" dt="2026-07-17T12:42:38.823" v="1021" actId="1076"/>
          <ac:picMkLst>
            <pc:docMk/>
            <pc:sldMk cId="3693165435" sldId="387"/>
            <ac:picMk id="11" creationId="{BCAE6351-408C-E6CE-2450-FC9BD3895183}"/>
          </ac:picMkLst>
        </pc:picChg>
        <pc:picChg chg="add del mod">
          <ac:chgData name="Prathik, A.K. (Anand Krishnan)" userId="530651e5-3022-4133-8f7a-bf605e28fdd6" providerId="ADAL" clId="{ADA7A2FA-4D5E-4F37-8241-71D0B554FD81}" dt="2026-07-17T12:46:39.699" v="1040" actId="478"/>
          <ac:picMkLst>
            <pc:docMk/>
            <pc:sldMk cId="3693165435" sldId="387"/>
            <ac:picMk id="13" creationId="{6AB2DA7B-C041-B13E-7BC4-E81B647E92A8}"/>
          </ac:picMkLst>
        </pc:picChg>
        <pc:picChg chg="add mod">
          <ac:chgData name="Prathik, A.K. (Anand Krishnan)" userId="530651e5-3022-4133-8f7a-bf605e28fdd6" providerId="ADAL" clId="{ADA7A2FA-4D5E-4F37-8241-71D0B554FD81}" dt="2026-07-17T12:47:03.659" v="1048" actId="1076"/>
          <ac:picMkLst>
            <pc:docMk/>
            <pc:sldMk cId="3693165435" sldId="387"/>
            <ac:picMk id="16" creationId="{24C3D150-F0D0-9CB0-D171-C532DC4ACE1C}"/>
          </ac:picMkLst>
        </pc:picChg>
      </pc:sldChg>
      <pc:sldChg chg="addSp delSp modSp mod delAnim modAnim">
        <pc:chgData name="Prathik, A.K. (Anand Krishnan)" userId="530651e5-3022-4133-8f7a-bf605e28fdd6" providerId="ADAL" clId="{ADA7A2FA-4D5E-4F37-8241-71D0B554FD81}" dt="2026-07-17T13:01:41.581" v="1191"/>
        <pc:sldMkLst>
          <pc:docMk/>
          <pc:sldMk cId="3395310774" sldId="388"/>
        </pc:sldMkLst>
        <pc:spChg chg="mod">
          <ac:chgData name="Prathik, A.K. (Anand Krishnan)" userId="530651e5-3022-4133-8f7a-bf605e28fdd6" providerId="ADAL" clId="{ADA7A2FA-4D5E-4F37-8241-71D0B554FD81}" dt="2026-07-17T13:01:41.581" v="1191"/>
          <ac:spMkLst>
            <pc:docMk/>
            <pc:sldMk cId="3395310774" sldId="388"/>
            <ac:spMk id="2" creationId="{B65B3EBF-0089-0D25-E22E-2591D97635DE}"/>
          </ac:spMkLst>
        </pc:spChg>
        <pc:spChg chg="add mod">
          <ac:chgData name="Prathik, A.K. (Anand Krishnan)" userId="530651e5-3022-4133-8f7a-bf605e28fdd6" providerId="ADAL" clId="{ADA7A2FA-4D5E-4F37-8241-71D0B554FD81}" dt="2026-07-17T09:45:46.679" v="877" actId="20577"/>
          <ac:spMkLst>
            <pc:docMk/>
            <pc:sldMk cId="3395310774" sldId="388"/>
            <ac:spMk id="3" creationId="{96AB0BF1-6AD8-449B-1D8E-6C32AF383996}"/>
          </ac:spMkLst>
        </pc:spChg>
        <pc:spChg chg="add mod">
          <ac:chgData name="Prathik, A.K. (Anand Krishnan)" userId="530651e5-3022-4133-8f7a-bf605e28fdd6" providerId="ADAL" clId="{ADA7A2FA-4D5E-4F37-8241-71D0B554FD81}" dt="2026-07-17T09:45:43.651" v="874"/>
          <ac:spMkLst>
            <pc:docMk/>
            <pc:sldMk cId="3395310774" sldId="388"/>
            <ac:spMk id="4" creationId="{F128088E-42DF-9D32-0C98-7CDC9B6BF489}"/>
          </ac:spMkLst>
        </pc:spChg>
        <pc:spChg chg="del">
          <ac:chgData name="Prathik, A.K. (Anand Krishnan)" userId="530651e5-3022-4133-8f7a-bf605e28fdd6" providerId="ADAL" clId="{ADA7A2FA-4D5E-4F37-8241-71D0B554FD81}" dt="2026-07-17T09:45:39.848" v="871" actId="478"/>
          <ac:spMkLst>
            <pc:docMk/>
            <pc:sldMk cId="3395310774" sldId="388"/>
            <ac:spMk id="5" creationId="{AE5D15BE-74D8-C492-A460-1F914B8428E6}"/>
          </ac:spMkLst>
        </pc:spChg>
        <pc:spChg chg="del mod">
          <ac:chgData name="Prathik, A.K. (Anand Krishnan)" userId="530651e5-3022-4133-8f7a-bf605e28fdd6" providerId="ADAL" clId="{ADA7A2FA-4D5E-4F37-8241-71D0B554FD81}" dt="2026-07-17T09:45:42.383" v="873" actId="478"/>
          <ac:spMkLst>
            <pc:docMk/>
            <pc:sldMk cId="3395310774" sldId="388"/>
            <ac:spMk id="6" creationId="{2A918601-C140-54E8-1D14-49134BC9D977}"/>
          </ac:spMkLst>
        </pc:spChg>
        <pc:spChg chg="add del mod">
          <ac:chgData name="Prathik, A.K. (Anand Krishnan)" userId="530651e5-3022-4133-8f7a-bf605e28fdd6" providerId="ADAL" clId="{ADA7A2FA-4D5E-4F37-8241-71D0B554FD81}" dt="2026-07-17T11:25:32.429" v="960"/>
          <ac:spMkLst>
            <pc:docMk/>
            <pc:sldMk cId="3395310774" sldId="388"/>
            <ac:spMk id="9" creationId="{CA0D14C8-B128-5E9D-DBEC-17770A2DC511}"/>
          </ac:spMkLst>
        </pc:spChg>
        <pc:picChg chg="del">
          <ac:chgData name="Prathik, A.K. (Anand Krishnan)" userId="530651e5-3022-4133-8f7a-bf605e28fdd6" providerId="ADAL" clId="{ADA7A2FA-4D5E-4F37-8241-71D0B554FD81}" dt="2026-07-17T11:25:30.424" v="958" actId="478"/>
          <ac:picMkLst>
            <pc:docMk/>
            <pc:sldMk cId="3395310774" sldId="388"/>
            <ac:picMk id="8" creationId="{BD30F48F-4526-E6DC-CDC9-A2F41C268519}"/>
          </ac:picMkLst>
        </pc:picChg>
        <pc:picChg chg="add mod ord modCrop">
          <ac:chgData name="Prathik, A.K. (Anand Krishnan)" userId="530651e5-3022-4133-8f7a-bf605e28fdd6" providerId="ADAL" clId="{ADA7A2FA-4D5E-4F37-8241-71D0B554FD81}" dt="2026-07-17T11:34:52.853" v="994" actId="1076"/>
          <ac:picMkLst>
            <pc:docMk/>
            <pc:sldMk cId="3395310774" sldId="388"/>
            <ac:picMk id="11" creationId="{EE68DBF6-7A08-92EE-6F15-24CE0A8EAFF5}"/>
          </ac:picMkLst>
        </pc:picChg>
        <pc:picChg chg="add del mod">
          <ac:chgData name="Prathik, A.K. (Anand Krishnan)" userId="530651e5-3022-4133-8f7a-bf605e28fdd6" providerId="ADAL" clId="{ADA7A2FA-4D5E-4F37-8241-71D0B554FD81}" dt="2026-07-17T11:30:33.590" v="970" actId="478"/>
          <ac:picMkLst>
            <pc:docMk/>
            <pc:sldMk cId="3395310774" sldId="388"/>
            <ac:picMk id="13" creationId="{DF98B9DE-8419-8233-22EF-7FD8362C063F}"/>
          </ac:picMkLst>
        </pc:picChg>
        <pc:picChg chg="add del mod">
          <ac:chgData name="Prathik, A.K. (Anand Krishnan)" userId="530651e5-3022-4133-8f7a-bf605e28fdd6" providerId="ADAL" clId="{ADA7A2FA-4D5E-4F37-8241-71D0B554FD81}" dt="2026-07-17T12:49:30.970" v="1050" actId="478"/>
          <ac:picMkLst>
            <pc:docMk/>
            <pc:sldMk cId="3395310774" sldId="388"/>
            <ac:picMk id="16" creationId="{B7865C61-C400-0C0C-C650-88EED909F3AA}"/>
          </ac:picMkLst>
        </pc:picChg>
        <pc:picChg chg="add mod">
          <ac:chgData name="Prathik, A.K. (Anand Krishnan)" userId="530651e5-3022-4133-8f7a-bf605e28fdd6" providerId="ADAL" clId="{ADA7A2FA-4D5E-4F37-8241-71D0B554FD81}" dt="2026-07-17T12:49:41.504" v="1054" actId="1076"/>
          <ac:picMkLst>
            <pc:docMk/>
            <pc:sldMk cId="3395310774" sldId="388"/>
            <ac:picMk id="18" creationId="{A52FE456-DDB6-CD81-B55B-05931718A559}"/>
          </ac:picMkLst>
        </pc:picChg>
      </pc:sldChg>
      <pc:sldChg chg="addSp delSp modSp mod modAnim">
        <pc:chgData name="Prathik, A.K. (Anand Krishnan)" userId="530651e5-3022-4133-8f7a-bf605e28fdd6" providerId="ADAL" clId="{ADA7A2FA-4D5E-4F37-8241-71D0B554FD81}" dt="2026-07-17T13:01:45.098" v="1193"/>
        <pc:sldMkLst>
          <pc:docMk/>
          <pc:sldMk cId="2097286474" sldId="389"/>
        </pc:sldMkLst>
        <pc:spChg chg="mod">
          <ac:chgData name="Prathik, A.K. (Anand Krishnan)" userId="530651e5-3022-4133-8f7a-bf605e28fdd6" providerId="ADAL" clId="{ADA7A2FA-4D5E-4F37-8241-71D0B554FD81}" dt="2026-07-17T13:01:45.098" v="1193"/>
          <ac:spMkLst>
            <pc:docMk/>
            <pc:sldMk cId="2097286474" sldId="389"/>
            <ac:spMk id="2" creationId="{FEF2E4AC-6480-D0E8-A817-3ECB7A309C5C}"/>
          </ac:spMkLst>
        </pc:spChg>
        <pc:spChg chg="add mod">
          <ac:chgData name="Prathik, A.K. (Anand Krishnan)" userId="530651e5-3022-4133-8f7a-bf605e28fdd6" providerId="ADAL" clId="{ADA7A2FA-4D5E-4F37-8241-71D0B554FD81}" dt="2026-07-17T09:45:57.214" v="883" actId="20577"/>
          <ac:spMkLst>
            <pc:docMk/>
            <pc:sldMk cId="2097286474" sldId="389"/>
            <ac:spMk id="3" creationId="{1356C986-3857-3D8D-DC6E-8FE1FA535F5D}"/>
          </ac:spMkLst>
        </pc:spChg>
        <pc:spChg chg="add mod">
          <ac:chgData name="Prathik, A.K. (Anand Krishnan)" userId="530651e5-3022-4133-8f7a-bf605e28fdd6" providerId="ADAL" clId="{ADA7A2FA-4D5E-4F37-8241-71D0B554FD81}" dt="2026-07-17T09:45:53.780" v="880"/>
          <ac:spMkLst>
            <pc:docMk/>
            <pc:sldMk cId="2097286474" sldId="389"/>
            <ac:spMk id="4" creationId="{8B04B0F6-7FC6-006C-D2E8-9B9E14841B61}"/>
          </ac:spMkLst>
        </pc:spChg>
        <pc:spChg chg="del">
          <ac:chgData name="Prathik, A.K. (Anand Krishnan)" userId="530651e5-3022-4133-8f7a-bf605e28fdd6" providerId="ADAL" clId="{ADA7A2FA-4D5E-4F37-8241-71D0B554FD81}" dt="2026-07-17T09:45:50.833" v="878" actId="478"/>
          <ac:spMkLst>
            <pc:docMk/>
            <pc:sldMk cId="2097286474" sldId="389"/>
            <ac:spMk id="5" creationId="{56A37117-BABC-4E5E-6908-66EADB2FD37B}"/>
          </ac:spMkLst>
        </pc:spChg>
        <pc:spChg chg="del">
          <ac:chgData name="Prathik, A.K. (Anand Krishnan)" userId="530651e5-3022-4133-8f7a-bf605e28fdd6" providerId="ADAL" clId="{ADA7A2FA-4D5E-4F37-8241-71D0B554FD81}" dt="2026-07-17T09:45:52.700" v="879" actId="478"/>
          <ac:spMkLst>
            <pc:docMk/>
            <pc:sldMk cId="2097286474" sldId="389"/>
            <ac:spMk id="6" creationId="{45F19780-B1A6-615B-54B3-7341952277CF}"/>
          </ac:spMkLst>
        </pc:spChg>
        <pc:spChg chg="add del mod">
          <ac:chgData name="Prathik, A.K. (Anand Krishnan)" userId="530651e5-3022-4133-8f7a-bf605e28fdd6" providerId="ADAL" clId="{ADA7A2FA-4D5E-4F37-8241-71D0B554FD81}" dt="2026-07-17T11:18:34.092" v="948" actId="478"/>
          <ac:spMkLst>
            <pc:docMk/>
            <pc:sldMk cId="2097286474" sldId="389"/>
            <ac:spMk id="9" creationId="{9FB9F2C8-11AF-B4D2-1DB3-9CBCCB1E53CE}"/>
          </ac:spMkLst>
        </pc:spChg>
        <pc:picChg chg="del">
          <ac:chgData name="Prathik, A.K. (Anand Krishnan)" userId="530651e5-3022-4133-8f7a-bf605e28fdd6" providerId="ADAL" clId="{ADA7A2FA-4D5E-4F37-8241-71D0B554FD81}" dt="2026-07-17T11:18:30.095" v="947" actId="478"/>
          <ac:picMkLst>
            <pc:docMk/>
            <pc:sldMk cId="2097286474" sldId="389"/>
            <ac:picMk id="8" creationId="{AA1D902D-FC2E-35D5-7C8A-F41DF4D673B9}"/>
          </ac:picMkLst>
        </pc:picChg>
        <pc:picChg chg="mod">
          <ac:chgData name="Prathik, A.K. (Anand Krishnan)" userId="530651e5-3022-4133-8f7a-bf605e28fdd6" providerId="ADAL" clId="{ADA7A2FA-4D5E-4F37-8241-71D0B554FD81}" dt="2026-07-17T11:25:07.509" v="957" actId="1076"/>
          <ac:picMkLst>
            <pc:docMk/>
            <pc:sldMk cId="2097286474" sldId="389"/>
            <ac:picMk id="10" creationId="{C5EFB625-46B3-AE47-020B-42A774C99EAF}"/>
          </ac:picMkLst>
        </pc:picChg>
        <pc:picChg chg="add mod modCrop">
          <ac:chgData name="Prathik, A.K. (Anand Krishnan)" userId="530651e5-3022-4133-8f7a-bf605e28fdd6" providerId="ADAL" clId="{ADA7A2FA-4D5E-4F37-8241-71D0B554FD81}" dt="2026-07-17T12:43:11.573" v="1030" actId="1076"/>
          <ac:picMkLst>
            <pc:docMk/>
            <pc:sldMk cId="2097286474" sldId="389"/>
            <ac:picMk id="12" creationId="{6579923C-5ECF-A216-28C0-1CCFB776929D}"/>
          </ac:picMkLst>
        </pc:picChg>
        <pc:picChg chg="add mod">
          <ac:chgData name="Prathik, A.K. (Anand Krishnan)" userId="530651e5-3022-4133-8f7a-bf605e28fdd6" providerId="ADAL" clId="{ADA7A2FA-4D5E-4F37-8241-71D0B554FD81}" dt="2026-07-17T12:52:37.477" v="1069" actId="1076"/>
          <ac:picMkLst>
            <pc:docMk/>
            <pc:sldMk cId="2097286474" sldId="389"/>
            <ac:picMk id="15" creationId="{8BB7A609-3321-72E2-EA44-866E70EFCA57}"/>
          </ac:picMkLst>
        </pc:picChg>
      </pc:sldChg>
      <pc:sldChg chg="addSp delSp modSp new mod modClrScheme chgLayout">
        <pc:chgData name="Prathik, A.K. (Anand Krishnan)" userId="530651e5-3022-4133-8f7a-bf605e28fdd6" providerId="ADAL" clId="{ADA7A2FA-4D5E-4F37-8241-71D0B554FD81}" dt="2026-07-17T09:43:24.863" v="847" actId="20577"/>
        <pc:sldMkLst>
          <pc:docMk/>
          <pc:sldMk cId="1904507137" sldId="390"/>
        </pc:sldMkLst>
        <pc:spChg chg="add mod">
          <ac:chgData name="Prathik, A.K. (Anand Krishnan)" userId="530651e5-3022-4133-8f7a-bf605e28fdd6" providerId="ADAL" clId="{ADA7A2FA-4D5E-4F37-8241-71D0B554FD81}" dt="2026-07-17T09:43:24.863" v="847" actId="20577"/>
          <ac:spMkLst>
            <pc:docMk/>
            <pc:sldMk cId="1904507137" sldId="390"/>
            <ac:spMk id="2" creationId="{A022FF79-EC3A-D453-2479-FFFA72B067F5}"/>
          </ac:spMkLst>
        </pc:spChg>
        <pc:spChg chg="add mod">
          <ac:chgData name="Prathik, A.K. (Anand Krishnan)" userId="530651e5-3022-4133-8f7a-bf605e28fdd6" providerId="ADAL" clId="{ADA7A2FA-4D5E-4F37-8241-71D0B554FD81}" dt="2026-07-17T09:42:38.775" v="837"/>
          <ac:spMkLst>
            <pc:docMk/>
            <pc:sldMk cId="1904507137" sldId="390"/>
            <ac:spMk id="4" creationId="{518A4E05-6229-FB6C-8F60-A208087782C8}"/>
          </ac:spMkLst>
        </pc:spChg>
        <pc:spChg chg="del mod ord">
          <ac:chgData name="Prathik, A.K. (Anand Krishnan)" userId="530651e5-3022-4133-8f7a-bf605e28fdd6" providerId="ADAL" clId="{ADA7A2FA-4D5E-4F37-8241-71D0B554FD81}" dt="2026-07-17T09:42:37.564" v="836" actId="478"/>
          <ac:spMkLst>
            <pc:docMk/>
            <pc:sldMk cId="1904507137" sldId="390"/>
            <ac:spMk id="5" creationId="{545038AF-3A0B-D8CB-108F-1150EB5B2820}"/>
          </ac:spMkLst>
        </pc:spChg>
        <pc:spChg chg="del mod ord">
          <ac:chgData name="Prathik, A.K. (Anand Krishnan)" userId="530651e5-3022-4133-8f7a-bf605e28fdd6" providerId="ADAL" clId="{ADA7A2FA-4D5E-4F37-8241-71D0B554FD81}" dt="2026-07-17T09:42:37.564" v="836" actId="478"/>
          <ac:spMkLst>
            <pc:docMk/>
            <pc:sldMk cId="1904507137" sldId="390"/>
            <ac:spMk id="6" creationId="{440B825E-E944-0951-E31B-B02C027E93FE}"/>
          </ac:spMkLst>
        </pc:spChg>
        <pc:spChg chg="add mod ord">
          <ac:chgData name="Prathik, A.K. (Anand Krishnan)" userId="530651e5-3022-4133-8f7a-bf605e28fdd6" providerId="ADAL" clId="{ADA7A2FA-4D5E-4F37-8241-71D0B554FD81}" dt="2026-07-16T10:34:33.248" v="728" actId="2711"/>
          <ac:spMkLst>
            <pc:docMk/>
            <pc:sldMk cId="1904507137" sldId="390"/>
            <ac:spMk id="10" creationId="{63BCC3DA-44CF-3B7A-804C-65813CF7001C}"/>
          </ac:spMkLst>
        </pc:spChg>
        <pc:graphicFrameChg chg="add mod modGraphic">
          <ac:chgData name="Prathik, A.K. (Anand Krishnan)" userId="530651e5-3022-4133-8f7a-bf605e28fdd6" providerId="ADAL" clId="{ADA7A2FA-4D5E-4F37-8241-71D0B554FD81}" dt="2026-07-16T10:38:53.668" v="746" actId="13782"/>
          <ac:graphicFrameMkLst>
            <pc:docMk/>
            <pc:sldMk cId="1904507137" sldId="390"/>
            <ac:graphicFrameMk id="3" creationId="{62E9F026-49B3-CA6B-FA9C-B1B79E760792}"/>
          </ac:graphicFrameMkLst>
        </pc:graphicFrameChg>
        <pc:graphicFrameChg chg="add mod">
          <ac:chgData name="Prathik, A.K. (Anand Krishnan)" userId="530651e5-3022-4133-8f7a-bf605e28fdd6" providerId="ADAL" clId="{ADA7A2FA-4D5E-4F37-8241-71D0B554FD81}" dt="2026-07-16T10:38:27.070" v="744" actId="14100"/>
          <ac:graphicFrameMkLst>
            <pc:docMk/>
            <pc:sldMk cId="1904507137" sldId="390"/>
            <ac:graphicFrameMk id="13" creationId="{C3318B82-77E9-F5AA-CF25-4DE202CC619E}"/>
          </ac:graphicFrameMkLst>
        </pc:graphicFrameChg>
      </pc:sldChg>
      <pc:sldChg chg="addSp delSp modSp new mod ord modClrScheme chgLayout">
        <pc:chgData name="Prathik, A.K. (Anand Krishnan)" userId="530651e5-3022-4133-8f7a-bf605e28fdd6" providerId="ADAL" clId="{ADA7A2FA-4D5E-4F37-8241-71D0B554FD81}" dt="2026-07-18T12:44:46.004" v="2486"/>
        <pc:sldMkLst>
          <pc:docMk/>
          <pc:sldMk cId="4132032354" sldId="391"/>
        </pc:sldMkLst>
        <pc:spChg chg="add mod">
          <ac:chgData name="Prathik, A.K. (Anand Krishnan)" userId="530651e5-3022-4133-8f7a-bf605e28fdd6" providerId="ADAL" clId="{ADA7A2FA-4D5E-4F37-8241-71D0B554FD81}" dt="2026-07-18T12:44:46.004" v="2486"/>
          <ac:spMkLst>
            <pc:docMk/>
            <pc:sldMk cId="4132032354" sldId="391"/>
            <ac:spMk id="2" creationId="{34199CA6-3349-29EC-16E6-96670A72284C}"/>
          </ac:spMkLst>
        </pc:spChg>
        <pc:spChg chg="add mod">
          <ac:chgData name="Prathik, A.K. (Anand Krishnan)" userId="530651e5-3022-4133-8f7a-bf605e28fdd6" providerId="ADAL" clId="{ADA7A2FA-4D5E-4F37-8241-71D0B554FD81}" dt="2026-07-18T12:44:46.004" v="2486"/>
          <ac:spMkLst>
            <pc:docMk/>
            <pc:sldMk cId="4132032354" sldId="391"/>
            <ac:spMk id="3" creationId="{67743A13-4406-54B0-6642-093B3C99E6D4}"/>
          </ac:spMkLst>
        </pc:spChg>
        <pc:spChg chg="mod ord">
          <ac:chgData name="Prathik, A.K. (Anand Krishnan)" userId="530651e5-3022-4133-8f7a-bf605e28fdd6" providerId="ADAL" clId="{ADA7A2FA-4D5E-4F37-8241-71D0B554FD81}" dt="2026-07-15T14:32:21.869" v="664" actId="700"/>
          <ac:spMkLst>
            <pc:docMk/>
            <pc:sldMk cId="4132032354" sldId="391"/>
            <ac:spMk id="5" creationId="{C474FE20-4BA8-16D9-8060-A4417116A102}"/>
          </ac:spMkLst>
        </pc:spChg>
        <pc:spChg chg="mod ord">
          <ac:chgData name="Prathik, A.K. (Anand Krishnan)" userId="530651e5-3022-4133-8f7a-bf605e28fdd6" providerId="ADAL" clId="{ADA7A2FA-4D5E-4F37-8241-71D0B554FD81}" dt="2026-07-15T14:32:21.869" v="664" actId="700"/>
          <ac:spMkLst>
            <pc:docMk/>
            <pc:sldMk cId="4132032354" sldId="391"/>
            <ac:spMk id="6" creationId="{C18072AC-072F-49C5-5B3B-1FAED5C13EB7}"/>
          </ac:spMkLst>
        </pc:spChg>
        <pc:spChg chg="add mod ord">
          <ac:chgData name="Prathik, A.K. (Anand Krishnan)" userId="530651e5-3022-4133-8f7a-bf605e28fdd6" providerId="ADAL" clId="{ADA7A2FA-4D5E-4F37-8241-71D0B554FD81}" dt="2026-07-17T13:18:37.285" v="1273" actId="20577"/>
          <ac:spMkLst>
            <pc:docMk/>
            <pc:sldMk cId="4132032354" sldId="391"/>
            <ac:spMk id="7" creationId="{AFB36D21-B916-A199-9799-0981A80C6D9A}"/>
          </ac:spMkLst>
        </pc:spChg>
        <pc:spChg chg="add mod">
          <ac:chgData name="Prathik, A.K. (Anand Krishnan)" userId="530651e5-3022-4133-8f7a-bf605e28fdd6" providerId="ADAL" clId="{ADA7A2FA-4D5E-4F37-8241-71D0B554FD81}" dt="2026-07-15T14:32:33.988" v="666"/>
          <ac:spMkLst>
            <pc:docMk/>
            <pc:sldMk cId="4132032354" sldId="391"/>
            <ac:spMk id="14" creationId="{CCB30BCB-2E45-DE50-E06C-9F5BA08608EA}"/>
          </ac:spMkLst>
        </pc:spChg>
        <pc:spChg chg="add mod">
          <ac:chgData name="Prathik, A.K. (Anand Krishnan)" userId="530651e5-3022-4133-8f7a-bf605e28fdd6" providerId="ADAL" clId="{ADA7A2FA-4D5E-4F37-8241-71D0B554FD81}" dt="2026-07-15T14:32:33.988" v="666"/>
          <ac:spMkLst>
            <pc:docMk/>
            <pc:sldMk cId="4132032354" sldId="391"/>
            <ac:spMk id="17" creationId="{7295550B-92F8-F4F9-BA74-AADC61D14AF5}"/>
          </ac:spMkLst>
        </pc:spChg>
        <pc:spChg chg="add mod">
          <ac:chgData name="Prathik, A.K. (Anand Krishnan)" userId="530651e5-3022-4133-8f7a-bf605e28fdd6" providerId="ADAL" clId="{ADA7A2FA-4D5E-4F37-8241-71D0B554FD81}" dt="2026-07-15T14:32:33.988" v="666"/>
          <ac:spMkLst>
            <pc:docMk/>
            <pc:sldMk cId="4132032354" sldId="391"/>
            <ac:spMk id="18" creationId="{1DEC499D-EB1B-69C5-AE86-CA152F7FAD36}"/>
          </ac:spMkLst>
        </pc:spChg>
        <pc:spChg chg="add mod">
          <ac:chgData name="Prathik, A.K. (Anand Krishnan)" userId="530651e5-3022-4133-8f7a-bf605e28fdd6" providerId="ADAL" clId="{ADA7A2FA-4D5E-4F37-8241-71D0B554FD81}" dt="2026-07-15T14:32:33.988" v="666"/>
          <ac:spMkLst>
            <pc:docMk/>
            <pc:sldMk cId="4132032354" sldId="391"/>
            <ac:spMk id="20" creationId="{012763AF-2817-AAEE-ADEA-641EEBCE92A7}"/>
          </ac:spMkLst>
        </pc:spChg>
        <pc:spChg chg="add mod">
          <ac:chgData name="Prathik, A.K. (Anand Krishnan)" userId="530651e5-3022-4133-8f7a-bf605e28fdd6" providerId="ADAL" clId="{ADA7A2FA-4D5E-4F37-8241-71D0B554FD81}" dt="2026-07-15T14:32:33.988" v="666"/>
          <ac:spMkLst>
            <pc:docMk/>
            <pc:sldMk cId="4132032354" sldId="391"/>
            <ac:spMk id="21" creationId="{CF2FA7A3-23CC-C455-D1E0-B8B0BAA84F3F}"/>
          </ac:spMkLst>
        </pc:spChg>
        <pc:spChg chg="add mod">
          <ac:chgData name="Prathik, A.K. (Anand Krishnan)" userId="530651e5-3022-4133-8f7a-bf605e28fdd6" providerId="ADAL" clId="{ADA7A2FA-4D5E-4F37-8241-71D0B554FD81}" dt="2026-07-15T14:32:33.988" v="666"/>
          <ac:spMkLst>
            <pc:docMk/>
            <pc:sldMk cId="4132032354" sldId="391"/>
            <ac:spMk id="26" creationId="{C75FA6BC-3E00-B89D-4115-2CDE401B2C01}"/>
          </ac:spMkLst>
        </pc:spChg>
        <pc:spChg chg="add mod">
          <ac:chgData name="Prathik, A.K. (Anand Krishnan)" userId="530651e5-3022-4133-8f7a-bf605e28fdd6" providerId="ADAL" clId="{ADA7A2FA-4D5E-4F37-8241-71D0B554FD81}" dt="2026-07-15T14:32:33.988" v="666"/>
          <ac:spMkLst>
            <pc:docMk/>
            <pc:sldMk cId="4132032354" sldId="391"/>
            <ac:spMk id="27" creationId="{B3233CC1-3710-A11E-2253-FD3DFBFE80A4}"/>
          </ac:spMkLst>
        </pc:spChg>
        <pc:spChg chg="add mod">
          <ac:chgData name="Prathik, A.K. (Anand Krishnan)" userId="530651e5-3022-4133-8f7a-bf605e28fdd6" providerId="ADAL" clId="{ADA7A2FA-4D5E-4F37-8241-71D0B554FD81}" dt="2026-07-15T14:32:33.988" v="666"/>
          <ac:spMkLst>
            <pc:docMk/>
            <pc:sldMk cId="4132032354" sldId="391"/>
            <ac:spMk id="28" creationId="{2F2EEC9B-6C19-5D9A-8537-FCE9FFD925DD}"/>
          </ac:spMkLst>
        </pc:spChg>
        <pc:spChg chg="mod">
          <ac:chgData name="Prathik, A.K. (Anand Krishnan)" userId="530651e5-3022-4133-8f7a-bf605e28fdd6" providerId="ADAL" clId="{ADA7A2FA-4D5E-4F37-8241-71D0B554FD81}" dt="2026-07-17T13:23:36.732" v="1289" actId="14100"/>
          <ac:spMkLst>
            <pc:docMk/>
            <pc:sldMk cId="4132032354" sldId="391"/>
            <ac:spMk id="29" creationId="{F939730D-E850-1DC3-2E56-28283D8FF253}"/>
          </ac:spMkLst>
        </pc:spChg>
        <pc:spChg chg="add mod">
          <ac:chgData name="Prathik, A.K. (Anand Krishnan)" userId="530651e5-3022-4133-8f7a-bf605e28fdd6" providerId="ADAL" clId="{ADA7A2FA-4D5E-4F37-8241-71D0B554FD81}" dt="2026-07-15T14:32:33.988" v="666"/>
          <ac:spMkLst>
            <pc:docMk/>
            <pc:sldMk cId="4132032354" sldId="391"/>
            <ac:spMk id="30" creationId="{7755485D-E249-255F-456E-F51B6BDC6A5D}"/>
          </ac:spMkLst>
        </pc:spChg>
        <pc:spChg chg="add mod">
          <ac:chgData name="Prathik, A.K. (Anand Krishnan)" userId="530651e5-3022-4133-8f7a-bf605e28fdd6" providerId="ADAL" clId="{ADA7A2FA-4D5E-4F37-8241-71D0B554FD81}" dt="2026-07-15T14:32:33.988" v="666"/>
          <ac:spMkLst>
            <pc:docMk/>
            <pc:sldMk cId="4132032354" sldId="391"/>
            <ac:spMk id="31" creationId="{5BF471CF-3301-AFAF-DA19-5DE7E3850E2A}"/>
          </ac:spMkLst>
        </pc:spChg>
      </pc:sldChg>
      <pc:sldChg chg="addSp delSp modSp new mod modAnim">
        <pc:chgData name="Prathik, A.K. (Anand Krishnan)" userId="530651e5-3022-4133-8f7a-bf605e28fdd6" providerId="ADAL" clId="{ADA7A2FA-4D5E-4F37-8241-71D0B554FD81}" dt="2026-07-17T23:57:37.770" v="1419" actId="14100"/>
        <pc:sldMkLst>
          <pc:docMk/>
          <pc:sldMk cId="860189011" sldId="392"/>
        </pc:sldMkLst>
        <pc:spChg chg="mod">
          <ac:chgData name="Prathik, A.K. (Anand Krishnan)" userId="530651e5-3022-4133-8f7a-bf605e28fdd6" providerId="ADAL" clId="{ADA7A2FA-4D5E-4F37-8241-71D0B554FD81}" dt="2026-07-17T12:58:26.533" v="1142" actId="20577"/>
          <ac:spMkLst>
            <pc:docMk/>
            <pc:sldMk cId="860189011" sldId="392"/>
            <ac:spMk id="2" creationId="{AEADC854-5E2F-BDB8-FF94-963110FBE4C7}"/>
          </ac:spMkLst>
        </pc:spChg>
        <pc:spChg chg="del">
          <ac:chgData name="Prathik, A.K. (Anand Krishnan)" userId="530651e5-3022-4133-8f7a-bf605e28fdd6" providerId="ADAL" clId="{ADA7A2FA-4D5E-4F37-8241-71D0B554FD81}" dt="2026-07-17T12:57:54.609" v="1117"/>
          <ac:spMkLst>
            <pc:docMk/>
            <pc:sldMk cId="860189011" sldId="392"/>
            <ac:spMk id="3" creationId="{ED51E539-52D8-6B79-A10E-4EE477C52D5D}"/>
          </ac:spMkLst>
        </pc:spChg>
        <pc:spChg chg="del">
          <ac:chgData name="Prathik, A.K. (Anand Krishnan)" userId="530651e5-3022-4133-8f7a-bf605e28fdd6" providerId="ADAL" clId="{ADA7A2FA-4D5E-4F37-8241-71D0B554FD81}" dt="2026-07-17T12:58:00.670" v="1119"/>
          <ac:spMkLst>
            <pc:docMk/>
            <pc:sldMk cId="860189011" sldId="392"/>
            <ac:spMk id="4" creationId="{95D0F5ED-90F5-11C9-D527-D8C8166E3C96}"/>
          </ac:spMkLst>
        </pc:spChg>
        <pc:spChg chg="del">
          <ac:chgData name="Prathik, A.K. (Anand Krishnan)" userId="530651e5-3022-4133-8f7a-bf605e28fdd6" providerId="ADAL" clId="{ADA7A2FA-4D5E-4F37-8241-71D0B554FD81}" dt="2026-07-17T12:58:07.338" v="1120" actId="478"/>
          <ac:spMkLst>
            <pc:docMk/>
            <pc:sldMk cId="860189011" sldId="392"/>
            <ac:spMk id="5" creationId="{F45DEE37-12DF-21F1-1D12-C07AD8A4749D}"/>
          </ac:spMkLst>
        </pc:spChg>
        <pc:spChg chg="del">
          <ac:chgData name="Prathik, A.K. (Anand Krishnan)" userId="530651e5-3022-4133-8f7a-bf605e28fdd6" providerId="ADAL" clId="{ADA7A2FA-4D5E-4F37-8241-71D0B554FD81}" dt="2026-07-17T12:58:07.338" v="1120" actId="478"/>
          <ac:spMkLst>
            <pc:docMk/>
            <pc:sldMk cId="860189011" sldId="392"/>
            <ac:spMk id="6" creationId="{1ED5D6AE-8897-E8E1-60E7-1B7520679913}"/>
          </ac:spMkLst>
        </pc:spChg>
        <pc:spChg chg="add mod">
          <ac:chgData name="Prathik, A.K. (Anand Krishnan)" userId="530651e5-3022-4133-8f7a-bf605e28fdd6" providerId="ADAL" clId="{ADA7A2FA-4D5E-4F37-8241-71D0B554FD81}" dt="2026-07-17T12:58:14.660" v="1121"/>
          <ac:spMkLst>
            <pc:docMk/>
            <pc:sldMk cId="860189011" sldId="392"/>
            <ac:spMk id="11" creationId="{5074E685-A21D-79BB-D884-FB494599D09E}"/>
          </ac:spMkLst>
        </pc:spChg>
        <pc:spChg chg="add mod">
          <ac:chgData name="Prathik, A.K. (Anand Krishnan)" userId="530651e5-3022-4133-8f7a-bf605e28fdd6" providerId="ADAL" clId="{ADA7A2FA-4D5E-4F37-8241-71D0B554FD81}" dt="2026-07-17T12:58:14.660" v="1121"/>
          <ac:spMkLst>
            <pc:docMk/>
            <pc:sldMk cId="860189011" sldId="392"/>
            <ac:spMk id="12" creationId="{BFD5DEAC-2CCE-8107-E8A1-3F655334B653}"/>
          </ac:spMkLst>
        </pc:spChg>
        <pc:picChg chg="add mod ord">
          <ac:chgData name="Prathik, A.K. (Anand Krishnan)" userId="530651e5-3022-4133-8f7a-bf605e28fdd6" providerId="ADAL" clId="{ADA7A2FA-4D5E-4F37-8241-71D0B554FD81}" dt="2026-07-17T23:57:07.146" v="1413" actId="167"/>
          <ac:picMkLst>
            <pc:docMk/>
            <pc:sldMk cId="860189011" sldId="392"/>
            <ac:picMk id="8" creationId="{AB6993C9-EF92-9AE2-6550-5168BD9C0BA2}"/>
          </ac:picMkLst>
        </pc:picChg>
        <pc:picChg chg="add mod ord">
          <ac:chgData name="Prathik, A.K. (Anand Krishnan)" userId="530651e5-3022-4133-8f7a-bf605e28fdd6" providerId="ADAL" clId="{ADA7A2FA-4D5E-4F37-8241-71D0B554FD81}" dt="2026-07-17T23:57:10.039" v="1414" actId="167"/>
          <ac:picMkLst>
            <pc:docMk/>
            <pc:sldMk cId="860189011" sldId="392"/>
            <ac:picMk id="10" creationId="{D3F8F970-CA33-DCA4-E937-E4720988CCF9}"/>
          </ac:picMkLst>
        </pc:picChg>
        <pc:picChg chg="add mod ord">
          <ac:chgData name="Prathik, A.K. (Anand Krishnan)" userId="530651e5-3022-4133-8f7a-bf605e28fdd6" providerId="ADAL" clId="{ADA7A2FA-4D5E-4F37-8241-71D0B554FD81}" dt="2026-07-17T23:57:34.517" v="1418" actId="14100"/>
          <ac:picMkLst>
            <pc:docMk/>
            <pc:sldMk cId="860189011" sldId="392"/>
            <ac:picMk id="14" creationId="{819CB94B-7A11-9D9B-B145-F3F0C72E2E1B}"/>
          </ac:picMkLst>
        </pc:picChg>
        <pc:picChg chg="add mod ord">
          <ac:chgData name="Prathik, A.K. (Anand Krishnan)" userId="530651e5-3022-4133-8f7a-bf605e28fdd6" providerId="ADAL" clId="{ADA7A2FA-4D5E-4F37-8241-71D0B554FD81}" dt="2026-07-17T23:57:37.770" v="1419" actId="14100"/>
          <ac:picMkLst>
            <pc:docMk/>
            <pc:sldMk cId="860189011" sldId="392"/>
            <ac:picMk id="16" creationId="{9CD4E56B-6AFC-F01A-AA48-D5406A1505A7}"/>
          </ac:picMkLst>
        </pc:picChg>
      </pc:sldChg>
      <pc:sldChg chg="addSp delSp modSp new mod modAnim">
        <pc:chgData name="Prathik, A.K. (Anand Krishnan)" userId="530651e5-3022-4133-8f7a-bf605e28fdd6" providerId="ADAL" clId="{ADA7A2FA-4D5E-4F37-8241-71D0B554FD81}" dt="2026-07-17T23:55:55.013" v="1406" actId="6549"/>
        <pc:sldMkLst>
          <pc:docMk/>
          <pc:sldMk cId="1776051188" sldId="393"/>
        </pc:sldMkLst>
        <pc:spChg chg="mod">
          <ac:chgData name="Prathik, A.K. (Anand Krishnan)" userId="530651e5-3022-4133-8f7a-bf605e28fdd6" providerId="ADAL" clId="{ADA7A2FA-4D5E-4F37-8241-71D0B554FD81}" dt="2026-07-17T23:55:55.013" v="1406" actId="6549"/>
          <ac:spMkLst>
            <pc:docMk/>
            <pc:sldMk cId="1776051188" sldId="393"/>
            <ac:spMk id="2" creationId="{7AFEA4BD-C045-D678-F555-4BD7EA8E12F4}"/>
          </ac:spMkLst>
        </pc:spChg>
        <pc:spChg chg="del">
          <ac:chgData name="Prathik, A.K. (Anand Krishnan)" userId="530651e5-3022-4133-8f7a-bf605e28fdd6" providerId="ADAL" clId="{ADA7A2FA-4D5E-4F37-8241-71D0B554FD81}" dt="2026-07-17T13:47:46.195" v="1301"/>
          <ac:spMkLst>
            <pc:docMk/>
            <pc:sldMk cId="1776051188" sldId="393"/>
            <ac:spMk id="3" creationId="{8AD96609-4BA6-BC7B-B85F-8F9F705208EB}"/>
          </ac:spMkLst>
        </pc:spChg>
        <pc:spChg chg="del">
          <ac:chgData name="Prathik, A.K. (Anand Krishnan)" userId="530651e5-3022-4133-8f7a-bf605e28fdd6" providerId="ADAL" clId="{ADA7A2FA-4D5E-4F37-8241-71D0B554FD81}" dt="2026-07-17T23:39:58.434" v="1347" actId="22"/>
          <ac:spMkLst>
            <pc:docMk/>
            <pc:sldMk cId="1776051188" sldId="393"/>
            <ac:spMk id="4" creationId="{425725EF-F48B-C3B6-847F-F8ECFBABD7F4}"/>
          </ac:spMkLst>
        </pc:spChg>
        <pc:spChg chg="del">
          <ac:chgData name="Prathik, A.K. (Anand Krishnan)" userId="530651e5-3022-4133-8f7a-bf605e28fdd6" providerId="ADAL" clId="{ADA7A2FA-4D5E-4F37-8241-71D0B554FD81}" dt="2026-07-17T23:14:27.757" v="1330" actId="478"/>
          <ac:spMkLst>
            <pc:docMk/>
            <pc:sldMk cId="1776051188" sldId="393"/>
            <ac:spMk id="5" creationId="{0ED3B0A5-1A17-2CA4-DF33-823D05ADBEA7}"/>
          </ac:spMkLst>
        </pc:spChg>
        <pc:spChg chg="del">
          <ac:chgData name="Prathik, A.K. (Anand Krishnan)" userId="530651e5-3022-4133-8f7a-bf605e28fdd6" providerId="ADAL" clId="{ADA7A2FA-4D5E-4F37-8241-71D0B554FD81}" dt="2026-07-17T23:14:27.757" v="1330" actId="478"/>
          <ac:spMkLst>
            <pc:docMk/>
            <pc:sldMk cId="1776051188" sldId="393"/>
            <ac:spMk id="6" creationId="{0072EDEB-8383-4668-64CF-4E0A5208155F}"/>
          </ac:spMkLst>
        </pc:spChg>
        <pc:spChg chg="add mod">
          <ac:chgData name="Prathik, A.K. (Anand Krishnan)" userId="530651e5-3022-4133-8f7a-bf605e28fdd6" providerId="ADAL" clId="{ADA7A2FA-4D5E-4F37-8241-71D0B554FD81}" dt="2026-07-17T23:14:34.504" v="1331"/>
          <ac:spMkLst>
            <pc:docMk/>
            <pc:sldMk cId="1776051188" sldId="393"/>
            <ac:spMk id="9" creationId="{5D323234-7F1E-72FC-26CB-1022A39C37E8}"/>
          </ac:spMkLst>
        </pc:spChg>
        <pc:spChg chg="add mod">
          <ac:chgData name="Prathik, A.K. (Anand Krishnan)" userId="530651e5-3022-4133-8f7a-bf605e28fdd6" providerId="ADAL" clId="{ADA7A2FA-4D5E-4F37-8241-71D0B554FD81}" dt="2026-07-17T23:14:34.504" v="1331"/>
          <ac:spMkLst>
            <pc:docMk/>
            <pc:sldMk cId="1776051188" sldId="393"/>
            <ac:spMk id="10" creationId="{E186F6DE-281F-2DD9-610A-54263FD28D24}"/>
          </ac:spMkLst>
        </pc:spChg>
        <pc:spChg chg="add del mod">
          <ac:chgData name="Prathik, A.K. (Anand Krishnan)" userId="530651e5-3022-4133-8f7a-bf605e28fdd6" providerId="ADAL" clId="{ADA7A2FA-4D5E-4F37-8241-71D0B554FD81}" dt="2026-07-17T23:50:48.438" v="1375" actId="478"/>
          <ac:spMkLst>
            <pc:docMk/>
            <pc:sldMk cId="1776051188" sldId="393"/>
            <ac:spMk id="20" creationId="{ECC55620-BE93-1E89-0661-ADC8007E5BC3}"/>
          </ac:spMkLst>
        </pc:spChg>
        <pc:picChg chg="add mod ord">
          <ac:chgData name="Prathik, A.K. (Anand Krishnan)" userId="530651e5-3022-4133-8f7a-bf605e28fdd6" providerId="ADAL" clId="{ADA7A2FA-4D5E-4F37-8241-71D0B554FD81}" dt="2026-07-17T23:55:00.907" v="1405" actId="14100"/>
          <ac:picMkLst>
            <pc:docMk/>
            <pc:sldMk cId="1776051188" sldId="393"/>
            <ac:picMk id="8" creationId="{07DEE5D7-2F88-B852-FB2A-3175B8EF5E50}"/>
          </ac:picMkLst>
        </pc:picChg>
        <pc:picChg chg="add del mod ord">
          <ac:chgData name="Prathik, A.K. (Anand Krishnan)" userId="530651e5-3022-4133-8f7a-bf605e28fdd6" providerId="ADAL" clId="{ADA7A2FA-4D5E-4F37-8241-71D0B554FD81}" dt="2026-07-17T23:48:29.716" v="1362" actId="478"/>
          <ac:picMkLst>
            <pc:docMk/>
            <pc:sldMk cId="1776051188" sldId="393"/>
            <ac:picMk id="12" creationId="{CA14B66D-97C1-C114-9EE5-08465BABE20D}"/>
          </ac:picMkLst>
        </pc:picChg>
        <pc:picChg chg="add del mod modCrop">
          <ac:chgData name="Prathik, A.K. (Anand Krishnan)" userId="530651e5-3022-4133-8f7a-bf605e28fdd6" providerId="ADAL" clId="{ADA7A2FA-4D5E-4F37-8241-71D0B554FD81}" dt="2026-07-17T23:47:32.210" v="1358" actId="478"/>
          <ac:picMkLst>
            <pc:docMk/>
            <pc:sldMk cId="1776051188" sldId="393"/>
            <ac:picMk id="14" creationId="{A8D6B3AB-7539-5F1A-DE5A-B02059021C22}"/>
          </ac:picMkLst>
        </pc:picChg>
        <pc:picChg chg="add mod">
          <ac:chgData name="Prathik, A.K. (Anand Krishnan)" userId="530651e5-3022-4133-8f7a-bf605e28fdd6" providerId="ADAL" clId="{ADA7A2FA-4D5E-4F37-8241-71D0B554FD81}" dt="2026-07-17T23:50:53.396" v="1378" actId="1076"/>
          <ac:picMkLst>
            <pc:docMk/>
            <pc:sldMk cId="1776051188" sldId="393"/>
            <ac:picMk id="16" creationId="{43CFF186-DD5B-59EB-CDBB-02E7DAD8AFC0}"/>
          </ac:picMkLst>
        </pc:picChg>
        <pc:picChg chg="add mod">
          <ac:chgData name="Prathik, A.K. (Anand Krishnan)" userId="530651e5-3022-4133-8f7a-bf605e28fdd6" providerId="ADAL" clId="{ADA7A2FA-4D5E-4F37-8241-71D0B554FD81}" dt="2026-07-17T23:51:33.562" v="1387" actId="14100"/>
          <ac:picMkLst>
            <pc:docMk/>
            <pc:sldMk cId="1776051188" sldId="393"/>
            <ac:picMk id="18" creationId="{9289B3CA-FD2E-1AAF-9DDB-FBCD6B6BD907}"/>
          </ac:picMkLst>
        </pc:picChg>
        <pc:picChg chg="add mod">
          <ac:chgData name="Prathik, A.K. (Anand Krishnan)" userId="530651e5-3022-4133-8f7a-bf605e28fdd6" providerId="ADAL" clId="{ADA7A2FA-4D5E-4F37-8241-71D0B554FD81}" dt="2026-07-17T23:54:48.879" v="1404" actId="14100"/>
          <ac:picMkLst>
            <pc:docMk/>
            <pc:sldMk cId="1776051188" sldId="393"/>
            <ac:picMk id="22" creationId="{247C21D5-4C8F-F05C-56D3-AF649F62EB45}"/>
          </ac:picMkLst>
        </pc:picChg>
      </pc:sldChg>
      <pc:sldChg chg="addSp delSp modSp new mod modClrScheme delAnim modAnim chgLayout">
        <pc:chgData name="Prathik, A.K. (Anand Krishnan)" userId="530651e5-3022-4133-8f7a-bf605e28fdd6" providerId="ADAL" clId="{ADA7A2FA-4D5E-4F37-8241-71D0B554FD81}" dt="2026-07-18T13:13:24.607" v="3085" actId="20577"/>
        <pc:sldMkLst>
          <pc:docMk/>
          <pc:sldMk cId="2229788708" sldId="394"/>
        </pc:sldMkLst>
        <pc:spChg chg="del mod ord">
          <ac:chgData name="Prathik, A.K. (Anand Krishnan)" userId="530651e5-3022-4133-8f7a-bf605e28fdd6" providerId="ADAL" clId="{ADA7A2FA-4D5E-4F37-8241-71D0B554FD81}" dt="2026-07-18T00:00:09.529" v="1422" actId="700"/>
          <ac:spMkLst>
            <pc:docMk/>
            <pc:sldMk cId="2229788708" sldId="394"/>
            <ac:spMk id="2" creationId="{BB45940D-B480-76FF-A21F-89E67DBB7185}"/>
          </ac:spMkLst>
        </pc:spChg>
        <pc:spChg chg="add mod">
          <ac:chgData name="Prathik, A.K. (Anand Krishnan)" userId="530651e5-3022-4133-8f7a-bf605e28fdd6" providerId="ADAL" clId="{ADA7A2FA-4D5E-4F37-8241-71D0B554FD81}" dt="2026-07-18T12:57:03.997" v="2783" actId="1076"/>
          <ac:spMkLst>
            <pc:docMk/>
            <pc:sldMk cId="2229788708" sldId="394"/>
            <ac:spMk id="2" creationId="{CB332090-2F0C-91A0-3A01-A0F9CE11F4CC}"/>
          </ac:spMkLst>
        </pc:spChg>
        <pc:spChg chg="add del mod">
          <ac:chgData name="Prathik, A.K. (Anand Krishnan)" userId="530651e5-3022-4133-8f7a-bf605e28fdd6" providerId="ADAL" clId="{ADA7A2FA-4D5E-4F37-8241-71D0B554FD81}" dt="2026-07-18T11:16:48.817" v="1680" actId="478"/>
          <ac:spMkLst>
            <pc:docMk/>
            <pc:sldMk cId="2229788708" sldId="394"/>
            <ac:spMk id="3" creationId="{4C4A6EEB-3B90-4CD4-6EFB-308AF7D4D79A}"/>
          </ac:spMkLst>
        </pc:spChg>
        <pc:spChg chg="del mod ord">
          <ac:chgData name="Prathik, A.K. (Anand Krishnan)" userId="530651e5-3022-4133-8f7a-bf605e28fdd6" providerId="ADAL" clId="{ADA7A2FA-4D5E-4F37-8241-71D0B554FD81}" dt="2026-07-18T00:00:09.529" v="1422" actId="700"/>
          <ac:spMkLst>
            <pc:docMk/>
            <pc:sldMk cId="2229788708" sldId="394"/>
            <ac:spMk id="3" creationId="{5FF9A50A-CBB3-3504-336F-480F6124349A}"/>
          </ac:spMkLst>
        </pc:spChg>
        <pc:spChg chg="del mod ord">
          <ac:chgData name="Prathik, A.K. (Anand Krishnan)" userId="530651e5-3022-4133-8f7a-bf605e28fdd6" providerId="ADAL" clId="{ADA7A2FA-4D5E-4F37-8241-71D0B554FD81}" dt="2026-07-18T00:07:28.232" v="1532" actId="478"/>
          <ac:spMkLst>
            <pc:docMk/>
            <pc:sldMk cId="2229788708" sldId="394"/>
            <ac:spMk id="4" creationId="{19036AC3-EEDD-5352-1F4B-0F25AC6BAC6D}"/>
          </ac:spMkLst>
        </pc:spChg>
        <pc:spChg chg="add del mod">
          <ac:chgData name="Prathik, A.K. (Anand Krishnan)" userId="530651e5-3022-4133-8f7a-bf605e28fdd6" providerId="ADAL" clId="{ADA7A2FA-4D5E-4F37-8241-71D0B554FD81}" dt="2026-07-18T11:16:12.050" v="1668" actId="478"/>
          <ac:spMkLst>
            <pc:docMk/>
            <pc:sldMk cId="2229788708" sldId="394"/>
            <ac:spMk id="4" creationId="{1FC811CF-6379-54A3-5EFA-5E52CF52C5D3}"/>
          </ac:spMkLst>
        </pc:spChg>
        <pc:spChg chg="add del mod">
          <ac:chgData name="Prathik, A.K. (Anand Krishnan)" userId="530651e5-3022-4133-8f7a-bf605e28fdd6" providerId="ADAL" clId="{ADA7A2FA-4D5E-4F37-8241-71D0B554FD81}" dt="2026-07-18T11:16:48.817" v="1680" actId="478"/>
          <ac:spMkLst>
            <pc:docMk/>
            <pc:sldMk cId="2229788708" sldId="394"/>
            <ac:spMk id="5" creationId="{A23474C9-3F4C-A186-3620-1A056317B8A0}"/>
          </ac:spMkLst>
        </pc:spChg>
        <pc:spChg chg="del mod ord">
          <ac:chgData name="Prathik, A.K. (Anand Krishnan)" userId="530651e5-3022-4133-8f7a-bf605e28fdd6" providerId="ADAL" clId="{ADA7A2FA-4D5E-4F37-8241-71D0B554FD81}" dt="2026-07-18T00:07:28.232" v="1532" actId="478"/>
          <ac:spMkLst>
            <pc:docMk/>
            <pc:sldMk cId="2229788708" sldId="394"/>
            <ac:spMk id="5" creationId="{DC8CD588-8594-CF65-1689-5E8BA4553CCE}"/>
          </ac:spMkLst>
        </pc:spChg>
        <pc:spChg chg="add mod ord">
          <ac:chgData name="Prathik, A.K. (Anand Krishnan)" userId="530651e5-3022-4133-8f7a-bf605e28fdd6" providerId="ADAL" clId="{ADA7A2FA-4D5E-4F37-8241-71D0B554FD81}" dt="2026-07-18T13:13:24.607" v="3085" actId="20577"/>
          <ac:spMkLst>
            <pc:docMk/>
            <pc:sldMk cId="2229788708" sldId="394"/>
            <ac:spMk id="6" creationId="{C8489A45-D1B7-69BA-706C-EC5A83A48549}"/>
          </ac:spMkLst>
        </pc:spChg>
        <pc:spChg chg="add mod ord">
          <ac:chgData name="Prathik, A.K. (Anand Krishnan)" userId="530651e5-3022-4133-8f7a-bf605e28fdd6" providerId="ADAL" clId="{ADA7A2FA-4D5E-4F37-8241-71D0B554FD81}" dt="2026-07-18T12:57:03.997" v="2783" actId="1076"/>
          <ac:spMkLst>
            <pc:docMk/>
            <pc:sldMk cId="2229788708" sldId="394"/>
            <ac:spMk id="7" creationId="{9A7AD1EB-883B-C1F7-75D6-8C320B9333ED}"/>
          </ac:spMkLst>
        </pc:spChg>
        <pc:spChg chg="add del mod ord">
          <ac:chgData name="Prathik, A.K. (Anand Krishnan)" userId="530651e5-3022-4133-8f7a-bf605e28fdd6" providerId="ADAL" clId="{ADA7A2FA-4D5E-4F37-8241-71D0B554FD81}" dt="2026-07-18T00:07:09.547" v="1530" actId="478"/>
          <ac:spMkLst>
            <pc:docMk/>
            <pc:sldMk cId="2229788708" sldId="394"/>
            <ac:spMk id="8" creationId="{4053310B-2A48-737D-FD7F-BD0A664B9CEE}"/>
          </ac:spMkLst>
        </pc:spChg>
        <pc:spChg chg="add del mod">
          <ac:chgData name="Prathik, A.K. (Anand Krishnan)" userId="530651e5-3022-4133-8f7a-bf605e28fdd6" providerId="ADAL" clId="{ADA7A2FA-4D5E-4F37-8241-71D0B554FD81}" dt="2026-07-18T11:16:26.101" v="1673" actId="478"/>
          <ac:spMkLst>
            <pc:docMk/>
            <pc:sldMk cId="2229788708" sldId="394"/>
            <ac:spMk id="8" creationId="{FC54E9B5-2DEC-FCED-5742-B9D8B1D4C18C}"/>
          </ac:spMkLst>
        </pc:spChg>
        <pc:spChg chg="add mod">
          <ac:chgData name="Prathik, A.K. (Anand Krishnan)" userId="530651e5-3022-4133-8f7a-bf605e28fdd6" providerId="ADAL" clId="{ADA7A2FA-4D5E-4F37-8241-71D0B554FD81}" dt="2026-07-18T12:57:03.997" v="2783" actId="1076"/>
          <ac:spMkLst>
            <pc:docMk/>
            <pc:sldMk cId="2229788708" sldId="394"/>
            <ac:spMk id="9" creationId="{38BAAAD8-2851-65FD-9164-431EF870CC77}"/>
          </ac:spMkLst>
        </pc:spChg>
        <pc:spChg chg="add mod">
          <ac:chgData name="Prathik, A.K. (Anand Krishnan)" userId="530651e5-3022-4133-8f7a-bf605e28fdd6" providerId="ADAL" clId="{ADA7A2FA-4D5E-4F37-8241-71D0B554FD81}" dt="2026-07-18T12:57:03.997" v="2783" actId="1076"/>
          <ac:spMkLst>
            <pc:docMk/>
            <pc:sldMk cId="2229788708" sldId="394"/>
            <ac:spMk id="10" creationId="{18797CBD-69F8-2965-2500-771CACB7000E}"/>
          </ac:spMkLst>
        </pc:spChg>
        <pc:spChg chg="add del">
          <ac:chgData name="Prathik, A.K. (Anand Krishnan)" userId="530651e5-3022-4133-8f7a-bf605e28fdd6" providerId="ADAL" clId="{ADA7A2FA-4D5E-4F37-8241-71D0B554FD81}" dt="2026-07-18T00:06:30.106" v="1521" actId="22"/>
          <ac:spMkLst>
            <pc:docMk/>
            <pc:sldMk cId="2229788708" sldId="394"/>
            <ac:spMk id="10" creationId="{1FB56596-D313-95DF-F8B9-5C3672790470}"/>
          </ac:spMkLst>
        </pc:spChg>
        <pc:spChg chg="add mod">
          <ac:chgData name="Prathik, A.K. (Anand Krishnan)" userId="530651e5-3022-4133-8f7a-bf605e28fdd6" providerId="ADAL" clId="{ADA7A2FA-4D5E-4F37-8241-71D0B554FD81}" dt="2026-07-18T12:57:03.997" v="2783" actId="1076"/>
          <ac:spMkLst>
            <pc:docMk/>
            <pc:sldMk cId="2229788708" sldId="394"/>
            <ac:spMk id="11" creationId="{005A35D5-6E8A-F4BF-3BFD-B96B67B762CC}"/>
          </ac:spMkLst>
        </pc:spChg>
        <pc:spChg chg="add mod">
          <ac:chgData name="Prathik, A.K. (Anand Krishnan)" userId="530651e5-3022-4133-8f7a-bf605e28fdd6" providerId="ADAL" clId="{ADA7A2FA-4D5E-4F37-8241-71D0B554FD81}" dt="2026-07-18T13:02:38.925" v="2879" actId="1035"/>
          <ac:spMkLst>
            <pc:docMk/>
            <pc:sldMk cId="2229788708" sldId="394"/>
            <ac:spMk id="12" creationId="{4F92B4A2-520E-6946-58E9-E5DE30BA27DE}"/>
          </ac:spMkLst>
        </pc:spChg>
        <pc:spChg chg="add mod">
          <ac:chgData name="Prathik, A.K. (Anand Krishnan)" userId="530651e5-3022-4133-8f7a-bf605e28fdd6" providerId="ADAL" clId="{ADA7A2FA-4D5E-4F37-8241-71D0B554FD81}" dt="2026-07-18T13:02:38.925" v="2879" actId="1035"/>
          <ac:spMkLst>
            <pc:docMk/>
            <pc:sldMk cId="2229788708" sldId="394"/>
            <ac:spMk id="13" creationId="{0082A19B-4492-8AF5-07CE-58CE2C103A60}"/>
          </ac:spMkLst>
        </pc:spChg>
        <pc:spChg chg="add del mod ord">
          <ac:chgData name="Prathik, A.K. (Anand Krishnan)" userId="530651e5-3022-4133-8f7a-bf605e28fdd6" providerId="ADAL" clId="{ADA7A2FA-4D5E-4F37-8241-71D0B554FD81}" dt="2026-07-18T12:55:36.446" v="2770" actId="478"/>
          <ac:spMkLst>
            <pc:docMk/>
            <pc:sldMk cId="2229788708" sldId="394"/>
            <ac:spMk id="14" creationId="{2EEAFD6C-E05D-9962-8E77-91F32FB87011}"/>
          </ac:spMkLst>
        </pc:spChg>
        <pc:spChg chg="add mod">
          <ac:chgData name="Prathik, A.K. (Anand Krishnan)" userId="530651e5-3022-4133-8f7a-bf605e28fdd6" providerId="ADAL" clId="{ADA7A2FA-4D5E-4F37-8241-71D0B554FD81}" dt="2026-07-18T13:04:06.999" v="2918" actId="20577"/>
          <ac:spMkLst>
            <pc:docMk/>
            <pc:sldMk cId="2229788708" sldId="394"/>
            <ac:spMk id="15" creationId="{9F57ED3F-F84A-9B69-F0B6-2B8D4BCE840E}"/>
          </ac:spMkLst>
        </pc:spChg>
        <pc:spChg chg="add mod">
          <ac:chgData name="Prathik, A.K. (Anand Krishnan)" userId="530651e5-3022-4133-8f7a-bf605e28fdd6" providerId="ADAL" clId="{ADA7A2FA-4D5E-4F37-8241-71D0B554FD81}" dt="2026-07-18T13:04:11.707" v="2924" actId="20577"/>
          <ac:spMkLst>
            <pc:docMk/>
            <pc:sldMk cId="2229788708" sldId="394"/>
            <ac:spMk id="16" creationId="{93C14A0B-7C76-B149-CBDB-6543B6979F14}"/>
          </ac:spMkLst>
        </pc:spChg>
        <pc:spChg chg="add del mod">
          <ac:chgData name="Prathik, A.K. (Anand Krishnan)" userId="530651e5-3022-4133-8f7a-bf605e28fdd6" providerId="ADAL" clId="{ADA7A2FA-4D5E-4F37-8241-71D0B554FD81}" dt="2026-07-18T12:55:36.446" v="2770" actId="478"/>
          <ac:spMkLst>
            <pc:docMk/>
            <pc:sldMk cId="2229788708" sldId="394"/>
            <ac:spMk id="17" creationId="{9775935A-4128-CDF3-B87C-794A5ACDC51A}"/>
          </ac:spMkLst>
        </pc:spChg>
        <pc:spChg chg="add del mod">
          <ac:chgData name="Prathik, A.K. (Anand Krishnan)" userId="530651e5-3022-4133-8f7a-bf605e28fdd6" providerId="ADAL" clId="{ADA7A2FA-4D5E-4F37-8241-71D0B554FD81}" dt="2026-07-18T00:19:41.382" v="1634" actId="478"/>
          <ac:spMkLst>
            <pc:docMk/>
            <pc:sldMk cId="2229788708" sldId="394"/>
            <ac:spMk id="18" creationId="{71BFCA6B-D7B1-0873-2BAE-CE1E6F674FA1}"/>
          </ac:spMkLst>
        </pc:spChg>
        <pc:spChg chg="add mod">
          <ac:chgData name="Prathik, A.K. (Anand Krishnan)" userId="530651e5-3022-4133-8f7a-bf605e28fdd6" providerId="ADAL" clId="{ADA7A2FA-4D5E-4F37-8241-71D0B554FD81}" dt="2026-07-18T13:02:38.925" v="2879" actId="1035"/>
          <ac:spMkLst>
            <pc:docMk/>
            <pc:sldMk cId="2229788708" sldId="394"/>
            <ac:spMk id="18" creationId="{F03D3BFB-30B6-164E-5129-092F3E45D49F}"/>
          </ac:spMkLst>
        </pc:spChg>
        <pc:spChg chg="add del mod">
          <ac:chgData name="Prathik, A.K. (Anand Krishnan)" userId="530651e5-3022-4133-8f7a-bf605e28fdd6" providerId="ADAL" clId="{ADA7A2FA-4D5E-4F37-8241-71D0B554FD81}" dt="2026-07-18T00:17:18.421" v="1628" actId="478"/>
          <ac:spMkLst>
            <pc:docMk/>
            <pc:sldMk cId="2229788708" sldId="394"/>
            <ac:spMk id="19" creationId="{2CF86AE0-C853-B376-5148-8D8F5D4C5AE4}"/>
          </ac:spMkLst>
        </pc:spChg>
        <pc:spChg chg="add mod">
          <ac:chgData name="Prathik, A.K. (Anand Krishnan)" userId="530651e5-3022-4133-8f7a-bf605e28fdd6" providerId="ADAL" clId="{ADA7A2FA-4D5E-4F37-8241-71D0B554FD81}" dt="2026-07-18T13:02:38.925" v="2879" actId="1035"/>
          <ac:spMkLst>
            <pc:docMk/>
            <pc:sldMk cId="2229788708" sldId="394"/>
            <ac:spMk id="19" creationId="{89FCF4B3-8F5D-9D00-3A7B-776650D74478}"/>
          </ac:spMkLst>
        </pc:spChg>
        <pc:spChg chg="add del mod">
          <ac:chgData name="Prathik, A.K. (Anand Krishnan)" userId="530651e5-3022-4133-8f7a-bf605e28fdd6" providerId="ADAL" clId="{ADA7A2FA-4D5E-4F37-8241-71D0B554FD81}" dt="2026-07-18T00:19:41.382" v="1634" actId="478"/>
          <ac:spMkLst>
            <pc:docMk/>
            <pc:sldMk cId="2229788708" sldId="394"/>
            <ac:spMk id="20" creationId="{7A89DA72-96CE-64EC-B881-AF245B770CE0}"/>
          </ac:spMkLst>
        </pc:spChg>
        <pc:spChg chg="add mod">
          <ac:chgData name="Prathik, A.K. (Anand Krishnan)" userId="530651e5-3022-4133-8f7a-bf605e28fdd6" providerId="ADAL" clId="{ADA7A2FA-4D5E-4F37-8241-71D0B554FD81}" dt="2026-07-18T13:02:38.925" v="2879" actId="1035"/>
          <ac:spMkLst>
            <pc:docMk/>
            <pc:sldMk cId="2229788708" sldId="394"/>
            <ac:spMk id="20" creationId="{B25F03F6-B1F2-2EE3-8BA9-15E44780B8D3}"/>
          </ac:spMkLst>
        </pc:spChg>
        <pc:spChg chg="add del mod">
          <ac:chgData name="Prathik, A.K. (Anand Krishnan)" userId="530651e5-3022-4133-8f7a-bf605e28fdd6" providerId="ADAL" clId="{ADA7A2FA-4D5E-4F37-8241-71D0B554FD81}" dt="2026-07-18T11:25:37.017" v="1790" actId="478"/>
          <ac:spMkLst>
            <pc:docMk/>
            <pc:sldMk cId="2229788708" sldId="394"/>
            <ac:spMk id="21" creationId="{53C01F61-D95D-5F5E-CF33-C494D33B66AD}"/>
          </ac:spMkLst>
        </pc:spChg>
        <pc:spChg chg="add del mod">
          <ac:chgData name="Prathik, A.K. (Anand Krishnan)" userId="530651e5-3022-4133-8f7a-bf605e28fdd6" providerId="ADAL" clId="{ADA7A2FA-4D5E-4F37-8241-71D0B554FD81}" dt="2026-07-18T00:17:18.421" v="1628" actId="478"/>
          <ac:spMkLst>
            <pc:docMk/>
            <pc:sldMk cId="2229788708" sldId="394"/>
            <ac:spMk id="21" creationId="{7D6A17C0-554F-9276-B472-6A22AF44AA8F}"/>
          </ac:spMkLst>
        </pc:spChg>
        <pc:spChg chg="add del mod">
          <ac:chgData name="Prathik, A.K. (Anand Krishnan)" userId="530651e5-3022-4133-8f7a-bf605e28fdd6" providerId="ADAL" clId="{ADA7A2FA-4D5E-4F37-8241-71D0B554FD81}" dt="2026-07-18T11:25:37.017" v="1790" actId="478"/>
          <ac:spMkLst>
            <pc:docMk/>
            <pc:sldMk cId="2229788708" sldId="394"/>
            <ac:spMk id="22" creationId="{78E567C5-3971-FFD0-EE3D-9A33B1E0800F}"/>
          </ac:spMkLst>
        </pc:spChg>
        <pc:spChg chg="add del mod">
          <ac:chgData name="Prathik, A.K. (Anand Krishnan)" userId="530651e5-3022-4133-8f7a-bf605e28fdd6" providerId="ADAL" clId="{ADA7A2FA-4D5E-4F37-8241-71D0B554FD81}" dt="2026-07-18T00:17:26.120" v="1629" actId="478"/>
          <ac:spMkLst>
            <pc:docMk/>
            <pc:sldMk cId="2229788708" sldId="394"/>
            <ac:spMk id="22" creationId="{AD1F053C-ED80-6FEF-345F-C084E7BEB4A0}"/>
          </ac:spMkLst>
        </pc:spChg>
        <pc:spChg chg="add del mod">
          <ac:chgData name="Prathik, A.K. (Anand Krishnan)" userId="530651e5-3022-4133-8f7a-bf605e28fdd6" providerId="ADAL" clId="{ADA7A2FA-4D5E-4F37-8241-71D0B554FD81}" dt="2026-07-18T00:17:18.421" v="1628" actId="478"/>
          <ac:spMkLst>
            <pc:docMk/>
            <pc:sldMk cId="2229788708" sldId="394"/>
            <ac:spMk id="23" creationId="{91CB95A7-DC31-4E9E-D965-E5F31D6E5C54}"/>
          </ac:spMkLst>
        </pc:spChg>
        <pc:spChg chg="add del mod">
          <ac:chgData name="Prathik, A.K. (Anand Krishnan)" userId="530651e5-3022-4133-8f7a-bf605e28fdd6" providerId="ADAL" clId="{ADA7A2FA-4D5E-4F37-8241-71D0B554FD81}" dt="2026-07-18T11:25:37.017" v="1790" actId="478"/>
          <ac:spMkLst>
            <pc:docMk/>
            <pc:sldMk cId="2229788708" sldId="394"/>
            <ac:spMk id="23" creationId="{D221DE76-C8F7-D3BB-B56A-C6A68738864A}"/>
          </ac:spMkLst>
        </pc:spChg>
        <pc:spChg chg="add del mod">
          <ac:chgData name="Prathik, A.K. (Anand Krishnan)" userId="530651e5-3022-4133-8f7a-bf605e28fdd6" providerId="ADAL" clId="{ADA7A2FA-4D5E-4F37-8241-71D0B554FD81}" dt="2026-07-18T11:25:37.017" v="1790" actId="478"/>
          <ac:spMkLst>
            <pc:docMk/>
            <pc:sldMk cId="2229788708" sldId="394"/>
            <ac:spMk id="24" creationId="{7ADEAEEA-D74E-CB87-949C-C4D16286C0CD}"/>
          </ac:spMkLst>
        </pc:spChg>
        <pc:spChg chg="add del mod">
          <ac:chgData name="Prathik, A.K. (Anand Krishnan)" userId="530651e5-3022-4133-8f7a-bf605e28fdd6" providerId="ADAL" clId="{ADA7A2FA-4D5E-4F37-8241-71D0B554FD81}" dt="2026-07-18T00:17:26.120" v="1629" actId="478"/>
          <ac:spMkLst>
            <pc:docMk/>
            <pc:sldMk cId="2229788708" sldId="394"/>
            <ac:spMk id="24" creationId="{A943A64F-7E7B-8F2A-9429-B6D5F77F9224}"/>
          </ac:spMkLst>
        </pc:spChg>
        <pc:spChg chg="add del mod">
          <ac:chgData name="Prathik, A.K. (Anand Krishnan)" userId="530651e5-3022-4133-8f7a-bf605e28fdd6" providerId="ADAL" clId="{ADA7A2FA-4D5E-4F37-8241-71D0B554FD81}" dt="2026-07-18T00:17:18.421" v="1628" actId="478"/>
          <ac:spMkLst>
            <pc:docMk/>
            <pc:sldMk cId="2229788708" sldId="394"/>
            <ac:spMk id="25" creationId="{98840C45-55C5-77E8-113D-BB0D2713512B}"/>
          </ac:spMkLst>
        </pc:spChg>
        <pc:spChg chg="add del mod ord">
          <ac:chgData name="Prathik, A.K. (Anand Krishnan)" userId="530651e5-3022-4133-8f7a-bf605e28fdd6" providerId="ADAL" clId="{ADA7A2FA-4D5E-4F37-8241-71D0B554FD81}" dt="2026-07-18T12:55:36.446" v="2770" actId="478"/>
          <ac:spMkLst>
            <pc:docMk/>
            <pc:sldMk cId="2229788708" sldId="394"/>
            <ac:spMk id="25" creationId="{FA1B68DF-7DA8-60D9-1B10-61F075780A7B}"/>
          </ac:spMkLst>
        </pc:spChg>
        <pc:spChg chg="add del mod ord">
          <ac:chgData name="Prathik, A.K. (Anand Krishnan)" userId="530651e5-3022-4133-8f7a-bf605e28fdd6" providerId="ADAL" clId="{ADA7A2FA-4D5E-4F37-8241-71D0B554FD81}" dt="2026-07-18T12:55:36.446" v="2770" actId="478"/>
          <ac:spMkLst>
            <pc:docMk/>
            <pc:sldMk cId="2229788708" sldId="394"/>
            <ac:spMk id="26" creationId="{EC8269AD-E427-D198-EFD8-9523204B852E}"/>
          </ac:spMkLst>
        </pc:spChg>
        <pc:spChg chg="add del mod ord">
          <ac:chgData name="Prathik, A.K. (Anand Krishnan)" userId="530651e5-3022-4133-8f7a-bf605e28fdd6" providerId="ADAL" clId="{ADA7A2FA-4D5E-4F37-8241-71D0B554FD81}" dt="2026-07-18T12:55:36.446" v="2770" actId="478"/>
          <ac:spMkLst>
            <pc:docMk/>
            <pc:sldMk cId="2229788708" sldId="394"/>
            <ac:spMk id="27" creationId="{2BB1FB73-B5BE-B801-0A85-E781C4161FD0}"/>
          </ac:spMkLst>
        </pc:spChg>
        <pc:spChg chg="add del mod ord">
          <ac:chgData name="Prathik, A.K. (Anand Krishnan)" userId="530651e5-3022-4133-8f7a-bf605e28fdd6" providerId="ADAL" clId="{ADA7A2FA-4D5E-4F37-8241-71D0B554FD81}" dt="2026-07-18T12:55:36.446" v="2770" actId="478"/>
          <ac:spMkLst>
            <pc:docMk/>
            <pc:sldMk cId="2229788708" sldId="394"/>
            <ac:spMk id="28" creationId="{E6223A28-49B4-0A2F-7A14-68C381A8E581}"/>
          </ac:spMkLst>
        </pc:spChg>
        <pc:spChg chg="add del mod">
          <ac:chgData name="Prathik, A.K. (Anand Krishnan)" userId="530651e5-3022-4133-8f7a-bf605e28fdd6" providerId="ADAL" clId="{ADA7A2FA-4D5E-4F37-8241-71D0B554FD81}" dt="2026-07-18T11:27:26.449" v="1808" actId="478"/>
          <ac:spMkLst>
            <pc:docMk/>
            <pc:sldMk cId="2229788708" sldId="394"/>
            <ac:spMk id="30" creationId="{BCFE92E1-CD7D-A6FD-70DF-7C70A39A1001}"/>
          </ac:spMkLst>
        </pc:spChg>
        <pc:spChg chg="add del mod">
          <ac:chgData name="Prathik, A.K. (Anand Krishnan)" userId="530651e5-3022-4133-8f7a-bf605e28fdd6" providerId="ADAL" clId="{ADA7A2FA-4D5E-4F37-8241-71D0B554FD81}" dt="2026-07-18T11:27:30.753" v="1811" actId="478"/>
          <ac:spMkLst>
            <pc:docMk/>
            <pc:sldMk cId="2229788708" sldId="394"/>
            <ac:spMk id="31" creationId="{6C3D18C2-EE9F-9AD9-1C63-A9379FD66D2B}"/>
          </ac:spMkLst>
        </pc:spChg>
        <pc:spChg chg="add del mod">
          <ac:chgData name="Prathik, A.K. (Anand Krishnan)" userId="530651e5-3022-4133-8f7a-bf605e28fdd6" providerId="ADAL" clId="{ADA7A2FA-4D5E-4F37-8241-71D0B554FD81}" dt="2026-07-18T11:27:29.273" v="1809" actId="478"/>
          <ac:spMkLst>
            <pc:docMk/>
            <pc:sldMk cId="2229788708" sldId="394"/>
            <ac:spMk id="32" creationId="{39052294-8029-A4E8-F0A7-3902E5F57F7B}"/>
          </ac:spMkLst>
        </pc:spChg>
        <pc:spChg chg="add del mod">
          <ac:chgData name="Prathik, A.K. (Anand Krishnan)" userId="530651e5-3022-4133-8f7a-bf605e28fdd6" providerId="ADAL" clId="{ADA7A2FA-4D5E-4F37-8241-71D0B554FD81}" dt="2026-07-18T11:27:29.273" v="1809" actId="478"/>
          <ac:spMkLst>
            <pc:docMk/>
            <pc:sldMk cId="2229788708" sldId="394"/>
            <ac:spMk id="33" creationId="{821EC7E8-DC2C-1D14-F8A6-3947A2CAD569}"/>
          </ac:spMkLst>
        </pc:spChg>
        <pc:spChg chg="add del mod">
          <ac:chgData name="Prathik, A.K. (Anand Krishnan)" userId="530651e5-3022-4133-8f7a-bf605e28fdd6" providerId="ADAL" clId="{ADA7A2FA-4D5E-4F37-8241-71D0B554FD81}" dt="2026-07-18T11:27:30.289" v="1810" actId="478"/>
          <ac:spMkLst>
            <pc:docMk/>
            <pc:sldMk cId="2229788708" sldId="394"/>
            <ac:spMk id="34" creationId="{A75A280E-BF51-A24E-71B0-296FE689FA43}"/>
          </ac:spMkLst>
        </pc:spChg>
        <pc:spChg chg="add del mod">
          <ac:chgData name="Prathik, A.K. (Anand Krishnan)" userId="530651e5-3022-4133-8f7a-bf605e28fdd6" providerId="ADAL" clId="{ADA7A2FA-4D5E-4F37-8241-71D0B554FD81}" dt="2026-07-18T12:55:38.444" v="2771" actId="478"/>
          <ac:spMkLst>
            <pc:docMk/>
            <pc:sldMk cId="2229788708" sldId="394"/>
            <ac:spMk id="35" creationId="{A0B61807-86FA-B87A-0106-DD997F3CFBB4}"/>
          </ac:spMkLst>
        </pc:spChg>
        <pc:spChg chg="add mod">
          <ac:chgData name="Prathik, A.K. (Anand Krishnan)" userId="530651e5-3022-4133-8f7a-bf605e28fdd6" providerId="ADAL" clId="{ADA7A2FA-4D5E-4F37-8241-71D0B554FD81}" dt="2026-07-18T13:02:32.143" v="2874" actId="14100"/>
          <ac:spMkLst>
            <pc:docMk/>
            <pc:sldMk cId="2229788708" sldId="394"/>
            <ac:spMk id="36" creationId="{BE653870-9677-313B-F4B9-2F60C6E37913}"/>
          </ac:spMkLst>
        </pc:spChg>
        <pc:spChg chg="add mod">
          <ac:chgData name="Prathik, A.K. (Anand Krishnan)" userId="530651e5-3022-4133-8f7a-bf605e28fdd6" providerId="ADAL" clId="{ADA7A2FA-4D5E-4F37-8241-71D0B554FD81}" dt="2026-07-18T13:02:38.925" v="2879" actId="1035"/>
          <ac:spMkLst>
            <pc:docMk/>
            <pc:sldMk cId="2229788708" sldId="394"/>
            <ac:spMk id="37" creationId="{F6FD3D87-8C1B-E726-B7BF-D19420ED0C61}"/>
          </ac:spMkLst>
        </pc:spChg>
        <pc:spChg chg="add del mod">
          <ac:chgData name="Prathik, A.K. (Anand Krishnan)" userId="530651e5-3022-4133-8f7a-bf605e28fdd6" providerId="ADAL" clId="{ADA7A2FA-4D5E-4F37-8241-71D0B554FD81}" dt="2026-07-18T12:55:36.446" v="2770" actId="478"/>
          <ac:spMkLst>
            <pc:docMk/>
            <pc:sldMk cId="2229788708" sldId="394"/>
            <ac:spMk id="39" creationId="{8C17CEED-EF8D-D6A0-B4B8-3DF57EB71AFD}"/>
          </ac:spMkLst>
        </pc:spChg>
        <pc:spChg chg="add mod">
          <ac:chgData name="Prathik, A.K. (Anand Krishnan)" userId="530651e5-3022-4133-8f7a-bf605e28fdd6" providerId="ADAL" clId="{ADA7A2FA-4D5E-4F37-8241-71D0B554FD81}" dt="2026-07-18T12:44:47.249" v="2487"/>
          <ac:spMkLst>
            <pc:docMk/>
            <pc:sldMk cId="2229788708" sldId="394"/>
            <ac:spMk id="40" creationId="{CC689E7A-C4E7-9080-C24C-F7AC9CE652DD}"/>
          </ac:spMkLst>
        </pc:spChg>
        <pc:spChg chg="add mod">
          <ac:chgData name="Prathik, A.K. (Anand Krishnan)" userId="530651e5-3022-4133-8f7a-bf605e28fdd6" providerId="ADAL" clId="{ADA7A2FA-4D5E-4F37-8241-71D0B554FD81}" dt="2026-07-18T12:44:47.249" v="2487"/>
          <ac:spMkLst>
            <pc:docMk/>
            <pc:sldMk cId="2229788708" sldId="394"/>
            <ac:spMk id="41" creationId="{97B02E56-1549-34BC-C37B-E32CF42F9378}"/>
          </ac:spMkLst>
        </pc:spChg>
      </pc:sldChg>
      <pc:sldChg chg="addSp delSp modSp new del mod modClrScheme chgLayout">
        <pc:chgData name="Prathik, A.K. (Anand Krishnan)" userId="530651e5-3022-4133-8f7a-bf605e28fdd6" providerId="ADAL" clId="{ADA7A2FA-4D5E-4F37-8241-71D0B554FD81}" dt="2026-07-18T13:05:48.231" v="2954" actId="47"/>
        <pc:sldMkLst>
          <pc:docMk/>
          <pc:sldMk cId="2549366286" sldId="395"/>
        </pc:sldMkLst>
        <pc:spChg chg="del mod ord">
          <ac:chgData name="Prathik, A.K. (Anand Krishnan)" userId="530651e5-3022-4133-8f7a-bf605e28fdd6" providerId="ADAL" clId="{ADA7A2FA-4D5E-4F37-8241-71D0B554FD81}" dt="2026-07-18T12:21:03.436" v="2113" actId="700"/>
          <ac:spMkLst>
            <pc:docMk/>
            <pc:sldMk cId="2549366286" sldId="395"/>
            <ac:spMk id="2" creationId="{2E931A2C-91A2-6141-DD12-CA42935B7C38}"/>
          </ac:spMkLst>
        </pc:spChg>
        <pc:spChg chg="del mod ord">
          <ac:chgData name="Prathik, A.K. (Anand Krishnan)" userId="530651e5-3022-4133-8f7a-bf605e28fdd6" providerId="ADAL" clId="{ADA7A2FA-4D5E-4F37-8241-71D0B554FD81}" dt="2026-07-18T12:21:03.436" v="2113" actId="700"/>
          <ac:spMkLst>
            <pc:docMk/>
            <pc:sldMk cId="2549366286" sldId="395"/>
            <ac:spMk id="3" creationId="{6DB306FE-C98E-D505-869C-49A321DCB2E4}"/>
          </ac:spMkLst>
        </pc:spChg>
        <pc:spChg chg="del">
          <ac:chgData name="Prathik, A.K. (Anand Krishnan)" userId="530651e5-3022-4133-8f7a-bf605e28fdd6" providerId="ADAL" clId="{ADA7A2FA-4D5E-4F37-8241-71D0B554FD81}" dt="2026-07-18T12:21:03.436" v="2113" actId="700"/>
          <ac:spMkLst>
            <pc:docMk/>
            <pc:sldMk cId="2549366286" sldId="395"/>
            <ac:spMk id="4" creationId="{37DFC5F5-1BCD-59AC-E483-4A287C9FC801}"/>
          </ac:spMkLst>
        </pc:spChg>
        <pc:spChg chg="del mod ord">
          <ac:chgData name="Prathik, A.K. (Anand Krishnan)" userId="530651e5-3022-4133-8f7a-bf605e28fdd6" providerId="ADAL" clId="{ADA7A2FA-4D5E-4F37-8241-71D0B554FD81}" dt="2026-07-18T12:40:15.979" v="2313" actId="478"/>
          <ac:spMkLst>
            <pc:docMk/>
            <pc:sldMk cId="2549366286" sldId="395"/>
            <ac:spMk id="5" creationId="{D57B4762-0075-7679-3719-AE99D4D8582F}"/>
          </ac:spMkLst>
        </pc:spChg>
        <pc:spChg chg="del mod ord">
          <ac:chgData name="Prathik, A.K. (Anand Krishnan)" userId="530651e5-3022-4133-8f7a-bf605e28fdd6" providerId="ADAL" clId="{ADA7A2FA-4D5E-4F37-8241-71D0B554FD81}" dt="2026-07-18T12:40:15.979" v="2313" actId="478"/>
          <ac:spMkLst>
            <pc:docMk/>
            <pc:sldMk cId="2549366286" sldId="395"/>
            <ac:spMk id="6" creationId="{FC155B46-DB97-361B-2E61-39EBB102E740}"/>
          </ac:spMkLst>
        </pc:spChg>
        <pc:spChg chg="add del mod ord">
          <ac:chgData name="Prathik, A.K. (Anand Krishnan)" userId="530651e5-3022-4133-8f7a-bf605e28fdd6" providerId="ADAL" clId="{ADA7A2FA-4D5E-4F37-8241-71D0B554FD81}" dt="2026-07-18T12:21:07.910" v="2114" actId="700"/>
          <ac:spMkLst>
            <pc:docMk/>
            <pc:sldMk cId="2549366286" sldId="395"/>
            <ac:spMk id="7" creationId="{C15D65D3-F4FE-A075-26FC-6D80750B5B29}"/>
          </ac:spMkLst>
        </pc:spChg>
        <pc:spChg chg="add del mod ord">
          <ac:chgData name="Prathik, A.K. (Anand Krishnan)" userId="530651e5-3022-4133-8f7a-bf605e28fdd6" providerId="ADAL" clId="{ADA7A2FA-4D5E-4F37-8241-71D0B554FD81}" dt="2026-07-18T12:21:07.910" v="2114" actId="700"/>
          <ac:spMkLst>
            <pc:docMk/>
            <pc:sldMk cId="2549366286" sldId="395"/>
            <ac:spMk id="8" creationId="{BC0351E3-E67C-A90B-8D79-9F6AEE047F6D}"/>
          </ac:spMkLst>
        </pc:spChg>
        <pc:spChg chg="add del mod ord">
          <ac:chgData name="Prathik, A.K. (Anand Krishnan)" userId="530651e5-3022-4133-8f7a-bf605e28fdd6" providerId="ADAL" clId="{ADA7A2FA-4D5E-4F37-8241-71D0B554FD81}" dt="2026-07-18T12:21:16.912" v="2115" actId="700"/>
          <ac:spMkLst>
            <pc:docMk/>
            <pc:sldMk cId="2549366286" sldId="395"/>
            <ac:spMk id="9" creationId="{213DD245-C5F7-8E04-2647-8A04F60A121B}"/>
          </ac:spMkLst>
        </pc:spChg>
        <pc:spChg chg="add del mod ord">
          <ac:chgData name="Prathik, A.K. (Anand Krishnan)" userId="530651e5-3022-4133-8f7a-bf605e28fdd6" providerId="ADAL" clId="{ADA7A2FA-4D5E-4F37-8241-71D0B554FD81}" dt="2026-07-18T12:21:16.912" v="2115" actId="700"/>
          <ac:spMkLst>
            <pc:docMk/>
            <pc:sldMk cId="2549366286" sldId="395"/>
            <ac:spMk id="10" creationId="{5429C133-1D12-F903-8A71-5DF2E70D8503}"/>
          </ac:spMkLst>
        </pc:spChg>
        <pc:spChg chg="add mod ord">
          <ac:chgData name="Prathik, A.K. (Anand Krishnan)" userId="530651e5-3022-4133-8f7a-bf605e28fdd6" providerId="ADAL" clId="{ADA7A2FA-4D5E-4F37-8241-71D0B554FD81}" dt="2026-07-18T12:58:06.098" v="2795" actId="1076"/>
          <ac:spMkLst>
            <pc:docMk/>
            <pc:sldMk cId="2549366286" sldId="395"/>
            <ac:spMk id="11" creationId="{0C945A5D-9BF4-99D9-7C4C-51A292214FF8}"/>
          </ac:spMkLst>
        </pc:spChg>
        <pc:spChg chg="add del mod ord">
          <ac:chgData name="Prathik, A.K. (Anand Krishnan)" userId="530651e5-3022-4133-8f7a-bf605e28fdd6" providerId="ADAL" clId="{ADA7A2FA-4D5E-4F37-8241-71D0B554FD81}" dt="2026-07-18T12:30:00.577" v="2129" actId="478"/>
          <ac:spMkLst>
            <pc:docMk/>
            <pc:sldMk cId="2549366286" sldId="395"/>
            <ac:spMk id="12" creationId="{6C2B048D-5145-9485-2E34-9B761598F692}"/>
          </ac:spMkLst>
        </pc:spChg>
        <pc:spChg chg="add del mod ord">
          <ac:chgData name="Prathik, A.K. (Anand Krishnan)" userId="530651e5-3022-4133-8f7a-bf605e28fdd6" providerId="ADAL" clId="{ADA7A2FA-4D5E-4F37-8241-71D0B554FD81}" dt="2026-07-18T12:30:02.898" v="2130" actId="478"/>
          <ac:spMkLst>
            <pc:docMk/>
            <pc:sldMk cId="2549366286" sldId="395"/>
            <ac:spMk id="13" creationId="{28EC08A6-E9EE-73F3-DC4D-765CC64FE91A}"/>
          </ac:spMkLst>
        </pc:spChg>
        <pc:spChg chg="add mod">
          <ac:chgData name="Prathik, A.K. (Anand Krishnan)" userId="530651e5-3022-4133-8f7a-bf605e28fdd6" providerId="ADAL" clId="{ADA7A2FA-4D5E-4F37-8241-71D0B554FD81}" dt="2026-07-18T13:04:24.994" v="2931" actId="20577"/>
          <ac:spMkLst>
            <pc:docMk/>
            <pc:sldMk cId="2549366286" sldId="395"/>
            <ac:spMk id="15" creationId="{5472DDD5-23F0-D981-0AD6-7F9AAD369F28}"/>
          </ac:spMkLst>
        </pc:spChg>
        <pc:spChg chg="add mod">
          <ac:chgData name="Prathik, A.K. (Anand Krishnan)" userId="530651e5-3022-4133-8f7a-bf605e28fdd6" providerId="ADAL" clId="{ADA7A2FA-4D5E-4F37-8241-71D0B554FD81}" dt="2026-07-18T12:58:17.071" v="2797" actId="14100"/>
          <ac:spMkLst>
            <pc:docMk/>
            <pc:sldMk cId="2549366286" sldId="395"/>
            <ac:spMk id="17" creationId="{752ED8A6-5DA8-100E-CE52-354594212935}"/>
          </ac:spMkLst>
        </pc:spChg>
        <pc:spChg chg="add mod">
          <ac:chgData name="Prathik, A.K. (Anand Krishnan)" userId="530651e5-3022-4133-8f7a-bf605e28fdd6" providerId="ADAL" clId="{ADA7A2FA-4D5E-4F37-8241-71D0B554FD81}" dt="2026-07-18T13:00:11.523" v="2838" actId="1076"/>
          <ac:spMkLst>
            <pc:docMk/>
            <pc:sldMk cId="2549366286" sldId="395"/>
            <ac:spMk id="19" creationId="{019E5312-5FDF-BC6E-4FB4-768C45D89407}"/>
          </ac:spMkLst>
        </pc:spChg>
        <pc:spChg chg="add mod">
          <ac:chgData name="Prathik, A.K. (Anand Krishnan)" userId="530651e5-3022-4133-8f7a-bf605e28fdd6" providerId="ADAL" clId="{ADA7A2FA-4D5E-4F37-8241-71D0B554FD81}" dt="2026-07-18T13:04:29.638" v="2937" actId="20577"/>
          <ac:spMkLst>
            <pc:docMk/>
            <pc:sldMk cId="2549366286" sldId="395"/>
            <ac:spMk id="20" creationId="{E85FC6EF-A411-F54E-2A86-B07499636C8E}"/>
          </ac:spMkLst>
        </pc:spChg>
        <pc:spChg chg="add mod">
          <ac:chgData name="Prathik, A.K. (Anand Krishnan)" userId="530651e5-3022-4133-8f7a-bf605e28fdd6" providerId="ADAL" clId="{ADA7A2FA-4D5E-4F37-8241-71D0B554FD81}" dt="2026-07-18T13:00:06.234" v="2837" actId="1036"/>
          <ac:spMkLst>
            <pc:docMk/>
            <pc:sldMk cId="2549366286" sldId="395"/>
            <ac:spMk id="21" creationId="{EA7504D5-8138-B6E2-FB05-242E74B6E4D4}"/>
          </ac:spMkLst>
        </pc:spChg>
        <pc:spChg chg="add mod">
          <ac:chgData name="Prathik, A.K. (Anand Krishnan)" userId="530651e5-3022-4133-8f7a-bf605e28fdd6" providerId="ADAL" clId="{ADA7A2FA-4D5E-4F37-8241-71D0B554FD81}" dt="2026-07-18T13:00:06.234" v="2837" actId="1036"/>
          <ac:spMkLst>
            <pc:docMk/>
            <pc:sldMk cId="2549366286" sldId="395"/>
            <ac:spMk id="22" creationId="{36390140-8A2B-965A-7E29-0B2C925071D7}"/>
          </ac:spMkLst>
        </pc:spChg>
        <pc:spChg chg="add mod">
          <ac:chgData name="Prathik, A.K. (Anand Krishnan)" userId="530651e5-3022-4133-8f7a-bf605e28fdd6" providerId="ADAL" clId="{ADA7A2FA-4D5E-4F37-8241-71D0B554FD81}" dt="2026-07-18T13:00:06.234" v="2837" actId="1036"/>
          <ac:spMkLst>
            <pc:docMk/>
            <pc:sldMk cId="2549366286" sldId="395"/>
            <ac:spMk id="23" creationId="{AC5A3978-9A1A-3391-BC5C-750AFB07B5FE}"/>
          </ac:spMkLst>
        </pc:spChg>
        <pc:spChg chg="add mod">
          <ac:chgData name="Prathik, A.K. (Anand Krishnan)" userId="530651e5-3022-4133-8f7a-bf605e28fdd6" providerId="ADAL" clId="{ADA7A2FA-4D5E-4F37-8241-71D0B554FD81}" dt="2026-07-18T13:00:06.234" v="2837" actId="1036"/>
          <ac:spMkLst>
            <pc:docMk/>
            <pc:sldMk cId="2549366286" sldId="395"/>
            <ac:spMk id="24" creationId="{22F1F12E-09AC-AA12-EAE2-BE34C9AC55AB}"/>
          </ac:spMkLst>
        </pc:spChg>
        <pc:spChg chg="add mod">
          <ac:chgData name="Prathik, A.K. (Anand Krishnan)" userId="530651e5-3022-4133-8f7a-bf605e28fdd6" providerId="ADAL" clId="{ADA7A2FA-4D5E-4F37-8241-71D0B554FD81}" dt="2026-07-18T13:00:06.234" v="2837" actId="1036"/>
          <ac:spMkLst>
            <pc:docMk/>
            <pc:sldMk cId="2549366286" sldId="395"/>
            <ac:spMk id="26" creationId="{2C475F9B-7DC7-E87E-29D1-B431E5C450B0}"/>
          </ac:spMkLst>
        </pc:spChg>
        <pc:spChg chg="add mod">
          <ac:chgData name="Prathik, A.K. (Anand Krishnan)" userId="530651e5-3022-4133-8f7a-bf605e28fdd6" providerId="ADAL" clId="{ADA7A2FA-4D5E-4F37-8241-71D0B554FD81}" dt="2026-07-18T13:05:07.396" v="2943" actId="20577"/>
          <ac:spMkLst>
            <pc:docMk/>
            <pc:sldMk cId="2549366286" sldId="395"/>
            <ac:spMk id="27" creationId="{AEDDE319-A527-356E-CE6B-B154DB1E6900}"/>
          </ac:spMkLst>
        </pc:spChg>
        <pc:spChg chg="add del mod">
          <ac:chgData name="Prathik, A.K. (Anand Krishnan)" userId="530651e5-3022-4133-8f7a-bf605e28fdd6" providerId="ADAL" clId="{ADA7A2FA-4D5E-4F37-8241-71D0B554FD81}" dt="2026-07-18T12:57:30.956" v="2787" actId="21"/>
          <ac:spMkLst>
            <pc:docMk/>
            <pc:sldMk cId="2549366286" sldId="395"/>
            <ac:spMk id="29" creationId="{8FE05B6F-1791-2726-7E52-7EBA81FD75F0}"/>
          </ac:spMkLst>
        </pc:spChg>
        <pc:spChg chg="add del mod">
          <ac:chgData name="Prathik, A.K. (Anand Krishnan)" userId="530651e5-3022-4133-8f7a-bf605e28fdd6" providerId="ADAL" clId="{ADA7A2FA-4D5E-4F37-8241-71D0B554FD81}" dt="2026-07-18T12:57:30.956" v="2787" actId="21"/>
          <ac:spMkLst>
            <pc:docMk/>
            <pc:sldMk cId="2549366286" sldId="395"/>
            <ac:spMk id="30" creationId="{7AE84D40-B361-52CE-CFCE-AA1E3091304B}"/>
          </ac:spMkLst>
        </pc:spChg>
        <pc:spChg chg="add del mod">
          <ac:chgData name="Prathik, A.K. (Anand Krishnan)" userId="530651e5-3022-4133-8f7a-bf605e28fdd6" providerId="ADAL" clId="{ADA7A2FA-4D5E-4F37-8241-71D0B554FD81}" dt="2026-07-18T12:57:30.956" v="2787" actId="21"/>
          <ac:spMkLst>
            <pc:docMk/>
            <pc:sldMk cId="2549366286" sldId="395"/>
            <ac:spMk id="31" creationId="{043A7221-6236-9DBF-4ECA-988B0649BEA2}"/>
          </ac:spMkLst>
        </pc:spChg>
        <pc:spChg chg="add del">
          <ac:chgData name="Prathik, A.K. (Anand Krishnan)" userId="530651e5-3022-4133-8f7a-bf605e28fdd6" providerId="ADAL" clId="{ADA7A2FA-4D5E-4F37-8241-71D0B554FD81}" dt="2026-07-18T12:42:28.510" v="2410" actId="22"/>
          <ac:spMkLst>
            <pc:docMk/>
            <pc:sldMk cId="2549366286" sldId="395"/>
            <ac:spMk id="33" creationId="{20149109-5000-C219-4224-8B2C1160BF32}"/>
          </ac:spMkLst>
        </pc:spChg>
        <pc:spChg chg="add del mod">
          <ac:chgData name="Prathik, A.K. (Anand Krishnan)" userId="530651e5-3022-4133-8f7a-bf605e28fdd6" providerId="ADAL" clId="{ADA7A2FA-4D5E-4F37-8241-71D0B554FD81}" dt="2026-07-18T12:57:30.956" v="2787" actId="21"/>
          <ac:spMkLst>
            <pc:docMk/>
            <pc:sldMk cId="2549366286" sldId="395"/>
            <ac:spMk id="35" creationId="{0AC6AE65-5DE2-664B-CB69-F5EA12F1F047}"/>
          </ac:spMkLst>
        </pc:spChg>
        <pc:spChg chg="add del mod">
          <ac:chgData name="Prathik, A.K. (Anand Krishnan)" userId="530651e5-3022-4133-8f7a-bf605e28fdd6" providerId="ADAL" clId="{ADA7A2FA-4D5E-4F37-8241-71D0B554FD81}" dt="2026-07-18T12:57:30.956" v="2787" actId="21"/>
          <ac:spMkLst>
            <pc:docMk/>
            <pc:sldMk cId="2549366286" sldId="395"/>
            <ac:spMk id="36" creationId="{22D94A22-D527-871C-84F9-AFCA7149F913}"/>
          </ac:spMkLst>
        </pc:spChg>
        <pc:spChg chg="add del mod">
          <ac:chgData name="Prathik, A.K. (Anand Krishnan)" userId="530651e5-3022-4133-8f7a-bf605e28fdd6" providerId="ADAL" clId="{ADA7A2FA-4D5E-4F37-8241-71D0B554FD81}" dt="2026-07-18T12:57:30.956" v="2787" actId="21"/>
          <ac:spMkLst>
            <pc:docMk/>
            <pc:sldMk cId="2549366286" sldId="395"/>
            <ac:spMk id="37" creationId="{A0A3E202-70F2-3F10-57E5-3683F7365522}"/>
          </ac:spMkLst>
        </pc:spChg>
        <pc:spChg chg="add mod">
          <ac:chgData name="Prathik, A.K. (Anand Krishnan)" userId="530651e5-3022-4133-8f7a-bf605e28fdd6" providerId="ADAL" clId="{ADA7A2FA-4D5E-4F37-8241-71D0B554FD81}" dt="2026-07-18T12:51:56.897" v="2671" actId="1036"/>
          <ac:spMkLst>
            <pc:docMk/>
            <pc:sldMk cId="2549366286" sldId="395"/>
            <ac:spMk id="38" creationId="{7A50D09E-CDDF-379B-EC53-383E720835EC}"/>
          </ac:spMkLst>
        </pc:spChg>
        <pc:spChg chg="add del mod">
          <ac:chgData name="Prathik, A.K. (Anand Krishnan)" userId="530651e5-3022-4133-8f7a-bf605e28fdd6" providerId="ADAL" clId="{ADA7A2FA-4D5E-4F37-8241-71D0B554FD81}" dt="2026-07-18T12:57:30.956" v="2787" actId="21"/>
          <ac:spMkLst>
            <pc:docMk/>
            <pc:sldMk cId="2549366286" sldId="395"/>
            <ac:spMk id="39" creationId="{E9EA8FA4-D7F9-AE42-98BD-336ED73F98CC}"/>
          </ac:spMkLst>
        </pc:spChg>
        <pc:spChg chg="add mod">
          <ac:chgData name="Prathik, A.K. (Anand Krishnan)" userId="530651e5-3022-4133-8f7a-bf605e28fdd6" providerId="ADAL" clId="{ADA7A2FA-4D5E-4F37-8241-71D0B554FD81}" dt="2026-07-18T12:44:43.608" v="2485"/>
          <ac:spMkLst>
            <pc:docMk/>
            <pc:sldMk cId="2549366286" sldId="395"/>
            <ac:spMk id="40" creationId="{8DD4847C-5941-5BEC-A7F7-A86FA0F1B432}"/>
          </ac:spMkLst>
        </pc:spChg>
        <pc:spChg chg="add mod">
          <ac:chgData name="Prathik, A.K. (Anand Krishnan)" userId="530651e5-3022-4133-8f7a-bf605e28fdd6" providerId="ADAL" clId="{ADA7A2FA-4D5E-4F37-8241-71D0B554FD81}" dt="2026-07-18T12:44:43.608" v="2485"/>
          <ac:spMkLst>
            <pc:docMk/>
            <pc:sldMk cId="2549366286" sldId="395"/>
            <ac:spMk id="41" creationId="{BAFC7965-3A48-3941-4821-ADDE587F2B94}"/>
          </ac:spMkLst>
        </pc:spChg>
        <pc:spChg chg="add mod">
          <ac:chgData name="Prathik, A.K. (Anand Krishnan)" userId="530651e5-3022-4133-8f7a-bf605e28fdd6" providerId="ADAL" clId="{ADA7A2FA-4D5E-4F37-8241-71D0B554FD81}" dt="2026-07-18T12:49:45.200" v="2624"/>
          <ac:spMkLst>
            <pc:docMk/>
            <pc:sldMk cId="2549366286" sldId="395"/>
            <ac:spMk id="42" creationId="{4D28B782-9400-30AF-E259-1AD0778434F7}"/>
          </ac:spMkLst>
        </pc:spChg>
        <pc:spChg chg="add mod">
          <ac:chgData name="Prathik, A.K. (Anand Krishnan)" userId="530651e5-3022-4133-8f7a-bf605e28fdd6" providerId="ADAL" clId="{ADA7A2FA-4D5E-4F37-8241-71D0B554FD81}" dt="2026-07-18T12:49:45.200" v="2624"/>
          <ac:spMkLst>
            <pc:docMk/>
            <pc:sldMk cId="2549366286" sldId="395"/>
            <ac:spMk id="43" creationId="{E0B2296D-4E4B-98F6-7CC7-285EA85F0CB9}"/>
          </ac:spMkLst>
        </pc:spChg>
        <pc:spChg chg="add mod">
          <ac:chgData name="Prathik, A.K. (Anand Krishnan)" userId="530651e5-3022-4133-8f7a-bf605e28fdd6" providerId="ADAL" clId="{ADA7A2FA-4D5E-4F37-8241-71D0B554FD81}" dt="2026-07-18T12:49:45.200" v="2624"/>
          <ac:spMkLst>
            <pc:docMk/>
            <pc:sldMk cId="2549366286" sldId="395"/>
            <ac:spMk id="44" creationId="{99517866-2CCB-0065-B32E-769113CB185A}"/>
          </ac:spMkLst>
        </pc:spChg>
        <pc:spChg chg="add mod">
          <ac:chgData name="Prathik, A.K. (Anand Krishnan)" userId="530651e5-3022-4133-8f7a-bf605e28fdd6" providerId="ADAL" clId="{ADA7A2FA-4D5E-4F37-8241-71D0B554FD81}" dt="2026-07-18T12:49:45.200" v="2624"/>
          <ac:spMkLst>
            <pc:docMk/>
            <pc:sldMk cId="2549366286" sldId="395"/>
            <ac:spMk id="45" creationId="{58C688E9-32A5-3FBE-F6E6-6A0D7A9F747F}"/>
          </ac:spMkLst>
        </pc:spChg>
        <pc:spChg chg="add mod">
          <ac:chgData name="Prathik, A.K. (Anand Krishnan)" userId="530651e5-3022-4133-8f7a-bf605e28fdd6" providerId="ADAL" clId="{ADA7A2FA-4D5E-4F37-8241-71D0B554FD81}" dt="2026-07-18T12:49:45.200" v="2624"/>
          <ac:spMkLst>
            <pc:docMk/>
            <pc:sldMk cId="2549366286" sldId="395"/>
            <ac:spMk id="46" creationId="{78D4BD50-C6AB-0EDA-319C-6961980F4575}"/>
          </ac:spMkLst>
        </pc:spChg>
        <pc:spChg chg="add mod">
          <ac:chgData name="Prathik, A.K. (Anand Krishnan)" userId="530651e5-3022-4133-8f7a-bf605e28fdd6" providerId="ADAL" clId="{ADA7A2FA-4D5E-4F37-8241-71D0B554FD81}" dt="2026-07-18T12:49:45.200" v="2624"/>
          <ac:spMkLst>
            <pc:docMk/>
            <pc:sldMk cId="2549366286" sldId="395"/>
            <ac:spMk id="47" creationId="{4950A07B-744C-E470-9E93-B93F98BE9310}"/>
          </ac:spMkLst>
        </pc:spChg>
        <pc:spChg chg="add mod">
          <ac:chgData name="Prathik, A.K. (Anand Krishnan)" userId="530651e5-3022-4133-8f7a-bf605e28fdd6" providerId="ADAL" clId="{ADA7A2FA-4D5E-4F37-8241-71D0B554FD81}" dt="2026-07-18T12:49:45.200" v="2624"/>
          <ac:spMkLst>
            <pc:docMk/>
            <pc:sldMk cId="2549366286" sldId="395"/>
            <ac:spMk id="48" creationId="{3FD97D0C-E837-8E8B-DC18-A985F18DEB25}"/>
          </ac:spMkLst>
        </pc:spChg>
        <pc:spChg chg="add mod">
          <ac:chgData name="Prathik, A.K. (Anand Krishnan)" userId="530651e5-3022-4133-8f7a-bf605e28fdd6" providerId="ADAL" clId="{ADA7A2FA-4D5E-4F37-8241-71D0B554FD81}" dt="2026-07-18T12:49:45.200" v="2624"/>
          <ac:spMkLst>
            <pc:docMk/>
            <pc:sldMk cId="2549366286" sldId="395"/>
            <ac:spMk id="49" creationId="{520D7AD3-8182-BC9D-789B-705B9DC5A741}"/>
          </ac:spMkLst>
        </pc:spChg>
        <pc:spChg chg="add mod">
          <ac:chgData name="Prathik, A.K. (Anand Krishnan)" userId="530651e5-3022-4133-8f7a-bf605e28fdd6" providerId="ADAL" clId="{ADA7A2FA-4D5E-4F37-8241-71D0B554FD81}" dt="2026-07-18T12:52:03.351" v="2673" actId="1076"/>
          <ac:spMkLst>
            <pc:docMk/>
            <pc:sldMk cId="2549366286" sldId="395"/>
            <ac:spMk id="50" creationId="{BC5AB235-04BE-15D0-DF7E-38DDEEE3B649}"/>
          </ac:spMkLst>
        </pc:spChg>
        <pc:spChg chg="add mod">
          <ac:chgData name="Prathik, A.K. (Anand Krishnan)" userId="530651e5-3022-4133-8f7a-bf605e28fdd6" providerId="ADAL" clId="{ADA7A2FA-4D5E-4F37-8241-71D0B554FD81}" dt="2026-07-18T12:53:01.543" v="2690" actId="113"/>
          <ac:spMkLst>
            <pc:docMk/>
            <pc:sldMk cId="2549366286" sldId="395"/>
            <ac:spMk id="51" creationId="{CC8763A3-63BB-888D-20C6-0C3F75383AA6}"/>
          </ac:spMkLst>
        </pc:spChg>
        <pc:spChg chg="add del mod">
          <ac:chgData name="Prathik, A.K. (Anand Krishnan)" userId="530651e5-3022-4133-8f7a-bf605e28fdd6" providerId="ADAL" clId="{ADA7A2FA-4D5E-4F37-8241-71D0B554FD81}" dt="2026-07-18T12:57:30.956" v="2787" actId="21"/>
          <ac:spMkLst>
            <pc:docMk/>
            <pc:sldMk cId="2549366286" sldId="395"/>
            <ac:spMk id="52" creationId="{E940D46A-5E58-852B-EC9A-5F1715B45AB5}"/>
          </ac:spMkLst>
        </pc:spChg>
        <pc:spChg chg="add del mod">
          <ac:chgData name="Prathik, A.K. (Anand Krishnan)" userId="530651e5-3022-4133-8f7a-bf605e28fdd6" providerId="ADAL" clId="{ADA7A2FA-4D5E-4F37-8241-71D0B554FD81}" dt="2026-07-18T12:57:30.956" v="2787" actId="21"/>
          <ac:spMkLst>
            <pc:docMk/>
            <pc:sldMk cId="2549366286" sldId="395"/>
            <ac:spMk id="53" creationId="{15375FDD-1661-28E5-C031-040BE90F96D2}"/>
          </ac:spMkLst>
        </pc:spChg>
        <pc:spChg chg="add del mod">
          <ac:chgData name="Prathik, A.K. (Anand Krishnan)" userId="530651e5-3022-4133-8f7a-bf605e28fdd6" providerId="ADAL" clId="{ADA7A2FA-4D5E-4F37-8241-71D0B554FD81}" dt="2026-07-18T12:57:30.956" v="2787" actId="21"/>
          <ac:spMkLst>
            <pc:docMk/>
            <pc:sldMk cId="2549366286" sldId="395"/>
            <ac:spMk id="54" creationId="{4DD3B102-9871-F87A-2737-6740116CEF69}"/>
          </ac:spMkLst>
        </pc:spChg>
        <pc:spChg chg="add mod">
          <ac:chgData name="Prathik, A.K. (Anand Krishnan)" userId="530651e5-3022-4133-8f7a-bf605e28fdd6" providerId="ADAL" clId="{ADA7A2FA-4D5E-4F37-8241-71D0B554FD81}" dt="2026-07-18T12:52:03.351" v="2673" actId="1076"/>
          <ac:spMkLst>
            <pc:docMk/>
            <pc:sldMk cId="2549366286" sldId="395"/>
            <ac:spMk id="55" creationId="{8DCC46B2-E515-135E-4BBE-FDC0B7FC99A6}"/>
          </ac:spMkLst>
        </pc:spChg>
        <pc:spChg chg="add mod">
          <ac:chgData name="Prathik, A.K. (Anand Krishnan)" userId="530651e5-3022-4133-8f7a-bf605e28fdd6" providerId="ADAL" clId="{ADA7A2FA-4D5E-4F37-8241-71D0B554FD81}" dt="2026-07-18T12:52:03.351" v="2673" actId="1076"/>
          <ac:spMkLst>
            <pc:docMk/>
            <pc:sldMk cId="2549366286" sldId="395"/>
            <ac:spMk id="56" creationId="{2A1658F4-98D8-84A5-DF28-DD3F06CD5CC1}"/>
          </ac:spMkLst>
        </pc:spChg>
        <pc:spChg chg="add del mod">
          <ac:chgData name="Prathik, A.K. (Anand Krishnan)" userId="530651e5-3022-4133-8f7a-bf605e28fdd6" providerId="ADAL" clId="{ADA7A2FA-4D5E-4F37-8241-71D0B554FD81}" dt="2026-07-18T12:57:35.164" v="2788" actId="21"/>
          <ac:spMkLst>
            <pc:docMk/>
            <pc:sldMk cId="2549366286" sldId="395"/>
            <ac:spMk id="57" creationId="{D12931EA-F0B7-E826-FDB0-B89068232A75}"/>
          </ac:spMkLst>
        </pc:spChg>
      </pc:sldChg>
      <pc:sldChg chg="delSp new del mod">
        <pc:chgData name="Prathik, A.K. (Anand Krishnan)" userId="530651e5-3022-4133-8f7a-bf605e28fdd6" providerId="ADAL" clId="{ADA7A2FA-4D5E-4F37-8241-71D0B554FD81}" dt="2026-07-18T13:10:36.256" v="3023" actId="47"/>
        <pc:sldMkLst>
          <pc:docMk/>
          <pc:sldMk cId="1046166739" sldId="396"/>
        </pc:sldMkLst>
        <pc:spChg chg="del">
          <ac:chgData name="Prathik, A.K. (Anand Krishnan)" userId="530651e5-3022-4133-8f7a-bf605e28fdd6" providerId="ADAL" clId="{ADA7A2FA-4D5E-4F37-8241-71D0B554FD81}" dt="2026-07-18T12:46:40.247" v="2489" actId="478"/>
          <ac:spMkLst>
            <pc:docMk/>
            <pc:sldMk cId="1046166739" sldId="396"/>
            <ac:spMk id="3" creationId="{4A7409F7-381A-846B-8246-1A2240524E89}"/>
          </ac:spMkLst>
        </pc:spChg>
        <pc:spChg chg="del">
          <ac:chgData name="Prathik, A.K. (Anand Krishnan)" userId="530651e5-3022-4133-8f7a-bf605e28fdd6" providerId="ADAL" clId="{ADA7A2FA-4D5E-4F37-8241-71D0B554FD81}" dt="2026-07-18T12:46:41.627" v="2490" actId="478"/>
          <ac:spMkLst>
            <pc:docMk/>
            <pc:sldMk cId="1046166739" sldId="396"/>
            <ac:spMk id="4" creationId="{8D8273BA-4AE6-D344-1175-1BED20DCC2CE}"/>
          </ac:spMkLst>
        </pc:spChg>
      </pc:sldChg>
      <pc:sldChg chg="new del">
        <pc:chgData name="Prathik, A.K. (Anand Krishnan)" userId="530651e5-3022-4133-8f7a-bf605e28fdd6" providerId="ADAL" clId="{ADA7A2FA-4D5E-4F37-8241-71D0B554FD81}" dt="2026-07-18T12:55:28.513" v="2769" actId="47"/>
        <pc:sldMkLst>
          <pc:docMk/>
          <pc:sldMk cId="1677553216" sldId="397"/>
        </pc:sldMkLst>
      </pc:sldChg>
      <pc:sldChg chg="delSp modSp add mod ord">
        <pc:chgData name="Prathik, A.K. (Anand Krishnan)" userId="530651e5-3022-4133-8f7a-bf605e28fdd6" providerId="ADAL" clId="{ADA7A2FA-4D5E-4F37-8241-71D0B554FD81}" dt="2026-07-18T13:13:31.010" v="3086"/>
        <pc:sldMkLst>
          <pc:docMk/>
          <pc:sldMk cId="3251977979" sldId="398"/>
        </pc:sldMkLst>
        <pc:spChg chg="mod">
          <ac:chgData name="Prathik, A.K. (Anand Krishnan)" userId="530651e5-3022-4133-8f7a-bf605e28fdd6" providerId="ADAL" clId="{ADA7A2FA-4D5E-4F37-8241-71D0B554FD81}" dt="2026-07-18T12:56:48.220" v="2779" actId="1076"/>
          <ac:spMkLst>
            <pc:docMk/>
            <pc:sldMk cId="3251977979" sldId="398"/>
            <ac:spMk id="2" creationId="{027C1DD4-F8B2-E7DB-D196-867B5DC25307}"/>
          </ac:spMkLst>
        </pc:spChg>
        <pc:spChg chg="mod">
          <ac:chgData name="Prathik, A.K. (Anand Krishnan)" userId="530651e5-3022-4133-8f7a-bf605e28fdd6" providerId="ADAL" clId="{ADA7A2FA-4D5E-4F37-8241-71D0B554FD81}" dt="2026-07-18T13:13:31.010" v="3086"/>
          <ac:spMkLst>
            <pc:docMk/>
            <pc:sldMk cId="3251977979" sldId="398"/>
            <ac:spMk id="6" creationId="{09C994F2-0C32-A68C-277F-8B4FD6BAD210}"/>
          </ac:spMkLst>
        </pc:spChg>
        <pc:spChg chg="mod">
          <ac:chgData name="Prathik, A.K. (Anand Krishnan)" userId="530651e5-3022-4133-8f7a-bf605e28fdd6" providerId="ADAL" clId="{ADA7A2FA-4D5E-4F37-8241-71D0B554FD81}" dt="2026-07-18T12:56:48.220" v="2779" actId="1076"/>
          <ac:spMkLst>
            <pc:docMk/>
            <pc:sldMk cId="3251977979" sldId="398"/>
            <ac:spMk id="7" creationId="{B5B587DE-AA1E-643C-562D-742FFB266184}"/>
          </ac:spMkLst>
        </pc:spChg>
        <pc:spChg chg="mod">
          <ac:chgData name="Prathik, A.K. (Anand Krishnan)" userId="530651e5-3022-4133-8f7a-bf605e28fdd6" providerId="ADAL" clId="{ADA7A2FA-4D5E-4F37-8241-71D0B554FD81}" dt="2026-07-18T12:56:48.220" v="2779" actId="1076"/>
          <ac:spMkLst>
            <pc:docMk/>
            <pc:sldMk cId="3251977979" sldId="398"/>
            <ac:spMk id="9" creationId="{D786F6AD-945A-94D0-83A9-0FB6A6D954E6}"/>
          </ac:spMkLst>
        </pc:spChg>
        <pc:spChg chg="mod">
          <ac:chgData name="Prathik, A.K. (Anand Krishnan)" userId="530651e5-3022-4133-8f7a-bf605e28fdd6" providerId="ADAL" clId="{ADA7A2FA-4D5E-4F37-8241-71D0B554FD81}" dt="2026-07-18T12:56:48.220" v="2779" actId="1076"/>
          <ac:spMkLst>
            <pc:docMk/>
            <pc:sldMk cId="3251977979" sldId="398"/>
            <ac:spMk id="10" creationId="{D8B7C50B-D279-331B-227B-F3FAE9AA00A6}"/>
          </ac:spMkLst>
        </pc:spChg>
        <pc:spChg chg="mod">
          <ac:chgData name="Prathik, A.K. (Anand Krishnan)" userId="530651e5-3022-4133-8f7a-bf605e28fdd6" providerId="ADAL" clId="{ADA7A2FA-4D5E-4F37-8241-71D0B554FD81}" dt="2026-07-18T12:56:48.220" v="2779" actId="1076"/>
          <ac:spMkLst>
            <pc:docMk/>
            <pc:sldMk cId="3251977979" sldId="398"/>
            <ac:spMk id="11" creationId="{A7573432-2B81-149E-F41A-691167BAD66F}"/>
          </ac:spMkLst>
        </pc:spChg>
        <pc:spChg chg="del">
          <ac:chgData name="Prathik, A.K. (Anand Krishnan)" userId="530651e5-3022-4133-8f7a-bf605e28fdd6" providerId="ADAL" clId="{ADA7A2FA-4D5E-4F37-8241-71D0B554FD81}" dt="2026-07-18T12:56:28.440" v="2775" actId="478"/>
          <ac:spMkLst>
            <pc:docMk/>
            <pc:sldMk cId="3251977979" sldId="398"/>
            <ac:spMk id="12" creationId="{F8F80E44-401B-1F91-FD6A-C11BBBB0FAE0}"/>
          </ac:spMkLst>
        </pc:spChg>
        <pc:spChg chg="del">
          <ac:chgData name="Prathik, A.K. (Anand Krishnan)" userId="530651e5-3022-4133-8f7a-bf605e28fdd6" providerId="ADAL" clId="{ADA7A2FA-4D5E-4F37-8241-71D0B554FD81}" dt="2026-07-18T12:56:28.440" v="2775" actId="478"/>
          <ac:spMkLst>
            <pc:docMk/>
            <pc:sldMk cId="3251977979" sldId="398"/>
            <ac:spMk id="13" creationId="{D65F7FF5-1073-6ED1-5264-129E46DE5350}"/>
          </ac:spMkLst>
        </pc:spChg>
        <pc:spChg chg="mod">
          <ac:chgData name="Prathik, A.K. (Anand Krishnan)" userId="530651e5-3022-4133-8f7a-bf605e28fdd6" providerId="ADAL" clId="{ADA7A2FA-4D5E-4F37-8241-71D0B554FD81}" dt="2026-07-18T12:56:42.697" v="2778" actId="1076"/>
          <ac:spMkLst>
            <pc:docMk/>
            <pc:sldMk cId="3251977979" sldId="398"/>
            <ac:spMk id="14" creationId="{4B2222B3-0B00-A8EC-B6B3-125875C32B1B}"/>
          </ac:spMkLst>
        </pc:spChg>
        <pc:spChg chg="mod">
          <ac:chgData name="Prathik, A.K. (Anand Krishnan)" userId="530651e5-3022-4133-8f7a-bf605e28fdd6" providerId="ADAL" clId="{ADA7A2FA-4D5E-4F37-8241-71D0B554FD81}" dt="2026-07-18T13:03:18.774" v="2892" actId="20577"/>
          <ac:spMkLst>
            <pc:docMk/>
            <pc:sldMk cId="3251977979" sldId="398"/>
            <ac:spMk id="15" creationId="{D9E181AB-67AF-E9E1-C3E9-C97F0A8BE1DC}"/>
          </ac:spMkLst>
        </pc:spChg>
        <pc:spChg chg="del">
          <ac:chgData name="Prathik, A.K. (Anand Krishnan)" userId="530651e5-3022-4133-8f7a-bf605e28fdd6" providerId="ADAL" clId="{ADA7A2FA-4D5E-4F37-8241-71D0B554FD81}" dt="2026-07-18T12:56:28.440" v="2775" actId="478"/>
          <ac:spMkLst>
            <pc:docMk/>
            <pc:sldMk cId="3251977979" sldId="398"/>
            <ac:spMk id="16" creationId="{D3204468-44D3-AFC9-BAC9-3005697211ED}"/>
          </ac:spMkLst>
        </pc:spChg>
        <pc:spChg chg="mod">
          <ac:chgData name="Prathik, A.K. (Anand Krishnan)" userId="530651e5-3022-4133-8f7a-bf605e28fdd6" providerId="ADAL" clId="{ADA7A2FA-4D5E-4F37-8241-71D0B554FD81}" dt="2026-07-18T13:03:23.214" v="2898" actId="20577"/>
          <ac:spMkLst>
            <pc:docMk/>
            <pc:sldMk cId="3251977979" sldId="398"/>
            <ac:spMk id="17" creationId="{CDE36C77-2FD1-A25E-65D9-570D3E1DF63F}"/>
          </ac:spMkLst>
        </pc:spChg>
        <pc:spChg chg="del">
          <ac:chgData name="Prathik, A.K. (Anand Krishnan)" userId="530651e5-3022-4133-8f7a-bf605e28fdd6" providerId="ADAL" clId="{ADA7A2FA-4D5E-4F37-8241-71D0B554FD81}" dt="2026-07-18T12:56:28.440" v="2775" actId="478"/>
          <ac:spMkLst>
            <pc:docMk/>
            <pc:sldMk cId="3251977979" sldId="398"/>
            <ac:spMk id="18" creationId="{9EDBA318-6A82-9674-7977-C404E4E04EB2}"/>
          </ac:spMkLst>
        </pc:spChg>
        <pc:spChg chg="del">
          <ac:chgData name="Prathik, A.K. (Anand Krishnan)" userId="530651e5-3022-4133-8f7a-bf605e28fdd6" providerId="ADAL" clId="{ADA7A2FA-4D5E-4F37-8241-71D0B554FD81}" dt="2026-07-18T12:56:28.440" v="2775" actId="478"/>
          <ac:spMkLst>
            <pc:docMk/>
            <pc:sldMk cId="3251977979" sldId="398"/>
            <ac:spMk id="19" creationId="{7FD33AF9-83A6-DE51-D84B-3FC48053FC53}"/>
          </ac:spMkLst>
        </pc:spChg>
        <pc:spChg chg="del">
          <ac:chgData name="Prathik, A.K. (Anand Krishnan)" userId="530651e5-3022-4133-8f7a-bf605e28fdd6" providerId="ADAL" clId="{ADA7A2FA-4D5E-4F37-8241-71D0B554FD81}" dt="2026-07-18T12:56:28.440" v="2775" actId="478"/>
          <ac:spMkLst>
            <pc:docMk/>
            <pc:sldMk cId="3251977979" sldId="398"/>
            <ac:spMk id="20" creationId="{AC0CA5C5-57F4-D1C9-4E4C-4B474193BB8A}"/>
          </ac:spMkLst>
        </pc:spChg>
        <pc:spChg chg="mod">
          <ac:chgData name="Prathik, A.K. (Anand Krishnan)" userId="530651e5-3022-4133-8f7a-bf605e28fdd6" providerId="ADAL" clId="{ADA7A2FA-4D5E-4F37-8241-71D0B554FD81}" dt="2026-07-18T12:56:42.697" v="2778" actId="1076"/>
          <ac:spMkLst>
            <pc:docMk/>
            <pc:sldMk cId="3251977979" sldId="398"/>
            <ac:spMk id="25" creationId="{F5F995A9-2748-98E3-9281-610957BF5D6F}"/>
          </ac:spMkLst>
        </pc:spChg>
        <pc:spChg chg="mod">
          <ac:chgData name="Prathik, A.K. (Anand Krishnan)" userId="530651e5-3022-4133-8f7a-bf605e28fdd6" providerId="ADAL" clId="{ADA7A2FA-4D5E-4F37-8241-71D0B554FD81}" dt="2026-07-18T12:56:42.697" v="2778" actId="1076"/>
          <ac:spMkLst>
            <pc:docMk/>
            <pc:sldMk cId="3251977979" sldId="398"/>
            <ac:spMk id="26" creationId="{CBE2A47D-5D74-8EA1-31FC-6A8D6B48EAFA}"/>
          </ac:spMkLst>
        </pc:spChg>
        <pc:spChg chg="mod">
          <ac:chgData name="Prathik, A.K. (Anand Krishnan)" userId="530651e5-3022-4133-8f7a-bf605e28fdd6" providerId="ADAL" clId="{ADA7A2FA-4D5E-4F37-8241-71D0B554FD81}" dt="2026-07-18T12:56:42.697" v="2778" actId="1076"/>
          <ac:spMkLst>
            <pc:docMk/>
            <pc:sldMk cId="3251977979" sldId="398"/>
            <ac:spMk id="27" creationId="{CEF45521-253F-EB9C-A694-92618E70A450}"/>
          </ac:spMkLst>
        </pc:spChg>
        <pc:spChg chg="mod">
          <ac:chgData name="Prathik, A.K. (Anand Krishnan)" userId="530651e5-3022-4133-8f7a-bf605e28fdd6" providerId="ADAL" clId="{ADA7A2FA-4D5E-4F37-8241-71D0B554FD81}" dt="2026-07-18T12:56:42.697" v="2778" actId="1076"/>
          <ac:spMkLst>
            <pc:docMk/>
            <pc:sldMk cId="3251977979" sldId="398"/>
            <ac:spMk id="28" creationId="{0460209F-90CE-D9A5-E826-23E6FE8A9DCA}"/>
          </ac:spMkLst>
        </pc:spChg>
        <pc:spChg chg="mod">
          <ac:chgData name="Prathik, A.K. (Anand Krishnan)" userId="530651e5-3022-4133-8f7a-bf605e28fdd6" providerId="ADAL" clId="{ADA7A2FA-4D5E-4F37-8241-71D0B554FD81}" dt="2026-07-18T13:03:53.322" v="2912" actId="33524"/>
          <ac:spMkLst>
            <pc:docMk/>
            <pc:sldMk cId="3251977979" sldId="398"/>
            <ac:spMk id="35" creationId="{B10535EA-6B7F-0DD3-64DE-4DB3968A8090}"/>
          </ac:spMkLst>
        </pc:spChg>
        <pc:spChg chg="del">
          <ac:chgData name="Prathik, A.K. (Anand Krishnan)" userId="530651e5-3022-4133-8f7a-bf605e28fdd6" providerId="ADAL" clId="{ADA7A2FA-4D5E-4F37-8241-71D0B554FD81}" dt="2026-07-18T12:56:28.440" v="2775" actId="478"/>
          <ac:spMkLst>
            <pc:docMk/>
            <pc:sldMk cId="3251977979" sldId="398"/>
            <ac:spMk id="36" creationId="{7C52F3F9-EA08-F99E-6541-2E094E472555}"/>
          </ac:spMkLst>
        </pc:spChg>
        <pc:spChg chg="del">
          <ac:chgData name="Prathik, A.K. (Anand Krishnan)" userId="530651e5-3022-4133-8f7a-bf605e28fdd6" providerId="ADAL" clId="{ADA7A2FA-4D5E-4F37-8241-71D0B554FD81}" dt="2026-07-18T12:56:28.440" v="2775" actId="478"/>
          <ac:spMkLst>
            <pc:docMk/>
            <pc:sldMk cId="3251977979" sldId="398"/>
            <ac:spMk id="37" creationId="{28AF7D78-D261-D07A-DF23-439EED75E325}"/>
          </ac:spMkLst>
        </pc:spChg>
        <pc:spChg chg="mod">
          <ac:chgData name="Prathik, A.K. (Anand Krishnan)" userId="530651e5-3022-4133-8f7a-bf605e28fdd6" providerId="ADAL" clId="{ADA7A2FA-4D5E-4F37-8241-71D0B554FD81}" dt="2026-07-18T12:56:42.697" v="2778" actId="1076"/>
          <ac:spMkLst>
            <pc:docMk/>
            <pc:sldMk cId="3251977979" sldId="398"/>
            <ac:spMk id="39" creationId="{31325789-3FE6-C5C2-9D07-0CB1AD042F2A}"/>
          </ac:spMkLst>
        </pc:spChg>
      </pc:sldChg>
      <pc:sldChg chg="add del">
        <pc:chgData name="Prathik, A.K. (Anand Krishnan)" userId="530651e5-3022-4133-8f7a-bf605e28fdd6" providerId="ADAL" clId="{ADA7A2FA-4D5E-4F37-8241-71D0B554FD81}" dt="2026-07-18T13:10:34.482" v="3022" actId="47"/>
        <pc:sldMkLst>
          <pc:docMk/>
          <pc:sldMk cId="672253244" sldId="399"/>
        </pc:sldMkLst>
      </pc:sldChg>
      <pc:sldChg chg="modSp add mod">
        <pc:chgData name="Prathik, A.K. (Anand Krishnan)" userId="530651e5-3022-4133-8f7a-bf605e28fdd6" providerId="ADAL" clId="{ADA7A2FA-4D5E-4F37-8241-71D0B554FD81}" dt="2026-07-18T13:13:39.120" v="3088"/>
        <pc:sldMkLst>
          <pc:docMk/>
          <pc:sldMk cId="1423395355" sldId="400"/>
        </pc:sldMkLst>
        <pc:spChg chg="mod">
          <ac:chgData name="Prathik, A.K. (Anand Krishnan)" userId="530651e5-3022-4133-8f7a-bf605e28fdd6" providerId="ADAL" clId="{ADA7A2FA-4D5E-4F37-8241-71D0B554FD81}" dt="2026-07-18T13:13:39.120" v="3088"/>
          <ac:spMkLst>
            <pc:docMk/>
            <pc:sldMk cId="1423395355" sldId="400"/>
            <ac:spMk id="11" creationId="{6D530476-A476-DFA5-2413-75228F20A6EB}"/>
          </ac:spMkLst>
        </pc:spChg>
        <pc:spChg chg="mod">
          <ac:chgData name="Prathik, A.K. (Anand Krishnan)" userId="530651e5-3022-4133-8f7a-bf605e28fdd6" providerId="ADAL" clId="{ADA7A2FA-4D5E-4F37-8241-71D0B554FD81}" dt="2026-07-18T13:09:35.517" v="3000" actId="1076"/>
          <ac:spMkLst>
            <pc:docMk/>
            <pc:sldMk cId="1423395355" sldId="400"/>
            <ac:spMk id="19" creationId="{62CFFCB7-63EF-8F08-A7F7-C417B75D26EC}"/>
          </ac:spMkLst>
        </pc:spChg>
        <pc:spChg chg="mod">
          <ac:chgData name="Prathik, A.K. (Anand Krishnan)" userId="530651e5-3022-4133-8f7a-bf605e28fdd6" providerId="ADAL" clId="{ADA7A2FA-4D5E-4F37-8241-71D0B554FD81}" dt="2026-07-18T13:09:35.517" v="3000" actId="1076"/>
          <ac:spMkLst>
            <pc:docMk/>
            <pc:sldMk cId="1423395355" sldId="400"/>
            <ac:spMk id="20" creationId="{9959943D-16F8-FD7E-D3A1-3F6B0F4D3AEF}"/>
          </ac:spMkLst>
        </pc:spChg>
        <pc:spChg chg="mod">
          <ac:chgData name="Prathik, A.K. (Anand Krishnan)" userId="530651e5-3022-4133-8f7a-bf605e28fdd6" providerId="ADAL" clId="{ADA7A2FA-4D5E-4F37-8241-71D0B554FD81}" dt="2026-07-18T13:09:35.517" v="3000" actId="1076"/>
          <ac:spMkLst>
            <pc:docMk/>
            <pc:sldMk cId="1423395355" sldId="400"/>
            <ac:spMk id="21" creationId="{05D051C7-8847-0726-C20F-5ADB629AAEAA}"/>
          </ac:spMkLst>
        </pc:spChg>
        <pc:spChg chg="mod">
          <ac:chgData name="Prathik, A.K. (Anand Krishnan)" userId="530651e5-3022-4133-8f7a-bf605e28fdd6" providerId="ADAL" clId="{ADA7A2FA-4D5E-4F37-8241-71D0B554FD81}" dt="2026-07-18T13:09:35.517" v="3000" actId="1076"/>
          <ac:spMkLst>
            <pc:docMk/>
            <pc:sldMk cId="1423395355" sldId="400"/>
            <ac:spMk id="22" creationId="{7ED56A24-5C82-81D6-C986-ED54275CD59A}"/>
          </ac:spMkLst>
        </pc:spChg>
        <pc:spChg chg="mod">
          <ac:chgData name="Prathik, A.K. (Anand Krishnan)" userId="530651e5-3022-4133-8f7a-bf605e28fdd6" providerId="ADAL" clId="{ADA7A2FA-4D5E-4F37-8241-71D0B554FD81}" dt="2026-07-18T13:09:35.517" v="3000" actId="1076"/>
          <ac:spMkLst>
            <pc:docMk/>
            <pc:sldMk cId="1423395355" sldId="400"/>
            <ac:spMk id="23" creationId="{B73F94EA-7E9E-F17E-D0FB-91FED87BE7AF}"/>
          </ac:spMkLst>
        </pc:spChg>
        <pc:spChg chg="mod">
          <ac:chgData name="Prathik, A.K. (Anand Krishnan)" userId="530651e5-3022-4133-8f7a-bf605e28fdd6" providerId="ADAL" clId="{ADA7A2FA-4D5E-4F37-8241-71D0B554FD81}" dt="2026-07-18T13:09:35.517" v="3000" actId="1076"/>
          <ac:spMkLst>
            <pc:docMk/>
            <pc:sldMk cId="1423395355" sldId="400"/>
            <ac:spMk id="24" creationId="{68F7883A-9BFA-127B-333C-3204547EBF69}"/>
          </ac:spMkLst>
        </pc:spChg>
        <pc:spChg chg="mod">
          <ac:chgData name="Prathik, A.K. (Anand Krishnan)" userId="530651e5-3022-4133-8f7a-bf605e28fdd6" providerId="ADAL" clId="{ADA7A2FA-4D5E-4F37-8241-71D0B554FD81}" dt="2026-07-18T13:09:35.517" v="3000" actId="1076"/>
          <ac:spMkLst>
            <pc:docMk/>
            <pc:sldMk cId="1423395355" sldId="400"/>
            <ac:spMk id="26" creationId="{7306C36F-F733-0E41-565C-FF5133938840}"/>
          </ac:spMkLst>
        </pc:spChg>
        <pc:spChg chg="mod">
          <ac:chgData name="Prathik, A.K. (Anand Krishnan)" userId="530651e5-3022-4133-8f7a-bf605e28fdd6" providerId="ADAL" clId="{ADA7A2FA-4D5E-4F37-8241-71D0B554FD81}" dt="2026-07-18T13:12:05.283" v="3070" actId="20577"/>
          <ac:spMkLst>
            <pc:docMk/>
            <pc:sldMk cId="1423395355" sldId="400"/>
            <ac:spMk id="27" creationId="{3AE356A7-EACB-10E4-307E-8BB1FC4AC6AB}"/>
          </ac:spMkLst>
        </pc:spChg>
      </pc:sldChg>
      <pc:sldChg chg="addSp delSp modSp add mod">
        <pc:chgData name="Prathik, A.K. (Anand Krishnan)" userId="530651e5-3022-4133-8f7a-bf605e28fdd6" providerId="ADAL" clId="{ADA7A2FA-4D5E-4F37-8241-71D0B554FD81}" dt="2026-07-18T13:16:23.902" v="3112" actId="1036"/>
        <pc:sldMkLst>
          <pc:docMk/>
          <pc:sldMk cId="3645299884" sldId="401"/>
        </pc:sldMkLst>
        <pc:spChg chg="add mod">
          <ac:chgData name="Prathik, A.K. (Anand Krishnan)" userId="530651e5-3022-4133-8f7a-bf605e28fdd6" providerId="ADAL" clId="{ADA7A2FA-4D5E-4F37-8241-71D0B554FD81}" dt="2026-07-18T13:06:14.098" v="2956"/>
          <ac:spMkLst>
            <pc:docMk/>
            <pc:sldMk cId="3645299884" sldId="401"/>
            <ac:spMk id="2" creationId="{DACCBE34-0379-C88A-6D9B-0812B328BE95}"/>
          </ac:spMkLst>
        </pc:spChg>
        <pc:spChg chg="add mod">
          <ac:chgData name="Prathik, A.K. (Anand Krishnan)" userId="530651e5-3022-4133-8f7a-bf605e28fdd6" providerId="ADAL" clId="{ADA7A2FA-4D5E-4F37-8241-71D0B554FD81}" dt="2026-07-18T13:06:14.098" v="2956"/>
          <ac:spMkLst>
            <pc:docMk/>
            <pc:sldMk cId="3645299884" sldId="401"/>
            <ac:spMk id="3" creationId="{D8E9E007-97A7-D09A-5763-6223E7775652}"/>
          </ac:spMkLst>
        </pc:spChg>
        <pc:spChg chg="add mod">
          <ac:chgData name="Prathik, A.K. (Anand Krishnan)" userId="530651e5-3022-4133-8f7a-bf605e28fdd6" providerId="ADAL" clId="{ADA7A2FA-4D5E-4F37-8241-71D0B554FD81}" dt="2026-07-18T13:06:14.098" v="2956"/>
          <ac:spMkLst>
            <pc:docMk/>
            <pc:sldMk cId="3645299884" sldId="401"/>
            <ac:spMk id="4" creationId="{3765DFEB-3A95-296B-2A16-88FFD06ED84B}"/>
          </ac:spMkLst>
        </pc:spChg>
        <pc:spChg chg="add mod">
          <ac:chgData name="Prathik, A.K. (Anand Krishnan)" userId="530651e5-3022-4133-8f7a-bf605e28fdd6" providerId="ADAL" clId="{ADA7A2FA-4D5E-4F37-8241-71D0B554FD81}" dt="2026-07-18T13:06:14.098" v="2956"/>
          <ac:spMkLst>
            <pc:docMk/>
            <pc:sldMk cId="3645299884" sldId="401"/>
            <ac:spMk id="5" creationId="{DC39C12F-A22C-7C0D-0F76-1D7A55DA205F}"/>
          </ac:spMkLst>
        </pc:spChg>
        <pc:spChg chg="add mod">
          <ac:chgData name="Prathik, A.K. (Anand Krishnan)" userId="530651e5-3022-4133-8f7a-bf605e28fdd6" providerId="ADAL" clId="{ADA7A2FA-4D5E-4F37-8241-71D0B554FD81}" dt="2026-07-18T13:06:14.098" v="2956"/>
          <ac:spMkLst>
            <pc:docMk/>
            <pc:sldMk cId="3645299884" sldId="401"/>
            <ac:spMk id="6" creationId="{FF416B03-3E6F-CDE2-1A2F-3708A005EB47}"/>
          </ac:spMkLst>
        </pc:spChg>
        <pc:spChg chg="add mod">
          <ac:chgData name="Prathik, A.K. (Anand Krishnan)" userId="530651e5-3022-4133-8f7a-bf605e28fdd6" providerId="ADAL" clId="{ADA7A2FA-4D5E-4F37-8241-71D0B554FD81}" dt="2026-07-18T13:06:14.098" v="2956"/>
          <ac:spMkLst>
            <pc:docMk/>
            <pc:sldMk cId="3645299884" sldId="401"/>
            <ac:spMk id="7" creationId="{D2AC5398-0278-4990-1332-07F423ADA7E4}"/>
          </ac:spMkLst>
        </pc:spChg>
        <pc:spChg chg="add mod">
          <ac:chgData name="Prathik, A.K. (Anand Krishnan)" userId="530651e5-3022-4133-8f7a-bf605e28fdd6" providerId="ADAL" clId="{ADA7A2FA-4D5E-4F37-8241-71D0B554FD81}" dt="2026-07-18T13:06:14.098" v="2956"/>
          <ac:spMkLst>
            <pc:docMk/>
            <pc:sldMk cId="3645299884" sldId="401"/>
            <ac:spMk id="8" creationId="{65E5CDAD-B459-CB9F-D8FA-B8FCE33AB888}"/>
          </ac:spMkLst>
        </pc:spChg>
        <pc:spChg chg="add mod">
          <ac:chgData name="Prathik, A.K. (Anand Krishnan)" userId="530651e5-3022-4133-8f7a-bf605e28fdd6" providerId="ADAL" clId="{ADA7A2FA-4D5E-4F37-8241-71D0B554FD81}" dt="2026-07-18T13:09:57.602" v="3004" actId="1076"/>
          <ac:spMkLst>
            <pc:docMk/>
            <pc:sldMk cId="3645299884" sldId="401"/>
            <ac:spMk id="9" creationId="{C227AF40-B59E-4DC6-9201-9D63807396A6}"/>
          </ac:spMkLst>
        </pc:spChg>
        <pc:spChg chg="add mod">
          <ac:chgData name="Prathik, A.K. (Anand Krishnan)" userId="530651e5-3022-4133-8f7a-bf605e28fdd6" providerId="ADAL" clId="{ADA7A2FA-4D5E-4F37-8241-71D0B554FD81}" dt="2026-07-18T13:16:11.747" v="3104" actId="14100"/>
          <ac:spMkLst>
            <pc:docMk/>
            <pc:sldMk cId="3645299884" sldId="401"/>
            <ac:spMk id="10" creationId="{08E1151E-5601-1AF4-F631-0D5CCF297AA5}"/>
          </ac:spMkLst>
        </pc:spChg>
        <pc:spChg chg="mod">
          <ac:chgData name="Prathik, A.K. (Anand Krishnan)" userId="530651e5-3022-4133-8f7a-bf605e28fdd6" providerId="ADAL" clId="{ADA7A2FA-4D5E-4F37-8241-71D0B554FD81}" dt="2026-07-18T13:13:45.385" v="3089"/>
          <ac:spMkLst>
            <pc:docMk/>
            <pc:sldMk cId="3645299884" sldId="401"/>
            <ac:spMk id="11" creationId="{8A9A3B78-F0AC-76C2-E064-DC2EECA0078A}"/>
          </ac:spMkLst>
        </pc:spChg>
        <pc:spChg chg="add del mod">
          <ac:chgData name="Prathik, A.K. (Anand Krishnan)" userId="530651e5-3022-4133-8f7a-bf605e28fdd6" providerId="ADAL" clId="{ADA7A2FA-4D5E-4F37-8241-71D0B554FD81}" dt="2026-07-18T13:06:25.797" v="2961" actId="478"/>
          <ac:spMkLst>
            <pc:docMk/>
            <pc:sldMk cId="3645299884" sldId="401"/>
            <ac:spMk id="12" creationId="{4774C81E-D167-9F1B-6D76-D3F300C9D0CF}"/>
          </ac:spMkLst>
        </pc:spChg>
        <pc:spChg chg="add mod">
          <ac:chgData name="Prathik, A.K. (Anand Krishnan)" userId="530651e5-3022-4133-8f7a-bf605e28fdd6" providerId="ADAL" clId="{ADA7A2FA-4D5E-4F37-8241-71D0B554FD81}" dt="2026-07-18T13:09:57.602" v="3004" actId="1076"/>
          <ac:spMkLst>
            <pc:docMk/>
            <pc:sldMk cId="3645299884" sldId="401"/>
            <ac:spMk id="13" creationId="{9B1815C0-F261-66C5-B6E7-CFBA1C4F89ED}"/>
          </ac:spMkLst>
        </pc:spChg>
        <pc:spChg chg="add mod">
          <ac:chgData name="Prathik, A.K. (Anand Krishnan)" userId="530651e5-3022-4133-8f7a-bf605e28fdd6" providerId="ADAL" clId="{ADA7A2FA-4D5E-4F37-8241-71D0B554FD81}" dt="2026-07-18T13:09:57.602" v="3004" actId="1076"/>
          <ac:spMkLst>
            <pc:docMk/>
            <pc:sldMk cId="3645299884" sldId="401"/>
            <ac:spMk id="14" creationId="{2FC9533D-0FF4-D08B-AC14-865A43403342}"/>
          </ac:spMkLst>
        </pc:spChg>
        <pc:spChg chg="del">
          <ac:chgData name="Prathik, A.K. (Anand Krishnan)" userId="530651e5-3022-4133-8f7a-bf605e28fdd6" providerId="ADAL" clId="{ADA7A2FA-4D5E-4F37-8241-71D0B554FD81}" dt="2026-07-18T13:09:51.427" v="3003" actId="478"/>
          <ac:spMkLst>
            <pc:docMk/>
            <pc:sldMk cId="3645299884" sldId="401"/>
            <ac:spMk id="15" creationId="{DEF5A4C7-1D26-F3C7-5A79-908139540B59}"/>
          </ac:spMkLst>
        </pc:spChg>
        <pc:spChg chg="add mod">
          <ac:chgData name="Prathik, A.K. (Anand Krishnan)" userId="530651e5-3022-4133-8f7a-bf605e28fdd6" providerId="ADAL" clId="{ADA7A2FA-4D5E-4F37-8241-71D0B554FD81}" dt="2026-07-18T13:09:57.602" v="3004" actId="1076"/>
          <ac:spMkLst>
            <pc:docMk/>
            <pc:sldMk cId="3645299884" sldId="401"/>
            <ac:spMk id="16" creationId="{41B21C83-5EFF-5375-C62B-DC9000FE5E4F}"/>
          </ac:spMkLst>
        </pc:spChg>
        <pc:spChg chg="del">
          <ac:chgData name="Prathik, A.K. (Anand Krishnan)" userId="530651e5-3022-4133-8f7a-bf605e28fdd6" providerId="ADAL" clId="{ADA7A2FA-4D5E-4F37-8241-71D0B554FD81}" dt="2026-07-18T13:09:50.190" v="3002" actId="478"/>
          <ac:spMkLst>
            <pc:docMk/>
            <pc:sldMk cId="3645299884" sldId="401"/>
            <ac:spMk id="17" creationId="{79C83AF1-7BD3-D218-B6CA-8427B247EA42}"/>
          </ac:spMkLst>
        </pc:spChg>
        <pc:spChg chg="add mod">
          <ac:chgData name="Prathik, A.K. (Anand Krishnan)" userId="530651e5-3022-4133-8f7a-bf605e28fdd6" providerId="ADAL" clId="{ADA7A2FA-4D5E-4F37-8241-71D0B554FD81}" dt="2026-07-18T13:09:57.602" v="3004" actId="1076"/>
          <ac:spMkLst>
            <pc:docMk/>
            <pc:sldMk cId="3645299884" sldId="401"/>
            <ac:spMk id="18" creationId="{73D0AFEF-52DC-88F7-C376-8946655B7640}"/>
          </ac:spMkLst>
        </pc:spChg>
        <pc:spChg chg="del">
          <ac:chgData name="Prathik, A.K. (Anand Krishnan)" userId="530651e5-3022-4133-8f7a-bf605e28fdd6" providerId="ADAL" clId="{ADA7A2FA-4D5E-4F37-8241-71D0B554FD81}" dt="2026-07-18T13:06:16.263" v="2957" actId="478"/>
          <ac:spMkLst>
            <pc:docMk/>
            <pc:sldMk cId="3645299884" sldId="401"/>
            <ac:spMk id="19" creationId="{6594E73A-4E30-25FA-7DDD-1FDCDDA50281}"/>
          </ac:spMkLst>
        </pc:spChg>
        <pc:spChg chg="del">
          <ac:chgData name="Prathik, A.K. (Anand Krishnan)" userId="530651e5-3022-4133-8f7a-bf605e28fdd6" providerId="ADAL" clId="{ADA7A2FA-4D5E-4F37-8241-71D0B554FD81}" dt="2026-07-18T13:06:16.263" v="2957" actId="478"/>
          <ac:spMkLst>
            <pc:docMk/>
            <pc:sldMk cId="3645299884" sldId="401"/>
            <ac:spMk id="20" creationId="{5FE6EFF3-4CE9-0CA6-055B-CBDAFC8A6232}"/>
          </ac:spMkLst>
        </pc:spChg>
        <pc:spChg chg="del">
          <ac:chgData name="Prathik, A.K. (Anand Krishnan)" userId="530651e5-3022-4133-8f7a-bf605e28fdd6" providerId="ADAL" clId="{ADA7A2FA-4D5E-4F37-8241-71D0B554FD81}" dt="2026-07-18T13:06:16.263" v="2957" actId="478"/>
          <ac:spMkLst>
            <pc:docMk/>
            <pc:sldMk cId="3645299884" sldId="401"/>
            <ac:spMk id="21" creationId="{02D96B73-9B8E-A267-5615-EF0EF278068F}"/>
          </ac:spMkLst>
        </pc:spChg>
        <pc:spChg chg="del">
          <ac:chgData name="Prathik, A.K. (Anand Krishnan)" userId="530651e5-3022-4133-8f7a-bf605e28fdd6" providerId="ADAL" clId="{ADA7A2FA-4D5E-4F37-8241-71D0B554FD81}" dt="2026-07-18T13:06:16.263" v="2957" actId="478"/>
          <ac:spMkLst>
            <pc:docMk/>
            <pc:sldMk cId="3645299884" sldId="401"/>
            <ac:spMk id="22" creationId="{2DC04D84-F094-48A0-0C2E-4EAFCC8348BE}"/>
          </ac:spMkLst>
        </pc:spChg>
        <pc:spChg chg="del">
          <ac:chgData name="Prathik, A.K. (Anand Krishnan)" userId="530651e5-3022-4133-8f7a-bf605e28fdd6" providerId="ADAL" clId="{ADA7A2FA-4D5E-4F37-8241-71D0B554FD81}" dt="2026-07-18T13:06:16.263" v="2957" actId="478"/>
          <ac:spMkLst>
            <pc:docMk/>
            <pc:sldMk cId="3645299884" sldId="401"/>
            <ac:spMk id="23" creationId="{37FF8EF0-7008-7065-B9C9-7EDF50834221}"/>
          </ac:spMkLst>
        </pc:spChg>
        <pc:spChg chg="del">
          <ac:chgData name="Prathik, A.K. (Anand Krishnan)" userId="530651e5-3022-4133-8f7a-bf605e28fdd6" providerId="ADAL" clId="{ADA7A2FA-4D5E-4F37-8241-71D0B554FD81}" dt="2026-07-18T13:06:16.263" v="2957" actId="478"/>
          <ac:spMkLst>
            <pc:docMk/>
            <pc:sldMk cId="3645299884" sldId="401"/>
            <ac:spMk id="24" creationId="{C4A81D58-A311-2428-5073-0B8FE4A812BA}"/>
          </ac:spMkLst>
        </pc:spChg>
        <pc:spChg chg="add mod">
          <ac:chgData name="Prathik, A.K. (Anand Krishnan)" userId="530651e5-3022-4133-8f7a-bf605e28fdd6" providerId="ADAL" clId="{ADA7A2FA-4D5E-4F37-8241-71D0B554FD81}" dt="2026-07-18T13:16:23.902" v="3112" actId="1036"/>
          <ac:spMkLst>
            <pc:docMk/>
            <pc:sldMk cId="3645299884" sldId="401"/>
            <ac:spMk id="25" creationId="{64054E24-475D-FFAC-926E-D156B66E778A}"/>
          </ac:spMkLst>
        </pc:spChg>
        <pc:spChg chg="del">
          <ac:chgData name="Prathik, A.K. (Anand Krishnan)" userId="530651e5-3022-4133-8f7a-bf605e28fdd6" providerId="ADAL" clId="{ADA7A2FA-4D5E-4F37-8241-71D0B554FD81}" dt="2026-07-18T13:06:16.263" v="2957" actId="478"/>
          <ac:spMkLst>
            <pc:docMk/>
            <pc:sldMk cId="3645299884" sldId="401"/>
            <ac:spMk id="26" creationId="{2366162D-654D-5F1B-0E17-CE47187BDEE6}"/>
          </ac:spMkLst>
        </pc:spChg>
        <pc:spChg chg="mod">
          <ac:chgData name="Prathik, A.K. (Anand Krishnan)" userId="530651e5-3022-4133-8f7a-bf605e28fdd6" providerId="ADAL" clId="{ADA7A2FA-4D5E-4F37-8241-71D0B554FD81}" dt="2026-07-18T13:14:57.473" v="3103" actId="1035"/>
          <ac:spMkLst>
            <pc:docMk/>
            <pc:sldMk cId="3645299884" sldId="401"/>
            <ac:spMk id="27" creationId="{F23EA95C-360A-0D0B-5C27-BF632774765F}"/>
          </ac:spMkLst>
        </pc:spChg>
        <pc:spChg chg="add mod">
          <ac:chgData name="Prathik, A.K. (Anand Krishnan)" userId="530651e5-3022-4133-8f7a-bf605e28fdd6" providerId="ADAL" clId="{ADA7A2FA-4D5E-4F37-8241-71D0B554FD81}" dt="2026-07-18T13:10:09.235" v="3005"/>
          <ac:spMkLst>
            <pc:docMk/>
            <pc:sldMk cId="3645299884" sldId="401"/>
            <ac:spMk id="28" creationId="{425A9CC5-B847-EE8A-E484-EB4DBFFF0C0C}"/>
          </ac:spMkLst>
        </pc:spChg>
        <pc:spChg chg="add mod">
          <ac:chgData name="Prathik, A.K. (Anand Krishnan)" userId="530651e5-3022-4133-8f7a-bf605e28fdd6" providerId="ADAL" clId="{ADA7A2FA-4D5E-4F37-8241-71D0B554FD81}" dt="2026-07-18T13:14:53.914" v="3096" actId="1036"/>
          <ac:spMkLst>
            <pc:docMk/>
            <pc:sldMk cId="3645299884" sldId="401"/>
            <ac:spMk id="29" creationId="{079455CA-5814-017E-F0C4-42BCC0C464B5}"/>
          </ac:spMkLst>
        </pc:spChg>
        <pc:spChg chg="add mod">
          <ac:chgData name="Prathik, A.K. (Anand Krishnan)" userId="530651e5-3022-4133-8f7a-bf605e28fdd6" providerId="ADAL" clId="{ADA7A2FA-4D5E-4F37-8241-71D0B554FD81}" dt="2026-07-18T13:16:13.746" v="3105" actId="14100"/>
          <ac:spMkLst>
            <pc:docMk/>
            <pc:sldMk cId="3645299884" sldId="401"/>
            <ac:spMk id="30" creationId="{71A98A27-7CCA-E92C-B2A9-FB5B0BF59717}"/>
          </ac:spMkLst>
        </pc:spChg>
        <pc:spChg chg="add mod">
          <ac:chgData name="Prathik, A.K. (Anand Krishnan)" userId="530651e5-3022-4133-8f7a-bf605e28fdd6" providerId="ADAL" clId="{ADA7A2FA-4D5E-4F37-8241-71D0B554FD81}" dt="2026-07-18T13:14:53.914" v="3096" actId="1036"/>
          <ac:spMkLst>
            <pc:docMk/>
            <pc:sldMk cId="3645299884" sldId="401"/>
            <ac:spMk id="31" creationId="{FB5694EB-F19C-E3F4-7B84-A37DE294016B}"/>
          </ac:spMkLst>
        </pc:spChg>
        <pc:spChg chg="add mod">
          <ac:chgData name="Prathik, A.K. (Anand Krishnan)" userId="530651e5-3022-4133-8f7a-bf605e28fdd6" providerId="ADAL" clId="{ADA7A2FA-4D5E-4F37-8241-71D0B554FD81}" dt="2026-07-18T13:14:53.914" v="3096" actId="1036"/>
          <ac:spMkLst>
            <pc:docMk/>
            <pc:sldMk cId="3645299884" sldId="401"/>
            <ac:spMk id="32" creationId="{D503E535-B3BB-49AF-0BBB-98B53F26ECC8}"/>
          </ac:spMkLst>
        </pc:spChg>
        <pc:spChg chg="add mod">
          <ac:chgData name="Prathik, A.K. (Anand Krishnan)" userId="530651e5-3022-4133-8f7a-bf605e28fdd6" providerId="ADAL" clId="{ADA7A2FA-4D5E-4F37-8241-71D0B554FD81}" dt="2026-07-18T13:14:53.914" v="3096" actId="1036"/>
          <ac:spMkLst>
            <pc:docMk/>
            <pc:sldMk cId="3645299884" sldId="401"/>
            <ac:spMk id="33" creationId="{B58FE0FB-DD7E-54F9-2913-D5249A3EDFDD}"/>
          </ac:spMkLst>
        </pc:spChg>
        <pc:spChg chg="add mod">
          <ac:chgData name="Prathik, A.K. (Anand Krishnan)" userId="530651e5-3022-4133-8f7a-bf605e28fdd6" providerId="ADAL" clId="{ADA7A2FA-4D5E-4F37-8241-71D0B554FD81}" dt="2026-07-18T13:14:53.914" v="3096" actId="1036"/>
          <ac:spMkLst>
            <pc:docMk/>
            <pc:sldMk cId="3645299884" sldId="401"/>
            <ac:spMk id="34" creationId="{D09F3273-662D-2741-8BF2-3C1DC57B1E80}"/>
          </ac:spMkLst>
        </pc:spChg>
        <pc:spChg chg="add mod">
          <ac:chgData name="Prathik, A.K. (Anand Krishnan)" userId="530651e5-3022-4133-8f7a-bf605e28fdd6" providerId="ADAL" clId="{ADA7A2FA-4D5E-4F37-8241-71D0B554FD81}" dt="2026-07-18T13:16:20.052" v="3109" actId="1036"/>
          <ac:spMkLst>
            <pc:docMk/>
            <pc:sldMk cId="3645299884" sldId="401"/>
            <ac:spMk id="35" creationId="{8A5FFB4B-B1D7-6DBC-15A5-CC96F1EA9663}"/>
          </ac:spMkLst>
        </pc:spChg>
      </pc:sldChg>
      <pc:sldChg chg="modSp add del mod">
        <pc:chgData name="Prathik, A.K. (Anand Krishnan)" userId="530651e5-3022-4133-8f7a-bf605e28fdd6" providerId="ADAL" clId="{ADA7A2FA-4D5E-4F37-8241-71D0B554FD81}" dt="2026-07-18T13:10:28.268" v="3021" actId="47"/>
        <pc:sldMkLst>
          <pc:docMk/>
          <pc:sldMk cId="4256748199" sldId="402"/>
        </pc:sldMkLst>
        <pc:spChg chg="mod">
          <ac:chgData name="Prathik, A.K. (Anand Krishnan)" userId="530651e5-3022-4133-8f7a-bf605e28fdd6" providerId="ADAL" clId="{ADA7A2FA-4D5E-4F37-8241-71D0B554FD81}" dt="2026-07-18T13:07:54.060" v="2977" actId="20577"/>
          <ac:spMkLst>
            <pc:docMk/>
            <pc:sldMk cId="4256748199" sldId="402"/>
            <ac:spMk id="25" creationId="{34C780E7-39DA-85DE-D388-AE3B903DD255}"/>
          </ac:spMkLst>
        </pc:spChg>
        <pc:spChg chg="mod">
          <ac:chgData name="Prathik, A.K. (Anand Krishnan)" userId="530651e5-3022-4133-8f7a-bf605e28fdd6" providerId="ADAL" clId="{ADA7A2FA-4D5E-4F37-8241-71D0B554FD81}" dt="2026-07-18T13:08:15.431" v="2999" actId="20577"/>
          <ac:spMkLst>
            <pc:docMk/>
            <pc:sldMk cId="4256748199" sldId="402"/>
            <ac:spMk id="27" creationId="{516C9127-1E00-2CF1-FA46-5B70D296F6FF}"/>
          </ac:spMkLst>
        </pc:spChg>
      </pc:sldChg>
    </pc:docChg>
  </pc:docChgLst>
</pc:chgInfo>
</file>

<file path=ppt/comments/modernComment_15D_52A0B324.xml><?xml version="1.0" encoding="utf-8"?>
<p188:cmLst xmlns:a="http://schemas.openxmlformats.org/drawingml/2006/main" xmlns:r="http://schemas.openxmlformats.org/officeDocument/2006/relationships" xmlns:p188="http://schemas.microsoft.com/office/powerpoint/2018/8/main">
  <p188:cm id="{3D0D8555-0750-4D77-8BAE-606DE5490BFE}" authorId="{129DFD28-E731-E8D5-7D1E-BFEBD96854E7}" created="2026-07-15T13:12:27.983">
    <pc:sldMkLst xmlns:pc="http://schemas.microsoft.com/office/powerpoint/2013/main/command">
      <pc:docMk/>
      <pc:sldMk cId="1386263332" sldId="349"/>
    </pc:sldMkLst>
    <p188:txBody>
      <a:bodyPr/>
      <a:lstStyle/>
      <a:p>
        <a:r>
          <a:rPr lang="en-GB"/>
          <a:t>Papers to be referenced. [x] : refer them in the last.</a:t>
        </a:r>
      </a:p>
    </p188:txBody>
  </p188:cm>
  <p188:cm id="{468B91E4-EC99-4B81-9CFD-4FF4A7F35954}" authorId="{129DFD28-E731-E8D5-7D1E-BFEBD96854E7}" created="2026-07-15T13:14:40.184">
    <pc:sldMkLst xmlns:pc="http://schemas.microsoft.com/office/powerpoint/2013/main/command">
      <pc:docMk/>
      <pc:sldMk cId="1386263332" sldId="349"/>
    </pc:sldMkLst>
    <p188:txBody>
      <a:bodyPr/>
      <a:lstStyle/>
      <a:p>
        <a:r>
          <a:rPr lang="en-GB"/>
          <a:t>Ex. If you Branches if you have - you will overcapture for an interaction.</a:t>
        </a:r>
      </a:p>
    </p188:txBody>
  </p188:cm>
  <p188:cm id="{C5FDA50A-7128-43F5-9E30-4AC55A8754BE}" authorId="{129DFD28-E731-E8D5-7D1E-BFEBD96854E7}" created="2026-07-15T13:16:41.106">
    <pc:sldMkLst xmlns:pc="http://schemas.microsoft.com/office/powerpoint/2013/main/command">
      <pc:docMk/>
      <pc:sldMk cId="1386263332" sldId="349"/>
    </pc:sldMkLst>
    <p188:txBody>
      <a:bodyPr/>
      <a:lstStyle/>
      <a:p>
        <a:r>
          <a:rPr lang="en-GB"/>
          <a:t>Hybrid : they do not do scenario specifics - they do it on full systems - add references [x]</a:t>
        </a:r>
      </a:p>
    </p188:txBody>
  </p188:cm>
  <p188:cm id="{F2A17774-6D0C-4B2C-B75D-53494AF948F8}" authorId="{129DFD28-E731-E8D5-7D1E-BFEBD96854E7}" created="2026-07-15T13:18:05.135">
    <ac:deMkLst xmlns:ac="http://schemas.microsoft.com/office/drawing/2013/main/command">
      <pc:docMk xmlns:pc="http://schemas.microsoft.com/office/powerpoint/2013/main/command"/>
      <pc:sldMk xmlns:pc="http://schemas.microsoft.com/office/powerpoint/2013/main/command" cId="1386263332" sldId="349"/>
      <ac:spMk id="5" creationId="{3D6F48DD-3E1C-ACE5-C1C5-A45079769380}"/>
    </ac:deMkLst>
    <p188:txBody>
      <a:bodyPr/>
      <a:lstStyle/>
      <a:p>
        <a:r>
          <a:rPr lang="en-GB"/>
          <a:t>Column - static, trace and scenario specific and sysML v2</a:t>
        </a:r>
      </a:p>
    </p188:txBody>
  </p188:cm>
</p188:cmLst>
</file>

<file path=ppt/comments/modernComment_17B_0.xml><?xml version="1.0" encoding="utf-8"?>
<p188:cmLst xmlns:a="http://schemas.openxmlformats.org/drawingml/2006/main" xmlns:r="http://schemas.openxmlformats.org/officeDocument/2006/relationships" xmlns:p188="http://schemas.microsoft.com/office/powerpoint/2018/8/main">
  <p188:cm id="{63D14503-193A-4C3B-AAF0-BD89869C60E8}" authorId="{129DFD28-E731-E8D5-7D1E-BFEBD96854E7}" created="2026-07-15T14:35:27.473">
    <ac:deMkLst xmlns:ac="http://schemas.microsoft.com/office/drawing/2013/main/command">
      <pc:docMk xmlns:pc="http://schemas.microsoft.com/office/powerpoint/2013/main/command"/>
      <pc:sldMk xmlns:pc="http://schemas.microsoft.com/office/powerpoint/2013/main/command" cId="0" sldId="379"/>
      <ac:spMk id="3" creationId="{00000000-0000-0000-0000-000000000000}"/>
    </ac:deMkLst>
    <p188:replyLst>
      <p188:reply id="{0A36C42E-63F2-4BE8-AC89-3B14C6BFF929}" authorId="{129DFD28-E731-E8D5-7D1E-BFEBD96854E7}" created="2026-07-17T13:39:22.968">
        <p188:txBody>
          <a:bodyPr/>
          <a:lstStyle/>
          <a:p>
            <a:r>
              <a:rPr lang="en-GB"/>
              <a:t>Add the test case ref. in the descrption</a:t>
            </a:r>
          </a:p>
        </p188:txBody>
      </p188:reply>
    </p188:replyLst>
    <p188:txBody>
      <a:bodyPr/>
      <a:lstStyle/>
      <a:p>
        <a:r>
          <a:rPr lang="en-GB"/>
          <a:t>Make it less verbose</a:t>
        </a:r>
      </a:p>
    </p188:txBody>
  </p188:cm>
</p188:cmLst>
</file>

<file path=ppt/comments/modernComment_17C_0.xml><?xml version="1.0" encoding="utf-8"?>
<p188:cmLst xmlns:a="http://schemas.openxmlformats.org/drawingml/2006/main" xmlns:r="http://schemas.openxmlformats.org/officeDocument/2006/relationships" xmlns:p188="http://schemas.microsoft.com/office/powerpoint/2018/8/main">
  <p188:cm id="{88AB9407-CD8C-4BE0-8515-DE9D87695BDC}" authorId="{129DFD28-E731-E8D5-7D1E-BFEBD96854E7}" status="resolved" created="2026-07-16T12:52:12.939" complete="100000">
    <ac:deMkLst xmlns:ac="http://schemas.microsoft.com/office/drawing/2013/main/command">
      <pc:docMk xmlns:pc="http://schemas.microsoft.com/office/powerpoint/2013/main/command"/>
      <pc:sldMk xmlns:pc="http://schemas.microsoft.com/office/powerpoint/2013/main/command" cId="0" sldId="380"/>
      <ac:spMk id="3" creationId="{00000000-0000-0000-0000-000000000000}"/>
    </ac:deMkLst>
    <p188:replyLst>
      <p188:reply id="{063589D2-FF22-403D-BCE3-177F1BB9FA9E}" authorId="{129DFD28-E731-E8D5-7D1E-BFEBD96854E7}" created="2026-07-16T12:52:32.397">
        <p188:txBody>
          <a:bodyPr/>
          <a:lstStyle/>
          <a:p>
            <a:r>
              <a:rPr lang="en-GB"/>
              <a:t>Dicuss only 1 scenario</a:t>
            </a:r>
          </a:p>
        </p188:txBody>
      </p188:reply>
    </p188:replyLst>
    <p188:txBody>
      <a:bodyPr/>
      <a:lstStyle/>
      <a:p>
        <a:r>
          <a:rPr lang="en-GB"/>
          <a:t>Ground truth we need to show.</a:t>
        </a:r>
      </a:p>
    </p188:txBody>
  </p188:cm>
  <p188:cm id="{C1D7D6DE-6B1D-4AC0-A385-C7AF135DB49B}" authorId="{129DFD28-E731-E8D5-7D1E-BFEBD96854E7}" created="2026-07-17T14:52:02.534">
    <pc:sldMkLst xmlns:pc="http://schemas.microsoft.com/office/powerpoint/2013/main/command">
      <pc:docMk/>
      <pc:sldMk cId="0" sldId="380"/>
    </pc:sldMkLst>
    <p188:txBody>
      <a:bodyPr/>
      <a:lstStyle/>
      <a:p>
        <a:r>
          <a:rPr lang="en-GB"/>
          <a:t>Actual test cases for each scenario
the artifacts used to calculate Precesion, Recall and ref - H1, H2 and H3
in gitlab</a:t>
        </a:r>
      </a:p>
    </p188:txBody>
  </p188:cm>
</p188:cmLst>
</file>

<file path=ppt/comments/modernComment_165_67511C01.xml><?xml version="1.0" encoding="utf-8"?>
<p188:cmLst xmlns:a="http://schemas.openxmlformats.org/drawingml/2006/main" xmlns:r="http://schemas.openxmlformats.org/officeDocument/2006/relationships" xmlns:p188="http://schemas.microsoft.com/office/powerpoint/2018/8/main">
  <p188:cm id="{EC67BBDF-FE1A-464F-93F8-892BA41299DE}" authorId="{129DFD28-E731-E8D5-7D1E-BFEBD96854E7}" created="2026-07-15T13:11:22.122">
    <pc:sldMkLst xmlns:pc="http://schemas.microsoft.com/office/powerpoint/2013/main/command">
      <pc:docMk/>
      <pc:sldMk cId="1733368833" sldId="357"/>
    </pc:sldMkLst>
    <p188:txBody>
      <a:bodyPr/>
      <a:lstStyle/>
      <a:p>
        <a:r>
          <a:rPr lang="en-GB"/>
          <a:t>Interaction diagrams support human understanding of event driven sys behaviour. Industry - the diagrams are are reverse engineered manually. Which is costly and costly to maintain these diagram: consistent with the implementation.
Current : existent technique to automate the reverse engineering diagrams are static analysis and trace analysis.</a:t>
        </a:r>
      </a:p>
    </p188:txBody>
  </p188:cm>
</p188:cmLst>
</file>

<file path=ppt/comments/modernComment_167_90842B7A.xml><?xml version="1.0" encoding="utf-8"?>
<p188:cmLst xmlns:a="http://schemas.openxmlformats.org/drawingml/2006/main" xmlns:r="http://schemas.openxmlformats.org/officeDocument/2006/relationships" xmlns:p188="http://schemas.microsoft.com/office/powerpoint/2018/8/main">
  <p188:cm id="{525B1B84-9ECE-44F8-BD21-0087BED8E582}" authorId="{129DFD28-E731-E8D5-7D1E-BFEBD96854E7}" created="2026-07-15T13:21:43.855">
    <ac:deMkLst xmlns:ac="http://schemas.microsoft.com/office/drawing/2013/main/command">
      <pc:docMk xmlns:pc="http://schemas.microsoft.com/office/powerpoint/2013/main/command"/>
      <pc:sldMk xmlns:pc="http://schemas.microsoft.com/office/powerpoint/2013/main/command" cId="2424580986" sldId="359"/>
      <ac:spMk id="3" creationId="{72A0D7F7-63C4-ECF7-BA18-3CEC3ABC2D24}"/>
    </ac:deMkLst>
    <p188:txBody>
      <a:bodyPr/>
      <a:lstStyle/>
      <a:p>
        <a:r>
          <a:rPr lang="en-GB"/>
          <a:t>1 slide which have 3 Core Research questions </a:t>
        </a:r>
      </a:p>
    </p188:txBody>
  </p188:cm>
</p188:cmLst>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3C4FF3-511F-4F4E-8CBA-7957CD35A0FA}" type="doc">
      <dgm:prSet loTypeId="urn:microsoft.com/office/officeart/2005/8/layout/vList2" loCatId="list" qsTypeId="urn:microsoft.com/office/officeart/2005/8/quickstyle/simple1" qsCatId="simple" csTypeId="urn:microsoft.com/office/officeart/2005/8/colors/accent4_2" csCatId="accent4"/>
      <dgm:spPr/>
      <dgm:t>
        <a:bodyPr/>
        <a:lstStyle/>
        <a:p>
          <a:endParaRPr lang="en-US"/>
        </a:p>
      </dgm:t>
    </dgm:pt>
    <dgm:pt modelId="{21D771B0-D063-4F97-92EC-A6362D8AB3FA}">
      <dgm:prSet/>
      <dgm:spPr/>
      <dgm:t>
        <a:bodyPr/>
        <a:lstStyle/>
        <a:p>
          <a:r>
            <a:rPr lang="en-IN" dirty="0"/>
            <a:t>RQ1: How does combining static analysis and runtime traces improve accuracy and completeness of scenario-specific interaction model reconstruction? </a:t>
          </a:r>
          <a:endParaRPr lang="en-US" dirty="0"/>
        </a:p>
      </dgm:t>
    </dgm:pt>
    <dgm:pt modelId="{C3AF8761-29D2-4843-882F-0D6B1803A1E1}" type="parTrans" cxnId="{7ED06996-6CAE-4F22-802E-9C5488962F7B}">
      <dgm:prSet/>
      <dgm:spPr/>
      <dgm:t>
        <a:bodyPr/>
        <a:lstStyle/>
        <a:p>
          <a:endParaRPr lang="en-US"/>
        </a:p>
      </dgm:t>
    </dgm:pt>
    <dgm:pt modelId="{D0B0D6A3-AEE9-4B1B-9265-AEB4FFD9D734}" type="sibTrans" cxnId="{7ED06996-6CAE-4F22-802E-9C5488962F7B}">
      <dgm:prSet/>
      <dgm:spPr/>
      <dgm:t>
        <a:bodyPr/>
        <a:lstStyle/>
        <a:p>
          <a:endParaRPr lang="en-US"/>
        </a:p>
      </dgm:t>
    </dgm:pt>
    <dgm:pt modelId="{9214A3F3-BB67-4C6A-9DCC-A9BA12C575DB}">
      <dgm:prSet/>
      <dgm:spPr/>
      <dgm:t>
        <a:bodyPr/>
        <a:lstStyle/>
        <a:p>
          <a:r>
            <a:rPr lang="en-IN"/>
            <a:t>RQ2: </a:t>
          </a:r>
          <a:r>
            <a:rPr lang="en-GB"/>
            <a:t>How does guiding trace collection with the static call graph removes noise without losing scenario coverage</a:t>
          </a:r>
          <a:r>
            <a:rPr lang="en-IN"/>
            <a:t>?</a:t>
          </a:r>
          <a:endParaRPr lang="en-US"/>
        </a:p>
      </dgm:t>
    </dgm:pt>
    <dgm:pt modelId="{E1DA5E7F-8E3E-4350-A8B2-EA31388F36EC}" type="parTrans" cxnId="{FBF462FB-B86E-4833-BDB0-00AC77F6B0A4}">
      <dgm:prSet/>
      <dgm:spPr/>
      <dgm:t>
        <a:bodyPr/>
        <a:lstStyle/>
        <a:p>
          <a:endParaRPr lang="en-US"/>
        </a:p>
      </dgm:t>
    </dgm:pt>
    <dgm:pt modelId="{1C198FDD-B004-4D99-B339-943AC7AAD379}" type="sibTrans" cxnId="{FBF462FB-B86E-4833-BDB0-00AC77F6B0A4}">
      <dgm:prSet/>
      <dgm:spPr/>
      <dgm:t>
        <a:bodyPr/>
        <a:lstStyle/>
        <a:p>
          <a:endParaRPr lang="en-US"/>
        </a:p>
      </dgm:t>
    </dgm:pt>
    <dgm:pt modelId="{6C29C085-CFF0-4C10-B234-D5A256B9F609}">
      <dgm:prSet/>
      <dgm:spPr/>
      <dgm:t>
        <a:bodyPr/>
        <a:lstStyle/>
        <a:p>
          <a:r>
            <a:rPr lang="en-IN" dirty="0"/>
            <a:t>RQ3: </a:t>
          </a:r>
          <a:r>
            <a:rPr lang="en-GB" dirty="0"/>
            <a:t>How well does a reconstructed </a:t>
          </a:r>
          <a:r>
            <a:rPr lang="en-GB" dirty="0" err="1"/>
            <a:t>SysML</a:t>
          </a:r>
          <a:r>
            <a:rPr lang="en-GB" dirty="0"/>
            <a:t> v2 interaction diagram consolidate static and dynamic evidence into a single artifact sufficient for system behaviour comprehension</a:t>
          </a:r>
          <a:r>
            <a:rPr lang="en-IN" dirty="0"/>
            <a:t>?</a:t>
          </a:r>
          <a:endParaRPr lang="en-US" dirty="0"/>
        </a:p>
      </dgm:t>
    </dgm:pt>
    <dgm:pt modelId="{74A916C4-FCC7-4C86-A48C-E6B5C27F2E86}" type="parTrans" cxnId="{59CD6FB3-302D-4CA9-A88E-78C8B6BFCE61}">
      <dgm:prSet/>
      <dgm:spPr/>
      <dgm:t>
        <a:bodyPr/>
        <a:lstStyle/>
        <a:p>
          <a:endParaRPr lang="en-US"/>
        </a:p>
      </dgm:t>
    </dgm:pt>
    <dgm:pt modelId="{5A950125-52CE-4709-AB4A-6FD552E3EC58}" type="sibTrans" cxnId="{59CD6FB3-302D-4CA9-A88E-78C8B6BFCE61}">
      <dgm:prSet/>
      <dgm:spPr/>
      <dgm:t>
        <a:bodyPr/>
        <a:lstStyle/>
        <a:p>
          <a:endParaRPr lang="en-US"/>
        </a:p>
      </dgm:t>
    </dgm:pt>
    <dgm:pt modelId="{BD325CB9-0C5D-43A5-B7DE-B04E9EA8981A}" type="pres">
      <dgm:prSet presAssocID="{253C4FF3-511F-4F4E-8CBA-7957CD35A0FA}" presName="linear" presStyleCnt="0">
        <dgm:presLayoutVars>
          <dgm:animLvl val="lvl"/>
          <dgm:resizeHandles val="exact"/>
        </dgm:presLayoutVars>
      </dgm:prSet>
      <dgm:spPr/>
    </dgm:pt>
    <dgm:pt modelId="{92F5EDA9-998D-4869-B237-6B6D0E109CAC}" type="pres">
      <dgm:prSet presAssocID="{21D771B0-D063-4F97-92EC-A6362D8AB3FA}" presName="parentText" presStyleLbl="node1" presStyleIdx="0" presStyleCnt="3">
        <dgm:presLayoutVars>
          <dgm:chMax val="0"/>
          <dgm:bulletEnabled val="1"/>
        </dgm:presLayoutVars>
      </dgm:prSet>
      <dgm:spPr/>
    </dgm:pt>
    <dgm:pt modelId="{C435D792-9F9F-4D13-B909-0360B4EB6456}" type="pres">
      <dgm:prSet presAssocID="{D0B0D6A3-AEE9-4B1B-9265-AEB4FFD9D734}" presName="spacer" presStyleCnt="0"/>
      <dgm:spPr/>
    </dgm:pt>
    <dgm:pt modelId="{E3DFA99D-7EEB-48D8-BFB9-31FDA3A57870}" type="pres">
      <dgm:prSet presAssocID="{9214A3F3-BB67-4C6A-9DCC-A9BA12C575DB}" presName="parentText" presStyleLbl="node1" presStyleIdx="1" presStyleCnt="3">
        <dgm:presLayoutVars>
          <dgm:chMax val="0"/>
          <dgm:bulletEnabled val="1"/>
        </dgm:presLayoutVars>
      </dgm:prSet>
      <dgm:spPr/>
    </dgm:pt>
    <dgm:pt modelId="{0B389985-EBCC-43AB-BB98-49D3E89E2268}" type="pres">
      <dgm:prSet presAssocID="{1C198FDD-B004-4D99-B339-943AC7AAD379}" presName="spacer" presStyleCnt="0"/>
      <dgm:spPr/>
    </dgm:pt>
    <dgm:pt modelId="{214E6DCC-4172-412A-A56E-989382293DD6}" type="pres">
      <dgm:prSet presAssocID="{6C29C085-CFF0-4C10-B234-D5A256B9F609}" presName="parentText" presStyleLbl="node1" presStyleIdx="2" presStyleCnt="3">
        <dgm:presLayoutVars>
          <dgm:chMax val="0"/>
          <dgm:bulletEnabled val="1"/>
        </dgm:presLayoutVars>
      </dgm:prSet>
      <dgm:spPr/>
    </dgm:pt>
  </dgm:ptLst>
  <dgm:cxnLst>
    <dgm:cxn modelId="{51096F62-64DE-4BD3-80A5-2A7454805B54}" type="presOf" srcId="{21D771B0-D063-4F97-92EC-A6362D8AB3FA}" destId="{92F5EDA9-998D-4869-B237-6B6D0E109CAC}" srcOrd="0" destOrd="0" presId="urn:microsoft.com/office/officeart/2005/8/layout/vList2"/>
    <dgm:cxn modelId="{64EC4D83-AACE-45B4-A1E1-071EC40B6072}" type="presOf" srcId="{6C29C085-CFF0-4C10-B234-D5A256B9F609}" destId="{214E6DCC-4172-412A-A56E-989382293DD6}" srcOrd="0" destOrd="0" presId="urn:microsoft.com/office/officeart/2005/8/layout/vList2"/>
    <dgm:cxn modelId="{7ED06996-6CAE-4F22-802E-9C5488962F7B}" srcId="{253C4FF3-511F-4F4E-8CBA-7957CD35A0FA}" destId="{21D771B0-D063-4F97-92EC-A6362D8AB3FA}" srcOrd="0" destOrd="0" parTransId="{C3AF8761-29D2-4843-882F-0D6B1803A1E1}" sibTransId="{D0B0D6A3-AEE9-4B1B-9265-AEB4FFD9D734}"/>
    <dgm:cxn modelId="{93C57498-A9E3-464A-92F6-22769CF7047A}" type="presOf" srcId="{9214A3F3-BB67-4C6A-9DCC-A9BA12C575DB}" destId="{E3DFA99D-7EEB-48D8-BFB9-31FDA3A57870}" srcOrd="0" destOrd="0" presId="urn:microsoft.com/office/officeart/2005/8/layout/vList2"/>
    <dgm:cxn modelId="{1C24429E-3990-46C0-BD6E-8A3824126CA6}" type="presOf" srcId="{253C4FF3-511F-4F4E-8CBA-7957CD35A0FA}" destId="{BD325CB9-0C5D-43A5-B7DE-B04E9EA8981A}" srcOrd="0" destOrd="0" presId="urn:microsoft.com/office/officeart/2005/8/layout/vList2"/>
    <dgm:cxn modelId="{59CD6FB3-302D-4CA9-A88E-78C8B6BFCE61}" srcId="{253C4FF3-511F-4F4E-8CBA-7957CD35A0FA}" destId="{6C29C085-CFF0-4C10-B234-D5A256B9F609}" srcOrd="2" destOrd="0" parTransId="{74A916C4-FCC7-4C86-A48C-E6B5C27F2E86}" sibTransId="{5A950125-52CE-4709-AB4A-6FD552E3EC58}"/>
    <dgm:cxn modelId="{FBF462FB-B86E-4833-BDB0-00AC77F6B0A4}" srcId="{253C4FF3-511F-4F4E-8CBA-7957CD35A0FA}" destId="{9214A3F3-BB67-4C6A-9DCC-A9BA12C575DB}" srcOrd="1" destOrd="0" parTransId="{E1DA5E7F-8E3E-4350-A8B2-EA31388F36EC}" sibTransId="{1C198FDD-B004-4D99-B339-943AC7AAD379}"/>
    <dgm:cxn modelId="{B678721E-4714-4910-8B21-F8F152BA0D46}" type="presParOf" srcId="{BD325CB9-0C5D-43A5-B7DE-B04E9EA8981A}" destId="{92F5EDA9-998D-4869-B237-6B6D0E109CAC}" srcOrd="0" destOrd="0" presId="urn:microsoft.com/office/officeart/2005/8/layout/vList2"/>
    <dgm:cxn modelId="{9C81EC62-9540-42C8-BC81-214D44C06C53}" type="presParOf" srcId="{BD325CB9-0C5D-43A5-B7DE-B04E9EA8981A}" destId="{C435D792-9F9F-4D13-B909-0360B4EB6456}" srcOrd="1" destOrd="0" presId="urn:microsoft.com/office/officeart/2005/8/layout/vList2"/>
    <dgm:cxn modelId="{E0929F42-26B2-4531-BB09-CA506636460D}" type="presParOf" srcId="{BD325CB9-0C5D-43A5-B7DE-B04E9EA8981A}" destId="{E3DFA99D-7EEB-48D8-BFB9-31FDA3A57870}" srcOrd="2" destOrd="0" presId="urn:microsoft.com/office/officeart/2005/8/layout/vList2"/>
    <dgm:cxn modelId="{7C4A637A-7987-4000-98FC-2AB21A6FA00E}" type="presParOf" srcId="{BD325CB9-0C5D-43A5-B7DE-B04E9EA8981A}" destId="{0B389985-EBCC-43AB-BB98-49D3E89E2268}" srcOrd="3" destOrd="0" presId="urn:microsoft.com/office/officeart/2005/8/layout/vList2"/>
    <dgm:cxn modelId="{6B8B4A7E-34D0-48B0-9241-64FAEB17F935}" type="presParOf" srcId="{BD325CB9-0C5D-43A5-B7DE-B04E9EA8981A}" destId="{214E6DCC-4172-412A-A56E-989382293DD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82B970A-343D-4CF1-ACD8-1E2928BB0BB1}" type="doc">
      <dgm:prSet loTypeId="urn:microsoft.com/office/officeart/2005/8/layout/lProcess2" loCatId="relationship" qsTypeId="urn:microsoft.com/office/officeart/2005/8/quickstyle/simple2" qsCatId="simple" csTypeId="urn:microsoft.com/office/officeart/2005/8/colors/accent4_2" csCatId="accent4" phldr="1"/>
      <dgm:spPr/>
      <dgm:t>
        <a:bodyPr/>
        <a:lstStyle/>
        <a:p>
          <a:endParaRPr lang="en-IN"/>
        </a:p>
      </dgm:t>
    </dgm:pt>
    <dgm:pt modelId="{50075DFF-BDD2-4B22-BB45-D72E355A0837}">
      <dgm:prSet phldrT="[Text]" custT="1"/>
      <dgm:spPr/>
      <dgm:t>
        <a:bodyPr/>
        <a:lstStyle/>
        <a:p>
          <a:pPr>
            <a:buNone/>
          </a:pPr>
          <a:r>
            <a:rPr lang="en-GB" sz="2400" noProof="0" dirty="0"/>
            <a:t>Hybrid Analysis - Interaction Diagram</a:t>
          </a:r>
        </a:p>
      </dgm:t>
    </dgm:pt>
    <dgm:pt modelId="{8EBEC8EE-1475-4134-9795-1AD1D3E69769}" type="parTrans" cxnId="{16815193-993C-4DD3-9052-FCC6BEFAB67F}">
      <dgm:prSet/>
      <dgm:spPr/>
      <dgm:t>
        <a:bodyPr/>
        <a:lstStyle/>
        <a:p>
          <a:endParaRPr lang="en-IN" sz="2400"/>
        </a:p>
      </dgm:t>
    </dgm:pt>
    <dgm:pt modelId="{0A9D0EF0-9EBE-48F2-82FB-8B164A14BE5E}" type="sibTrans" cxnId="{16815193-993C-4DD3-9052-FCC6BEFAB67F}">
      <dgm:prSet/>
      <dgm:spPr/>
      <dgm:t>
        <a:bodyPr/>
        <a:lstStyle/>
        <a:p>
          <a:endParaRPr lang="en-IN" sz="2400"/>
        </a:p>
      </dgm:t>
    </dgm:pt>
    <dgm:pt modelId="{0211A353-289D-4524-9D3F-247B3468225E}">
      <dgm:prSet phldrT="[Text]" custT="1"/>
      <dgm:spPr/>
      <dgm:t>
        <a:bodyPr/>
        <a:lstStyle/>
        <a:p>
          <a:pPr>
            <a:buNone/>
          </a:pPr>
          <a:r>
            <a:rPr lang="en-GB" sz="2400" noProof="0" dirty="0"/>
            <a:t>Static Code Structure</a:t>
          </a:r>
        </a:p>
      </dgm:t>
    </dgm:pt>
    <dgm:pt modelId="{C2F80ECA-2972-44EA-8274-BBC94B98BF8F}" type="parTrans" cxnId="{488FA463-4D2D-4F01-8629-5F245FEF84D9}">
      <dgm:prSet/>
      <dgm:spPr/>
      <dgm:t>
        <a:bodyPr/>
        <a:lstStyle/>
        <a:p>
          <a:endParaRPr lang="en-IN" sz="2400"/>
        </a:p>
      </dgm:t>
    </dgm:pt>
    <dgm:pt modelId="{7177C19B-DE9F-4C96-86E7-96571403DBE9}" type="sibTrans" cxnId="{488FA463-4D2D-4F01-8629-5F245FEF84D9}">
      <dgm:prSet/>
      <dgm:spPr/>
      <dgm:t>
        <a:bodyPr/>
        <a:lstStyle/>
        <a:p>
          <a:endParaRPr lang="en-IN" sz="2400"/>
        </a:p>
      </dgm:t>
    </dgm:pt>
    <dgm:pt modelId="{FA687220-3D64-4729-97B5-56C3B0CB4991}">
      <dgm:prSet phldrT="[Text]" custT="1"/>
      <dgm:spPr/>
      <dgm:t>
        <a:bodyPr/>
        <a:lstStyle/>
        <a:p>
          <a:r>
            <a:rPr lang="en-GB" sz="2400" noProof="0" dirty="0"/>
            <a:t>Runtime Traces</a:t>
          </a:r>
        </a:p>
      </dgm:t>
    </dgm:pt>
    <dgm:pt modelId="{50770C6B-5AEF-4BF8-8C77-2C95B4E196AA}" type="parTrans" cxnId="{7386F78F-1D2E-458D-BF2D-B78550D9070B}">
      <dgm:prSet/>
      <dgm:spPr/>
      <dgm:t>
        <a:bodyPr/>
        <a:lstStyle/>
        <a:p>
          <a:endParaRPr lang="en-IN" sz="2400"/>
        </a:p>
      </dgm:t>
    </dgm:pt>
    <dgm:pt modelId="{A68AE9DD-55CD-4847-ADCA-BACF42E16F3A}" type="sibTrans" cxnId="{7386F78F-1D2E-458D-BF2D-B78550D9070B}">
      <dgm:prSet/>
      <dgm:spPr/>
      <dgm:t>
        <a:bodyPr/>
        <a:lstStyle/>
        <a:p>
          <a:endParaRPr lang="en-IN" sz="2400"/>
        </a:p>
      </dgm:t>
    </dgm:pt>
    <dgm:pt modelId="{03A1301B-524C-46FD-A290-26EC95C02BD8}" type="pres">
      <dgm:prSet presAssocID="{282B970A-343D-4CF1-ACD8-1E2928BB0BB1}" presName="theList" presStyleCnt="0">
        <dgm:presLayoutVars>
          <dgm:dir/>
          <dgm:animLvl val="lvl"/>
          <dgm:resizeHandles val="exact"/>
        </dgm:presLayoutVars>
      </dgm:prSet>
      <dgm:spPr/>
    </dgm:pt>
    <dgm:pt modelId="{ECFB74FB-BE45-4FDD-8208-E10484F7434C}" type="pres">
      <dgm:prSet presAssocID="{50075DFF-BDD2-4B22-BB45-D72E355A0837}" presName="compNode" presStyleCnt="0"/>
      <dgm:spPr/>
    </dgm:pt>
    <dgm:pt modelId="{0F7F8C7F-6CB2-404E-97FF-7B8F9DC44EE3}" type="pres">
      <dgm:prSet presAssocID="{50075DFF-BDD2-4B22-BB45-D72E355A0837}" presName="aNode" presStyleLbl="bgShp" presStyleIdx="0" presStyleCnt="1"/>
      <dgm:spPr/>
    </dgm:pt>
    <dgm:pt modelId="{5A987722-A42D-4A0A-87AF-68ED8256B9A3}" type="pres">
      <dgm:prSet presAssocID="{50075DFF-BDD2-4B22-BB45-D72E355A0837}" presName="textNode" presStyleLbl="bgShp" presStyleIdx="0" presStyleCnt="1"/>
      <dgm:spPr/>
    </dgm:pt>
    <dgm:pt modelId="{1B43AE5E-3DFF-43BF-8C57-8B14F59AB127}" type="pres">
      <dgm:prSet presAssocID="{50075DFF-BDD2-4B22-BB45-D72E355A0837}" presName="compChildNode" presStyleCnt="0"/>
      <dgm:spPr/>
    </dgm:pt>
    <dgm:pt modelId="{5C47A2A9-5318-4926-8CCD-9DA6A157E81E}" type="pres">
      <dgm:prSet presAssocID="{50075DFF-BDD2-4B22-BB45-D72E355A0837}" presName="theInnerList" presStyleCnt="0"/>
      <dgm:spPr/>
    </dgm:pt>
    <dgm:pt modelId="{E18736DA-694F-466D-B344-12FB14467A38}" type="pres">
      <dgm:prSet presAssocID="{0211A353-289D-4524-9D3F-247B3468225E}" presName="childNode" presStyleLbl="node1" presStyleIdx="0" presStyleCnt="2">
        <dgm:presLayoutVars>
          <dgm:bulletEnabled val="1"/>
        </dgm:presLayoutVars>
      </dgm:prSet>
      <dgm:spPr/>
    </dgm:pt>
    <dgm:pt modelId="{306E7532-8809-441F-878C-26DC5D43DFB1}" type="pres">
      <dgm:prSet presAssocID="{0211A353-289D-4524-9D3F-247B3468225E}" presName="aSpace2" presStyleCnt="0"/>
      <dgm:spPr/>
    </dgm:pt>
    <dgm:pt modelId="{9A6884A8-4091-429F-9504-D196E5C98273}" type="pres">
      <dgm:prSet presAssocID="{FA687220-3D64-4729-97B5-56C3B0CB4991}" presName="childNode" presStyleLbl="node1" presStyleIdx="1" presStyleCnt="2">
        <dgm:presLayoutVars>
          <dgm:bulletEnabled val="1"/>
        </dgm:presLayoutVars>
      </dgm:prSet>
      <dgm:spPr/>
    </dgm:pt>
  </dgm:ptLst>
  <dgm:cxnLst>
    <dgm:cxn modelId="{2A057C25-EC88-44F2-8771-2A107228C342}" type="presOf" srcId="{50075DFF-BDD2-4B22-BB45-D72E355A0837}" destId="{0F7F8C7F-6CB2-404E-97FF-7B8F9DC44EE3}" srcOrd="0" destOrd="0" presId="urn:microsoft.com/office/officeart/2005/8/layout/lProcess2"/>
    <dgm:cxn modelId="{1B5B642F-2C97-498B-A6C0-BC7B5A918883}" type="presOf" srcId="{282B970A-343D-4CF1-ACD8-1E2928BB0BB1}" destId="{03A1301B-524C-46FD-A290-26EC95C02BD8}" srcOrd="0" destOrd="0" presId="urn:microsoft.com/office/officeart/2005/8/layout/lProcess2"/>
    <dgm:cxn modelId="{488FA463-4D2D-4F01-8629-5F245FEF84D9}" srcId="{50075DFF-BDD2-4B22-BB45-D72E355A0837}" destId="{0211A353-289D-4524-9D3F-247B3468225E}" srcOrd="0" destOrd="0" parTransId="{C2F80ECA-2972-44EA-8274-BBC94B98BF8F}" sibTransId="{7177C19B-DE9F-4C96-86E7-96571403DBE9}"/>
    <dgm:cxn modelId="{D8839147-FFCB-4C6F-8309-7584111FB1B1}" type="presOf" srcId="{50075DFF-BDD2-4B22-BB45-D72E355A0837}" destId="{5A987722-A42D-4A0A-87AF-68ED8256B9A3}" srcOrd="1" destOrd="0" presId="urn:microsoft.com/office/officeart/2005/8/layout/lProcess2"/>
    <dgm:cxn modelId="{7386F78F-1D2E-458D-BF2D-B78550D9070B}" srcId="{50075DFF-BDD2-4B22-BB45-D72E355A0837}" destId="{FA687220-3D64-4729-97B5-56C3B0CB4991}" srcOrd="1" destOrd="0" parTransId="{50770C6B-5AEF-4BF8-8C77-2C95B4E196AA}" sibTransId="{A68AE9DD-55CD-4847-ADCA-BACF42E16F3A}"/>
    <dgm:cxn modelId="{16815193-993C-4DD3-9052-FCC6BEFAB67F}" srcId="{282B970A-343D-4CF1-ACD8-1E2928BB0BB1}" destId="{50075DFF-BDD2-4B22-BB45-D72E355A0837}" srcOrd="0" destOrd="0" parTransId="{8EBEC8EE-1475-4134-9795-1AD1D3E69769}" sibTransId="{0A9D0EF0-9EBE-48F2-82FB-8B164A14BE5E}"/>
    <dgm:cxn modelId="{99B4B5B8-AB28-4E4D-B841-7911E4248DD3}" type="presOf" srcId="{FA687220-3D64-4729-97B5-56C3B0CB4991}" destId="{9A6884A8-4091-429F-9504-D196E5C98273}" srcOrd="0" destOrd="0" presId="urn:microsoft.com/office/officeart/2005/8/layout/lProcess2"/>
    <dgm:cxn modelId="{6CA519D0-C8FF-434E-9A75-ADBABBE89B9E}" type="presOf" srcId="{0211A353-289D-4524-9D3F-247B3468225E}" destId="{E18736DA-694F-466D-B344-12FB14467A38}" srcOrd="0" destOrd="0" presId="urn:microsoft.com/office/officeart/2005/8/layout/lProcess2"/>
    <dgm:cxn modelId="{416899E2-A8C0-4D74-9C77-8F202D23E5CA}" type="presParOf" srcId="{03A1301B-524C-46FD-A290-26EC95C02BD8}" destId="{ECFB74FB-BE45-4FDD-8208-E10484F7434C}" srcOrd="0" destOrd="0" presId="urn:microsoft.com/office/officeart/2005/8/layout/lProcess2"/>
    <dgm:cxn modelId="{4FD7FB62-3BF2-43ED-A0C9-B394A800E014}" type="presParOf" srcId="{ECFB74FB-BE45-4FDD-8208-E10484F7434C}" destId="{0F7F8C7F-6CB2-404E-97FF-7B8F9DC44EE3}" srcOrd="0" destOrd="0" presId="urn:microsoft.com/office/officeart/2005/8/layout/lProcess2"/>
    <dgm:cxn modelId="{DEE776E5-1A74-48EE-9119-818FC8F47E5F}" type="presParOf" srcId="{ECFB74FB-BE45-4FDD-8208-E10484F7434C}" destId="{5A987722-A42D-4A0A-87AF-68ED8256B9A3}" srcOrd="1" destOrd="0" presId="urn:microsoft.com/office/officeart/2005/8/layout/lProcess2"/>
    <dgm:cxn modelId="{FFE898BA-541D-4F1C-B222-7CB4DB60E108}" type="presParOf" srcId="{ECFB74FB-BE45-4FDD-8208-E10484F7434C}" destId="{1B43AE5E-3DFF-43BF-8C57-8B14F59AB127}" srcOrd="2" destOrd="0" presId="urn:microsoft.com/office/officeart/2005/8/layout/lProcess2"/>
    <dgm:cxn modelId="{2E23B769-8176-4637-8563-132823C95CF8}" type="presParOf" srcId="{1B43AE5E-3DFF-43BF-8C57-8B14F59AB127}" destId="{5C47A2A9-5318-4926-8CCD-9DA6A157E81E}" srcOrd="0" destOrd="0" presId="urn:microsoft.com/office/officeart/2005/8/layout/lProcess2"/>
    <dgm:cxn modelId="{2E59BEC8-43BB-43F6-B9EB-577567EACBEB}" type="presParOf" srcId="{5C47A2A9-5318-4926-8CCD-9DA6A157E81E}" destId="{E18736DA-694F-466D-B344-12FB14467A38}" srcOrd="0" destOrd="0" presId="urn:microsoft.com/office/officeart/2005/8/layout/lProcess2"/>
    <dgm:cxn modelId="{56B4065C-0B45-418C-8342-13A38A530614}" type="presParOf" srcId="{5C47A2A9-5318-4926-8CCD-9DA6A157E81E}" destId="{306E7532-8809-441F-878C-26DC5D43DFB1}" srcOrd="1" destOrd="0" presId="urn:microsoft.com/office/officeart/2005/8/layout/lProcess2"/>
    <dgm:cxn modelId="{2EEC211F-AD34-4BB8-AEC0-EA6B8F33B8DE}" type="presParOf" srcId="{5C47A2A9-5318-4926-8CCD-9DA6A157E81E}" destId="{9A6884A8-4091-429F-9504-D196E5C98273}" srcOrd="2" destOrd="0" presId="urn:microsoft.com/office/officeart/2005/8/layout/l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BDBC4A5-8AF5-4E19-A5EA-FBDDCDAF20A5}" type="doc">
      <dgm:prSet loTypeId="urn:microsoft.com/office/officeart/2005/8/layout/process1" loCatId="process" qsTypeId="urn:microsoft.com/office/officeart/2005/8/quickstyle/simple1" qsCatId="simple" csTypeId="urn:microsoft.com/office/officeart/2005/8/colors/accent4_2" csCatId="accent4" phldr="1"/>
      <dgm:spPr/>
      <dgm:t>
        <a:bodyPr/>
        <a:lstStyle/>
        <a:p>
          <a:endParaRPr lang="en-GB"/>
        </a:p>
      </dgm:t>
    </dgm:pt>
    <dgm:pt modelId="{C3274065-0A1F-459F-AFF4-2A3D1DD1C65F}">
      <dgm:prSet phldrT="[Text]" custT="1"/>
      <dgm:spPr/>
      <dgm:t>
        <a:bodyPr/>
        <a:lstStyle/>
        <a:p>
          <a:r>
            <a:rPr lang="en-GB" sz="1600" b="1" i="0" dirty="0">
              <a:latin typeface="Calibri"/>
            </a:rPr>
            <a:t>Stage 1: Static Extraction</a:t>
          </a:r>
          <a:endParaRPr lang="en-GB" sz="1600" dirty="0"/>
        </a:p>
      </dgm:t>
    </dgm:pt>
    <dgm:pt modelId="{26E584AB-E257-48F9-ADD1-803E35FD3A90}" type="parTrans" cxnId="{D4EC62C3-E3B7-48DA-B3C3-2551C427029D}">
      <dgm:prSet/>
      <dgm:spPr/>
      <dgm:t>
        <a:bodyPr/>
        <a:lstStyle/>
        <a:p>
          <a:endParaRPr lang="en-GB" sz="1800"/>
        </a:p>
      </dgm:t>
    </dgm:pt>
    <dgm:pt modelId="{22B2FDDA-5E8A-4956-974E-F0499B128BDD}" type="sibTrans" cxnId="{D4EC62C3-E3B7-48DA-B3C3-2551C427029D}">
      <dgm:prSet custT="1"/>
      <dgm:spPr/>
      <dgm:t>
        <a:bodyPr/>
        <a:lstStyle/>
        <a:p>
          <a:endParaRPr lang="en-GB" sz="1100"/>
        </a:p>
      </dgm:t>
    </dgm:pt>
    <dgm:pt modelId="{AD0FA62B-BADF-4B17-B120-962B49CD5384}">
      <dgm:prSet phldrT="[Text]" custT="1"/>
      <dgm:spPr/>
      <dgm:t>
        <a:bodyPr/>
        <a:lstStyle/>
        <a:p>
          <a:r>
            <a:rPr lang="en-GB" sz="1600" b="1" i="0" dirty="0">
              <a:latin typeface="Calibri"/>
            </a:rPr>
            <a:t>Stage 2: Code graph query</a:t>
          </a:r>
          <a:endParaRPr lang="en-GB" sz="1600" dirty="0"/>
        </a:p>
      </dgm:t>
    </dgm:pt>
    <dgm:pt modelId="{4BD23385-C8AE-48B5-B984-015D4C8BBC55}" type="parTrans" cxnId="{3C876D11-E420-4475-B6F2-63970A1670FC}">
      <dgm:prSet/>
      <dgm:spPr/>
      <dgm:t>
        <a:bodyPr/>
        <a:lstStyle/>
        <a:p>
          <a:endParaRPr lang="en-GB" sz="1800"/>
        </a:p>
      </dgm:t>
    </dgm:pt>
    <dgm:pt modelId="{BF40DED0-FCD0-4AE9-B96B-2F8AFA7B4C19}" type="sibTrans" cxnId="{3C876D11-E420-4475-B6F2-63970A1670FC}">
      <dgm:prSet custT="1"/>
      <dgm:spPr/>
      <dgm:t>
        <a:bodyPr/>
        <a:lstStyle/>
        <a:p>
          <a:endParaRPr lang="en-GB" sz="1050"/>
        </a:p>
      </dgm:t>
    </dgm:pt>
    <dgm:pt modelId="{9C7C21CF-427D-4E60-8765-2148ECBDA3C0}">
      <dgm:prSet phldrT="[Text]" custT="1"/>
      <dgm:spPr/>
      <dgm:t>
        <a:bodyPr/>
        <a:lstStyle/>
        <a:p>
          <a:endParaRPr lang="en-GB" sz="1050" dirty="0"/>
        </a:p>
      </dgm:t>
    </dgm:pt>
    <dgm:pt modelId="{FCEFB17B-65FB-4DB4-8BD7-FEDCC4DBAB60}" type="parTrans" cxnId="{7EB99A4D-A322-439C-A982-F339A34B8660}">
      <dgm:prSet/>
      <dgm:spPr/>
      <dgm:t>
        <a:bodyPr/>
        <a:lstStyle/>
        <a:p>
          <a:endParaRPr lang="en-GB" sz="1800"/>
        </a:p>
      </dgm:t>
    </dgm:pt>
    <dgm:pt modelId="{F6796D09-D6AA-4760-A75A-A826703E9C67}" type="sibTrans" cxnId="{7EB99A4D-A322-439C-A982-F339A34B8660}">
      <dgm:prSet/>
      <dgm:spPr/>
      <dgm:t>
        <a:bodyPr/>
        <a:lstStyle/>
        <a:p>
          <a:endParaRPr lang="en-GB" sz="1800"/>
        </a:p>
      </dgm:t>
    </dgm:pt>
    <dgm:pt modelId="{C3F6AC9D-5CCC-4B8A-8B1E-1DA9AE6BB887}">
      <dgm:prSet phldrT="[Text]" custT="1"/>
      <dgm:spPr/>
      <dgm:t>
        <a:bodyPr/>
        <a:lstStyle/>
        <a:p>
          <a:endParaRPr lang="en-GB" sz="1050" dirty="0"/>
        </a:p>
      </dgm:t>
    </dgm:pt>
    <dgm:pt modelId="{14C83473-F688-4D55-B6DD-845C15FACA42}" type="parTrans" cxnId="{C304D478-DFA2-4C3F-8892-AA44A4BC7B4E}">
      <dgm:prSet/>
      <dgm:spPr/>
      <dgm:t>
        <a:bodyPr/>
        <a:lstStyle/>
        <a:p>
          <a:endParaRPr lang="en-GB" sz="1800"/>
        </a:p>
      </dgm:t>
    </dgm:pt>
    <dgm:pt modelId="{C415DD48-4D32-4716-BD0E-AF325216196A}" type="sibTrans" cxnId="{C304D478-DFA2-4C3F-8892-AA44A4BC7B4E}">
      <dgm:prSet/>
      <dgm:spPr/>
      <dgm:t>
        <a:bodyPr/>
        <a:lstStyle/>
        <a:p>
          <a:endParaRPr lang="en-GB" sz="1800"/>
        </a:p>
      </dgm:t>
    </dgm:pt>
    <dgm:pt modelId="{C86C6B43-58F6-4562-9A8B-86F45F628571}">
      <dgm:prSet phldrT="[Text]" custT="1"/>
      <dgm:spPr/>
      <dgm:t>
        <a:bodyPr/>
        <a:lstStyle/>
        <a:p>
          <a:r>
            <a:rPr lang="en-GB" sz="1600" b="1" i="0" dirty="0">
              <a:latin typeface="Calibri"/>
            </a:rPr>
            <a:t>Stage 3: Dependency</a:t>
          </a:r>
          <a:br>
            <a:rPr lang="en-GB" sz="1600" b="1" i="0" dirty="0">
              <a:latin typeface="Calibri"/>
            </a:rPr>
          </a:br>
          <a:r>
            <a:rPr lang="en-GB" sz="1600" b="1" i="0" dirty="0">
              <a:latin typeface="Calibri"/>
            </a:rPr>
            <a:t>Matrix  Extraction </a:t>
          </a:r>
          <a:endParaRPr lang="en-GB" sz="1600" dirty="0"/>
        </a:p>
      </dgm:t>
    </dgm:pt>
    <dgm:pt modelId="{3DDA3ADF-3F0A-41ED-8197-53C11A5E9F0D}" type="parTrans" cxnId="{B3E11DFE-FCC9-4B73-94A6-717F3B7576F4}">
      <dgm:prSet/>
      <dgm:spPr/>
      <dgm:t>
        <a:bodyPr/>
        <a:lstStyle/>
        <a:p>
          <a:endParaRPr lang="en-GB" sz="1800"/>
        </a:p>
      </dgm:t>
    </dgm:pt>
    <dgm:pt modelId="{17E0DFD4-7BA5-471C-9FEE-5D28C187C072}" type="sibTrans" cxnId="{B3E11DFE-FCC9-4B73-94A6-717F3B7576F4}">
      <dgm:prSet custT="1"/>
      <dgm:spPr/>
      <dgm:t>
        <a:bodyPr/>
        <a:lstStyle/>
        <a:p>
          <a:endParaRPr lang="en-GB" sz="1100"/>
        </a:p>
      </dgm:t>
    </dgm:pt>
    <dgm:pt modelId="{AD1115B5-B1E2-4009-B25E-A631D6E95913}">
      <dgm:prSet phldrT="[Text]" custT="1"/>
      <dgm:spPr/>
      <dgm:t>
        <a:bodyPr/>
        <a:lstStyle/>
        <a:p>
          <a:endParaRPr lang="en-GB" sz="1050" dirty="0"/>
        </a:p>
      </dgm:t>
    </dgm:pt>
    <dgm:pt modelId="{1B066A71-67CB-43F6-85BC-04142662FEF5}" type="parTrans" cxnId="{750B5CD3-E9CB-416F-8FED-10FC0BABF7E1}">
      <dgm:prSet/>
      <dgm:spPr/>
      <dgm:t>
        <a:bodyPr/>
        <a:lstStyle/>
        <a:p>
          <a:endParaRPr lang="en-GB" sz="1800"/>
        </a:p>
      </dgm:t>
    </dgm:pt>
    <dgm:pt modelId="{E9A62C97-D887-4C41-AD37-330E7925A3B4}" type="sibTrans" cxnId="{750B5CD3-E9CB-416F-8FED-10FC0BABF7E1}">
      <dgm:prSet/>
      <dgm:spPr/>
      <dgm:t>
        <a:bodyPr/>
        <a:lstStyle/>
        <a:p>
          <a:endParaRPr lang="en-GB" sz="1800"/>
        </a:p>
      </dgm:t>
    </dgm:pt>
    <dgm:pt modelId="{E901400C-1846-47ED-B571-7B2CFB95E77A}">
      <dgm:prSet phldrT="[Text]" custT="1"/>
      <dgm:spPr/>
      <dgm:t>
        <a:bodyPr/>
        <a:lstStyle/>
        <a:p>
          <a:r>
            <a:rPr lang="en-GB" sz="1600" b="1" i="0" dirty="0">
              <a:latin typeface="Calibri"/>
            </a:rPr>
            <a:t>Stage 5: Agentic Synthesis</a:t>
          </a:r>
          <a:endParaRPr lang="en-GB" sz="1600" dirty="0"/>
        </a:p>
      </dgm:t>
    </dgm:pt>
    <dgm:pt modelId="{EA0F044E-20C4-49DB-80F0-49AA63522245}" type="parTrans" cxnId="{0624177C-0DDE-4B30-AB92-8FF366E408A3}">
      <dgm:prSet/>
      <dgm:spPr/>
      <dgm:t>
        <a:bodyPr/>
        <a:lstStyle/>
        <a:p>
          <a:endParaRPr lang="en-GB" sz="1800"/>
        </a:p>
      </dgm:t>
    </dgm:pt>
    <dgm:pt modelId="{0B7C017A-A2E9-41B0-BA87-FA033BBB7856}" type="sibTrans" cxnId="{0624177C-0DDE-4B30-AB92-8FF366E408A3}">
      <dgm:prSet custT="1"/>
      <dgm:spPr/>
      <dgm:t>
        <a:bodyPr/>
        <a:lstStyle/>
        <a:p>
          <a:endParaRPr lang="en-GB" sz="1100"/>
        </a:p>
      </dgm:t>
    </dgm:pt>
    <dgm:pt modelId="{859870D0-3500-4658-A60C-8E64FA5E6171}">
      <dgm:prSet phldrT="[Text]" custT="1"/>
      <dgm:spPr/>
      <dgm:t>
        <a:bodyPr/>
        <a:lstStyle/>
        <a:p>
          <a:endParaRPr lang="en-GB" sz="1050" dirty="0"/>
        </a:p>
      </dgm:t>
    </dgm:pt>
    <dgm:pt modelId="{4F1FE82B-3E8F-47E2-95F3-40DD0ADAD241}" type="parTrans" cxnId="{7F6000D9-206E-4DFE-8A71-69A7A04A795E}">
      <dgm:prSet/>
      <dgm:spPr/>
      <dgm:t>
        <a:bodyPr/>
        <a:lstStyle/>
        <a:p>
          <a:endParaRPr lang="en-GB" sz="1800"/>
        </a:p>
      </dgm:t>
    </dgm:pt>
    <dgm:pt modelId="{8C633FD6-02E1-4EFB-A06B-4068A76B78E2}" type="sibTrans" cxnId="{7F6000D9-206E-4DFE-8A71-69A7A04A795E}">
      <dgm:prSet/>
      <dgm:spPr/>
      <dgm:t>
        <a:bodyPr/>
        <a:lstStyle/>
        <a:p>
          <a:endParaRPr lang="en-GB" sz="1800"/>
        </a:p>
      </dgm:t>
    </dgm:pt>
    <dgm:pt modelId="{756F4BDC-7501-45A6-8A20-FB23B75568C0}">
      <dgm:prSet phldrT="[Text]" custT="1"/>
      <dgm:spPr/>
      <dgm:t>
        <a:bodyPr/>
        <a:lstStyle/>
        <a:p>
          <a:r>
            <a:rPr lang="en-GB" sz="1600" b="1" i="0" dirty="0">
              <a:latin typeface="Calibri"/>
            </a:rPr>
            <a:t>Stage 6: </a:t>
          </a:r>
          <a:r>
            <a:rPr lang="en-GB" sz="1600" b="1" i="0" dirty="0" err="1">
              <a:latin typeface="Calibri"/>
            </a:rPr>
            <a:t>SysML</a:t>
          </a:r>
          <a:r>
            <a:rPr lang="en-GB" sz="1600" b="1" i="0" dirty="0">
              <a:latin typeface="Calibri"/>
            </a:rPr>
            <a:t> v2 Generation</a:t>
          </a:r>
          <a:endParaRPr lang="en-GB" sz="1600" dirty="0"/>
        </a:p>
      </dgm:t>
    </dgm:pt>
    <dgm:pt modelId="{494A6F96-C8DF-4571-9A7F-D6DF08F52960}" type="parTrans" cxnId="{CE37A8ED-FC23-4981-AB43-0631E4F2ADC6}">
      <dgm:prSet/>
      <dgm:spPr/>
      <dgm:t>
        <a:bodyPr/>
        <a:lstStyle/>
        <a:p>
          <a:endParaRPr lang="en-GB" sz="1800"/>
        </a:p>
      </dgm:t>
    </dgm:pt>
    <dgm:pt modelId="{F3F9127A-3301-4F39-945B-B953624ECF91}" type="sibTrans" cxnId="{CE37A8ED-FC23-4981-AB43-0631E4F2ADC6}">
      <dgm:prSet/>
      <dgm:spPr/>
      <dgm:t>
        <a:bodyPr/>
        <a:lstStyle/>
        <a:p>
          <a:endParaRPr lang="en-GB" sz="1800"/>
        </a:p>
      </dgm:t>
    </dgm:pt>
    <dgm:pt modelId="{F49D172F-48EF-4426-AC48-E7BA06098FC1}">
      <dgm:prSet phldrT="[Text]" custT="1"/>
      <dgm:spPr/>
      <dgm:t>
        <a:bodyPr/>
        <a:lstStyle/>
        <a:p>
          <a:endParaRPr lang="en-GB" sz="1050" dirty="0"/>
        </a:p>
      </dgm:t>
    </dgm:pt>
    <dgm:pt modelId="{CED42339-3DE4-4212-BEC9-8F5C69B27CC9}" type="parTrans" cxnId="{D36AFAA2-1492-4BC5-9D2D-555B51B6BF56}">
      <dgm:prSet/>
      <dgm:spPr/>
      <dgm:t>
        <a:bodyPr/>
        <a:lstStyle/>
        <a:p>
          <a:endParaRPr lang="en-GB" sz="1800"/>
        </a:p>
      </dgm:t>
    </dgm:pt>
    <dgm:pt modelId="{765816B4-4EA2-4AF5-BA51-B305B954227B}" type="sibTrans" cxnId="{D36AFAA2-1492-4BC5-9D2D-555B51B6BF56}">
      <dgm:prSet/>
      <dgm:spPr/>
      <dgm:t>
        <a:bodyPr/>
        <a:lstStyle/>
        <a:p>
          <a:endParaRPr lang="en-GB" sz="1800"/>
        </a:p>
      </dgm:t>
    </dgm:pt>
    <dgm:pt modelId="{7CD45E90-0B00-4D96-981B-CBDD9C022C4E}">
      <dgm:prSet phldrT="[Text]" custT="1"/>
      <dgm:spPr/>
      <dgm:t>
        <a:bodyPr/>
        <a:lstStyle/>
        <a:p>
          <a:pPr>
            <a:buNone/>
          </a:pPr>
          <a:r>
            <a:rPr lang="en-GB" sz="1600" b="1" i="0" dirty="0">
              <a:latin typeface="Calibri"/>
            </a:rPr>
            <a:t>Stage 4: </a:t>
          </a:r>
          <a:r>
            <a:rPr lang="en-GB" sz="1600" b="1" dirty="0">
              <a:latin typeface="Calibri"/>
            </a:rPr>
            <a:t>Trace Instrumentation &amp; collection</a:t>
          </a:r>
          <a:endParaRPr lang="en-GB" sz="1600" dirty="0"/>
        </a:p>
      </dgm:t>
    </dgm:pt>
    <dgm:pt modelId="{6B286B77-8FBF-4862-A34E-4A94F2FB0D14}" type="parTrans" cxnId="{060CA71D-A6EB-4E66-89B6-AE0E60E8F5F1}">
      <dgm:prSet/>
      <dgm:spPr/>
      <dgm:t>
        <a:bodyPr/>
        <a:lstStyle/>
        <a:p>
          <a:endParaRPr lang="en-GB" sz="1800"/>
        </a:p>
      </dgm:t>
    </dgm:pt>
    <dgm:pt modelId="{9EE097CF-AD0B-47FB-A94A-308E6E88FD9F}" type="sibTrans" cxnId="{060CA71D-A6EB-4E66-89B6-AE0E60E8F5F1}">
      <dgm:prSet custT="1"/>
      <dgm:spPr/>
      <dgm:t>
        <a:bodyPr/>
        <a:lstStyle/>
        <a:p>
          <a:endParaRPr lang="en-GB" sz="1100"/>
        </a:p>
      </dgm:t>
    </dgm:pt>
    <dgm:pt modelId="{10FFFE30-BB20-4655-932E-CFF51ADD1D69}">
      <dgm:prSet phldrT="[Text]" custT="1"/>
      <dgm:spPr/>
      <dgm:t>
        <a:bodyPr/>
        <a:lstStyle/>
        <a:p>
          <a:r>
            <a:rPr lang="en-GB" sz="1050" b="0" i="0" dirty="0">
              <a:latin typeface="Calibri"/>
            </a:rPr>
            <a:t>Renaissance C++ → Property graph</a:t>
          </a:r>
          <a:endParaRPr lang="en-GB" sz="1050" dirty="0"/>
        </a:p>
      </dgm:t>
    </dgm:pt>
    <dgm:pt modelId="{F5B81485-26B7-4E7E-BD29-3B1386C515BE}" type="parTrans" cxnId="{5F241E73-20EE-4DC1-9699-EF3773E0F58F}">
      <dgm:prSet/>
      <dgm:spPr/>
      <dgm:t>
        <a:bodyPr/>
        <a:lstStyle/>
        <a:p>
          <a:endParaRPr lang="en-GB"/>
        </a:p>
      </dgm:t>
    </dgm:pt>
    <dgm:pt modelId="{16FDC964-8BCE-4D41-9F98-3D1BC57940C3}" type="sibTrans" cxnId="{5F241E73-20EE-4DC1-9699-EF3773E0F58F}">
      <dgm:prSet/>
      <dgm:spPr/>
      <dgm:t>
        <a:bodyPr/>
        <a:lstStyle/>
        <a:p>
          <a:endParaRPr lang="en-GB"/>
        </a:p>
      </dgm:t>
    </dgm:pt>
    <dgm:pt modelId="{2E0DB888-DB7F-48E8-B72B-A92ACECDC2A8}">
      <dgm:prSet phldrT="[Text]" custT="1"/>
      <dgm:spPr/>
      <dgm:t>
        <a:bodyPr/>
        <a:lstStyle/>
        <a:p>
          <a:r>
            <a:rPr lang="it-IT" sz="1050" b="0" i="0" dirty="0">
              <a:latin typeface="Calibri"/>
            </a:rPr>
            <a:t>Property graph -&gt; scenario specific subgraph</a:t>
          </a:r>
          <a:endParaRPr lang="en-GB" sz="1050" dirty="0"/>
        </a:p>
      </dgm:t>
    </dgm:pt>
    <dgm:pt modelId="{B906F711-196E-4DE9-9011-A0FD5B3EDD8D}" type="parTrans" cxnId="{60D65688-7ED6-4AD2-9792-BB8AD5F4C434}">
      <dgm:prSet/>
      <dgm:spPr/>
      <dgm:t>
        <a:bodyPr/>
        <a:lstStyle/>
        <a:p>
          <a:endParaRPr lang="en-GB"/>
        </a:p>
      </dgm:t>
    </dgm:pt>
    <dgm:pt modelId="{BB5D56B5-ECA8-49AC-8E05-5C8FEF084EB2}" type="sibTrans" cxnId="{60D65688-7ED6-4AD2-9792-BB8AD5F4C434}">
      <dgm:prSet/>
      <dgm:spPr/>
      <dgm:t>
        <a:bodyPr/>
        <a:lstStyle/>
        <a:p>
          <a:endParaRPr lang="en-GB"/>
        </a:p>
      </dgm:t>
    </dgm:pt>
    <dgm:pt modelId="{D17B7519-6F09-4CFF-889C-5DE26DF8D5C0}">
      <dgm:prSet phldrT="[Text]" custT="1"/>
      <dgm:spPr/>
      <dgm:t>
        <a:bodyPr/>
        <a:lstStyle/>
        <a:p>
          <a:r>
            <a:rPr lang="en-GB" sz="1050" b="0" i="0" dirty="0">
              <a:latin typeface="Calibri"/>
            </a:rPr>
            <a:t>Subgraphs -&gt; dependency matrix</a:t>
          </a:r>
          <a:endParaRPr lang="en-GB" sz="1050" dirty="0"/>
        </a:p>
      </dgm:t>
    </dgm:pt>
    <dgm:pt modelId="{BD9B3F03-CEDE-4E9A-AC8D-F54668CA2ABA}" type="parTrans" cxnId="{1D3FFAE8-0C23-4D34-927C-83F184D53517}">
      <dgm:prSet/>
      <dgm:spPr/>
      <dgm:t>
        <a:bodyPr/>
        <a:lstStyle/>
        <a:p>
          <a:endParaRPr lang="en-GB"/>
        </a:p>
      </dgm:t>
    </dgm:pt>
    <dgm:pt modelId="{A2623848-EA2D-48C9-811E-9B7E07CC046F}" type="sibTrans" cxnId="{1D3FFAE8-0C23-4D34-927C-83F184D53517}">
      <dgm:prSet/>
      <dgm:spPr/>
      <dgm:t>
        <a:bodyPr/>
        <a:lstStyle/>
        <a:p>
          <a:endParaRPr lang="en-GB"/>
        </a:p>
      </dgm:t>
    </dgm:pt>
    <dgm:pt modelId="{78BF0B33-EF9D-4BD6-BA72-FC7A97BB65AE}">
      <dgm:prSet custT="1"/>
      <dgm:spPr/>
      <dgm:t>
        <a:bodyPr/>
        <a:lstStyle/>
        <a:p>
          <a:r>
            <a:rPr lang="en-GB" sz="1050" dirty="0">
              <a:latin typeface="Calibri"/>
            </a:rPr>
            <a:t>Dependency matrix -&gt; Traces</a:t>
          </a:r>
          <a:endParaRPr lang="en-GB" sz="1050" dirty="0"/>
        </a:p>
      </dgm:t>
    </dgm:pt>
    <dgm:pt modelId="{295459E9-EB7F-4FC1-BE67-023B954B7335}" type="parTrans" cxnId="{5053296A-91BF-4AA9-96FF-2E42C560CBAF}">
      <dgm:prSet/>
      <dgm:spPr/>
      <dgm:t>
        <a:bodyPr/>
        <a:lstStyle/>
        <a:p>
          <a:endParaRPr lang="en-GB"/>
        </a:p>
      </dgm:t>
    </dgm:pt>
    <dgm:pt modelId="{371C4A34-F221-4226-B3A0-FCECC98B60F4}" type="sibTrans" cxnId="{5053296A-91BF-4AA9-96FF-2E42C560CBAF}">
      <dgm:prSet/>
      <dgm:spPr/>
      <dgm:t>
        <a:bodyPr/>
        <a:lstStyle/>
        <a:p>
          <a:endParaRPr lang="en-GB"/>
        </a:p>
      </dgm:t>
    </dgm:pt>
    <dgm:pt modelId="{4AE5FA8E-AE8A-412B-B434-8F57A5C63E50}">
      <dgm:prSet phldrT="[Text]" custT="1"/>
      <dgm:spPr/>
      <dgm:t>
        <a:bodyPr/>
        <a:lstStyle/>
        <a:p>
          <a:r>
            <a:rPr lang="nl-NL" sz="1050" b="0" i="0" dirty="0">
              <a:latin typeface="Calibri"/>
            </a:rPr>
            <a:t>Dependency Matrix + Traces -&gt; Elements + Traces complete list</a:t>
          </a:r>
          <a:endParaRPr lang="en-GB" sz="1050" dirty="0"/>
        </a:p>
      </dgm:t>
    </dgm:pt>
    <dgm:pt modelId="{A231D500-FEED-4E77-8E78-D5499C2CD4B0}" type="parTrans" cxnId="{9037B11B-0A34-453D-A7AA-64CEE3AEA92D}">
      <dgm:prSet/>
      <dgm:spPr/>
      <dgm:t>
        <a:bodyPr/>
        <a:lstStyle/>
        <a:p>
          <a:endParaRPr lang="en-GB"/>
        </a:p>
      </dgm:t>
    </dgm:pt>
    <dgm:pt modelId="{1B649B38-E80C-4A43-AEAC-FBEFCBB532F2}" type="sibTrans" cxnId="{9037B11B-0A34-453D-A7AA-64CEE3AEA92D}">
      <dgm:prSet/>
      <dgm:spPr/>
      <dgm:t>
        <a:bodyPr/>
        <a:lstStyle/>
        <a:p>
          <a:endParaRPr lang="en-GB"/>
        </a:p>
      </dgm:t>
    </dgm:pt>
    <dgm:pt modelId="{67C2C281-27E0-4154-AE54-D8CE8ED2488A}">
      <dgm:prSet phldrT="[Text]" custT="1"/>
      <dgm:spPr/>
      <dgm:t>
        <a:bodyPr/>
        <a:lstStyle/>
        <a:p>
          <a:r>
            <a:rPr lang="en-GB" sz="1050" b="0" i="0" dirty="0">
              <a:latin typeface="Calibri"/>
            </a:rPr>
            <a:t>Scenario diagram</a:t>
          </a:r>
          <a:endParaRPr lang="en-GB" sz="1050" dirty="0"/>
        </a:p>
      </dgm:t>
    </dgm:pt>
    <dgm:pt modelId="{E95FCABB-56F6-4C4C-8CAD-54AAD6C4534A}" type="parTrans" cxnId="{ADE70FF8-EF8F-4CDE-9966-0ECC8E2EDF8F}">
      <dgm:prSet/>
      <dgm:spPr/>
      <dgm:t>
        <a:bodyPr/>
        <a:lstStyle/>
        <a:p>
          <a:endParaRPr lang="en-GB"/>
        </a:p>
      </dgm:t>
    </dgm:pt>
    <dgm:pt modelId="{3CEFAAEB-6E85-4B86-B09B-83B81D2D82BE}" type="sibTrans" cxnId="{ADE70FF8-EF8F-4CDE-9966-0ECC8E2EDF8F}">
      <dgm:prSet/>
      <dgm:spPr/>
      <dgm:t>
        <a:bodyPr/>
        <a:lstStyle/>
        <a:p>
          <a:endParaRPr lang="en-GB"/>
        </a:p>
      </dgm:t>
    </dgm:pt>
    <dgm:pt modelId="{C1806615-40BA-4660-A41A-187A59204E8F}" type="pres">
      <dgm:prSet presAssocID="{ABDBC4A5-8AF5-4E19-A5EA-FBDDCDAF20A5}" presName="Name0" presStyleCnt="0">
        <dgm:presLayoutVars>
          <dgm:dir/>
          <dgm:resizeHandles val="exact"/>
        </dgm:presLayoutVars>
      </dgm:prSet>
      <dgm:spPr/>
    </dgm:pt>
    <dgm:pt modelId="{0022B9DC-0CDE-4DFB-AAA1-B656F0CC10B6}" type="pres">
      <dgm:prSet presAssocID="{C3274065-0A1F-459F-AFF4-2A3D1DD1C65F}" presName="node" presStyleLbl="node1" presStyleIdx="0" presStyleCnt="6">
        <dgm:presLayoutVars>
          <dgm:bulletEnabled val="1"/>
        </dgm:presLayoutVars>
      </dgm:prSet>
      <dgm:spPr/>
    </dgm:pt>
    <dgm:pt modelId="{B27437C1-D631-4A3A-999B-C7A091344474}" type="pres">
      <dgm:prSet presAssocID="{22B2FDDA-5E8A-4956-974E-F0499B128BDD}" presName="sibTrans" presStyleLbl="sibTrans2D1" presStyleIdx="0" presStyleCnt="5"/>
      <dgm:spPr/>
    </dgm:pt>
    <dgm:pt modelId="{53883148-81E0-46BB-94E1-6F0EBB3151C1}" type="pres">
      <dgm:prSet presAssocID="{22B2FDDA-5E8A-4956-974E-F0499B128BDD}" presName="connectorText" presStyleLbl="sibTrans2D1" presStyleIdx="0" presStyleCnt="5"/>
      <dgm:spPr/>
    </dgm:pt>
    <dgm:pt modelId="{A19FD24E-4789-43FD-9A75-FA90DE1985B5}" type="pres">
      <dgm:prSet presAssocID="{AD0FA62B-BADF-4B17-B120-962B49CD5384}" presName="node" presStyleLbl="node1" presStyleIdx="1" presStyleCnt="6" custLinFactNeighborX="14873">
        <dgm:presLayoutVars>
          <dgm:bulletEnabled val="1"/>
        </dgm:presLayoutVars>
      </dgm:prSet>
      <dgm:spPr/>
    </dgm:pt>
    <dgm:pt modelId="{F7C48118-4999-49CB-B2B2-CBA1D350C0A1}" type="pres">
      <dgm:prSet presAssocID="{BF40DED0-FCD0-4AE9-B96B-2F8AFA7B4C19}" presName="sibTrans" presStyleLbl="sibTrans2D1" presStyleIdx="1" presStyleCnt="5" custScaleX="134641" custScaleY="70284"/>
      <dgm:spPr/>
    </dgm:pt>
    <dgm:pt modelId="{91D29A1E-BB7D-4D92-9846-1720105F4433}" type="pres">
      <dgm:prSet presAssocID="{BF40DED0-FCD0-4AE9-B96B-2F8AFA7B4C19}" presName="connectorText" presStyleLbl="sibTrans2D1" presStyleIdx="1" presStyleCnt="5"/>
      <dgm:spPr/>
    </dgm:pt>
    <dgm:pt modelId="{DC185D3F-FE77-461B-999F-AFC7EEAF69C5}" type="pres">
      <dgm:prSet presAssocID="{C86C6B43-58F6-4562-9A8B-86F45F628571}" presName="node" presStyleLbl="node1" presStyleIdx="2" presStyleCnt="6" custLinFactNeighborX="-3155" custLinFactNeighborY="558">
        <dgm:presLayoutVars>
          <dgm:bulletEnabled val="1"/>
        </dgm:presLayoutVars>
      </dgm:prSet>
      <dgm:spPr/>
    </dgm:pt>
    <dgm:pt modelId="{61237FC0-7F09-4D1C-B8A4-6D914D38C66D}" type="pres">
      <dgm:prSet presAssocID="{17E0DFD4-7BA5-471C-9FEE-5D28C187C072}" presName="sibTrans" presStyleLbl="sibTrans2D1" presStyleIdx="2" presStyleCnt="5" custAng="10800000" custFlipHor="1" custScaleX="110096" custLinFactNeighborX="4701" custLinFactNeighborY="3248"/>
      <dgm:spPr/>
    </dgm:pt>
    <dgm:pt modelId="{32B8E9F6-0C83-4724-AC32-EEBA285A8D16}" type="pres">
      <dgm:prSet presAssocID="{17E0DFD4-7BA5-471C-9FEE-5D28C187C072}" presName="connectorText" presStyleLbl="sibTrans2D1" presStyleIdx="2" presStyleCnt="5"/>
      <dgm:spPr/>
    </dgm:pt>
    <dgm:pt modelId="{4F9FA3B5-74BC-45BD-9D4E-D91CC0D80D1E}" type="pres">
      <dgm:prSet presAssocID="{7CD45E90-0B00-4D96-981B-CBDD9C022C4E}" presName="node" presStyleLbl="node1" presStyleIdx="3" presStyleCnt="6">
        <dgm:presLayoutVars>
          <dgm:bulletEnabled val="1"/>
        </dgm:presLayoutVars>
      </dgm:prSet>
      <dgm:spPr/>
    </dgm:pt>
    <dgm:pt modelId="{0791AAA8-67FC-4B7D-8999-3A8F71CEC2AC}" type="pres">
      <dgm:prSet presAssocID="{9EE097CF-AD0B-47FB-A94A-308E6E88FD9F}" presName="sibTrans" presStyleLbl="sibTrans2D1" presStyleIdx="3" presStyleCnt="5"/>
      <dgm:spPr/>
    </dgm:pt>
    <dgm:pt modelId="{F2B835A3-4C33-423B-A0AE-F42856A7C4A4}" type="pres">
      <dgm:prSet presAssocID="{9EE097CF-AD0B-47FB-A94A-308E6E88FD9F}" presName="connectorText" presStyleLbl="sibTrans2D1" presStyleIdx="3" presStyleCnt="5"/>
      <dgm:spPr/>
    </dgm:pt>
    <dgm:pt modelId="{2B1E9E0B-87D3-4A2F-89AB-0D56BED2E797}" type="pres">
      <dgm:prSet presAssocID="{E901400C-1846-47ED-B571-7B2CFB95E77A}" presName="node" presStyleLbl="node1" presStyleIdx="4" presStyleCnt="6" custLinFactNeighborX="38676" custLinFactNeighborY="-558">
        <dgm:presLayoutVars>
          <dgm:bulletEnabled val="1"/>
        </dgm:presLayoutVars>
      </dgm:prSet>
      <dgm:spPr/>
    </dgm:pt>
    <dgm:pt modelId="{B4057DCE-652F-4C30-B5F1-E49CAFB92499}" type="pres">
      <dgm:prSet presAssocID="{0B7C017A-A2E9-41B0-BA87-FA033BBB7856}" presName="sibTrans" presStyleLbl="sibTrans2D1" presStyleIdx="4" presStyleCnt="5" custScaleX="173231" custScaleY="91129"/>
      <dgm:spPr/>
    </dgm:pt>
    <dgm:pt modelId="{092613AD-1222-4529-9439-A1F9EEE3F19D}" type="pres">
      <dgm:prSet presAssocID="{0B7C017A-A2E9-41B0-BA87-FA033BBB7856}" presName="connectorText" presStyleLbl="sibTrans2D1" presStyleIdx="4" presStyleCnt="5"/>
      <dgm:spPr/>
    </dgm:pt>
    <dgm:pt modelId="{06365A47-A6B6-444D-A588-E92406961CDB}" type="pres">
      <dgm:prSet presAssocID="{756F4BDC-7501-45A6-8A20-FB23B75568C0}" presName="node" presStyleLbl="node1" presStyleIdx="5" presStyleCnt="6" custLinFactX="1899" custLinFactNeighborX="100000" custLinFactNeighborY="-2116">
        <dgm:presLayoutVars>
          <dgm:bulletEnabled val="1"/>
        </dgm:presLayoutVars>
      </dgm:prSet>
      <dgm:spPr/>
    </dgm:pt>
  </dgm:ptLst>
  <dgm:cxnLst>
    <dgm:cxn modelId="{EDAA2B00-8249-449D-8711-3D9A98A28070}" type="presOf" srcId="{C3274065-0A1F-459F-AFF4-2A3D1DD1C65F}" destId="{0022B9DC-0CDE-4DFB-AAA1-B656F0CC10B6}" srcOrd="0" destOrd="0" presId="urn:microsoft.com/office/officeart/2005/8/layout/process1"/>
    <dgm:cxn modelId="{76E31E04-62B4-42CD-9F4B-1CB20E738A22}" type="presOf" srcId="{AD0FA62B-BADF-4B17-B120-962B49CD5384}" destId="{A19FD24E-4789-43FD-9A75-FA90DE1985B5}" srcOrd="0" destOrd="0" presId="urn:microsoft.com/office/officeart/2005/8/layout/process1"/>
    <dgm:cxn modelId="{2CBC660A-9E96-4F6C-827D-107B03D24BD3}" type="presOf" srcId="{2E0DB888-DB7F-48E8-B72B-A92ACECDC2A8}" destId="{A19FD24E-4789-43FD-9A75-FA90DE1985B5}" srcOrd="0" destOrd="2" presId="urn:microsoft.com/office/officeart/2005/8/layout/process1"/>
    <dgm:cxn modelId="{3C876D11-E420-4475-B6F2-63970A1670FC}" srcId="{ABDBC4A5-8AF5-4E19-A5EA-FBDDCDAF20A5}" destId="{AD0FA62B-BADF-4B17-B120-962B49CD5384}" srcOrd="1" destOrd="0" parTransId="{4BD23385-C8AE-48B5-B984-015D4C8BBC55}" sibTransId="{BF40DED0-FCD0-4AE9-B96B-2F8AFA7B4C19}"/>
    <dgm:cxn modelId="{1FFB3717-36EA-4CFF-AFA6-82BEA1BE7838}" type="presOf" srcId="{0B7C017A-A2E9-41B0-BA87-FA033BBB7856}" destId="{092613AD-1222-4529-9439-A1F9EEE3F19D}" srcOrd="1" destOrd="0" presId="urn:microsoft.com/office/officeart/2005/8/layout/process1"/>
    <dgm:cxn modelId="{9037B11B-0A34-453D-A7AA-64CEE3AEA92D}" srcId="{E901400C-1846-47ED-B571-7B2CFB95E77A}" destId="{4AE5FA8E-AE8A-412B-B434-8F57A5C63E50}" srcOrd="1" destOrd="0" parTransId="{A231D500-FEED-4E77-8E78-D5499C2CD4B0}" sibTransId="{1B649B38-E80C-4A43-AEAC-FBEFCBB532F2}"/>
    <dgm:cxn modelId="{060CA71D-A6EB-4E66-89B6-AE0E60E8F5F1}" srcId="{ABDBC4A5-8AF5-4E19-A5EA-FBDDCDAF20A5}" destId="{7CD45E90-0B00-4D96-981B-CBDD9C022C4E}" srcOrd="3" destOrd="0" parTransId="{6B286B77-8FBF-4862-A34E-4A94F2FB0D14}" sibTransId="{9EE097CF-AD0B-47FB-A94A-308E6E88FD9F}"/>
    <dgm:cxn modelId="{94DC1C24-5EA4-4E9D-9EA5-2134AF800053}" type="presOf" srcId="{9EE097CF-AD0B-47FB-A94A-308E6E88FD9F}" destId="{0791AAA8-67FC-4B7D-8999-3A8F71CEC2AC}" srcOrd="0" destOrd="0" presId="urn:microsoft.com/office/officeart/2005/8/layout/process1"/>
    <dgm:cxn modelId="{BC8BD736-99B9-4D33-8C2B-F06576C83AFC}" type="presOf" srcId="{ABDBC4A5-8AF5-4E19-A5EA-FBDDCDAF20A5}" destId="{C1806615-40BA-4660-A41A-187A59204E8F}" srcOrd="0" destOrd="0" presId="urn:microsoft.com/office/officeart/2005/8/layout/process1"/>
    <dgm:cxn modelId="{DCB6BB38-1508-4B8B-B994-09E338639ED8}" type="presOf" srcId="{67C2C281-27E0-4154-AE54-D8CE8ED2488A}" destId="{06365A47-A6B6-444D-A588-E92406961CDB}" srcOrd="0" destOrd="2" presId="urn:microsoft.com/office/officeart/2005/8/layout/process1"/>
    <dgm:cxn modelId="{5AFB1B3A-5D48-475A-A356-A9806A269D73}" type="presOf" srcId="{BF40DED0-FCD0-4AE9-B96B-2F8AFA7B4C19}" destId="{91D29A1E-BB7D-4D92-9846-1720105F4433}" srcOrd="1" destOrd="0" presId="urn:microsoft.com/office/officeart/2005/8/layout/process1"/>
    <dgm:cxn modelId="{577EA640-97D7-426A-9B34-92073FCB1EC0}" type="presOf" srcId="{0B7C017A-A2E9-41B0-BA87-FA033BBB7856}" destId="{B4057DCE-652F-4C30-B5F1-E49CAFB92499}" srcOrd="0" destOrd="0" presId="urn:microsoft.com/office/officeart/2005/8/layout/process1"/>
    <dgm:cxn modelId="{3973B149-0835-42EC-96F1-70E6625B1600}" type="presOf" srcId="{AD1115B5-B1E2-4009-B25E-A631D6E95913}" destId="{DC185D3F-FE77-461B-999F-AFC7EEAF69C5}" srcOrd="0" destOrd="1" presId="urn:microsoft.com/office/officeart/2005/8/layout/process1"/>
    <dgm:cxn modelId="{5053296A-91BF-4AA9-96FF-2E42C560CBAF}" srcId="{7CD45E90-0B00-4D96-981B-CBDD9C022C4E}" destId="{78BF0B33-EF9D-4BD6-BA72-FC7A97BB65AE}" srcOrd="0" destOrd="0" parTransId="{295459E9-EB7F-4FC1-BE67-023B954B7335}" sibTransId="{371C4A34-F221-4226-B3A0-FCECC98B60F4}"/>
    <dgm:cxn modelId="{7EB99A4D-A322-439C-A982-F339A34B8660}" srcId="{AD0FA62B-BADF-4B17-B120-962B49CD5384}" destId="{9C7C21CF-427D-4E60-8765-2148ECBDA3C0}" srcOrd="0" destOrd="0" parTransId="{FCEFB17B-65FB-4DB4-8BD7-FEDCC4DBAB60}" sibTransId="{F6796D09-D6AA-4760-A75A-A826703E9C67}"/>
    <dgm:cxn modelId="{D702B14F-8273-4F3B-AB50-DCD92BD202BE}" type="presOf" srcId="{C86C6B43-58F6-4562-9A8B-86F45F628571}" destId="{DC185D3F-FE77-461B-999F-AFC7EEAF69C5}" srcOrd="0" destOrd="0" presId="urn:microsoft.com/office/officeart/2005/8/layout/process1"/>
    <dgm:cxn modelId="{5F241E73-20EE-4DC1-9699-EF3773E0F58F}" srcId="{C3274065-0A1F-459F-AFF4-2A3D1DD1C65F}" destId="{10FFFE30-BB20-4655-932E-CFF51ADD1D69}" srcOrd="1" destOrd="0" parTransId="{F5B81485-26B7-4E7E-BD29-3B1386C515BE}" sibTransId="{16FDC964-8BCE-4D41-9F98-3D1BC57940C3}"/>
    <dgm:cxn modelId="{E39FC857-4724-40DA-BC56-0CC738F0CEC7}" type="presOf" srcId="{859870D0-3500-4658-A60C-8E64FA5E6171}" destId="{2B1E9E0B-87D3-4A2F-89AB-0D56BED2E797}" srcOrd="0" destOrd="1" presId="urn:microsoft.com/office/officeart/2005/8/layout/process1"/>
    <dgm:cxn modelId="{C304D478-DFA2-4C3F-8892-AA44A4BC7B4E}" srcId="{C3274065-0A1F-459F-AFF4-2A3D1DD1C65F}" destId="{C3F6AC9D-5CCC-4B8A-8B1E-1DA9AE6BB887}" srcOrd="0" destOrd="0" parTransId="{14C83473-F688-4D55-B6DD-845C15FACA42}" sibTransId="{C415DD48-4D32-4716-BD0E-AF325216196A}"/>
    <dgm:cxn modelId="{9FF0B359-2B14-43AD-BFF4-B36DBFC3F912}" type="presOf" srcId="{D17B7519-6F09-4CFF-889C-5DE26DF8D5C0}" destId="{DC185D3F-FE77-461B-999F-AFC7EEAF69C5}" srcOrd="0" destOrd="2" presId="urn:microsoft.com/office/officeart/2005/8/layout/process1"/>
    <dgm:cxn modelId="{0624177C-0DDE-4B30-AB92-8FF366E408A3}" srcId="{ABDBC4A5-8AF5-4E19-A5EA-FBDDCDAF20A5}" destId="{E901400C-1846-47ED-B571-7B2CFB95E77A}" srcOrd="4" destOrd="0" parTransId="{EA0F044E-20C4-49DB-80F0-49AA63522245}" sibTransId="{0B7C017A-A2E9-41B0-BA87-FA033BBB7856}"/>
    <dgm:cxn modelId="{60D65688-7ED6-4AD2-9792-BB8AD5F4C434}" srcId="{AD0FA62B-BADF-4B17-B120-962B49CD5384}" destId="{2E0DB888-DB7F-48E8-B72B-A92ACECDC2A8}" srcOrd="1" destOrd="0" parTransId="{B906F711-196E-4DE9-9011-A0FD5B3EDD8D}" sibTransId="{BB5D56B5-ECA8-49AC-8E05-5C8FEF084EB2}"/>
    <dgm:cxn modelId="{1B4F1E8B-A00B-436A-A2E5-B8CC4D228649}" type="presOf" srcId="{22B2FDDA-5E8A-4956-974E-F0499B128BDD}" destId="{B27437C1-D631-4A3A-999B-C7A091344474}" srcOrd="0" destOrd="0" presId="urn:microsoft.com/office/officeart/2005/8/layout/process1"/>
    <dgm:cxn modelId="{E4492E90-562D-4D2E-84FC-E68CC7DC17FA}" type="presOf" srcId="{9EE097CF-AD0B-47FB-A94A-308E6E88FD9F}" destId="{F2B835A3-4C33-423B-A0AE-F42856A7C4A4}" srcOrd="1" destOrd="0" presId="urn:microsoft.com/office/officeart/2005/8/layout/process1"/>
    <dgm:cxn modelId="{D36AFAA2-1492-4BC5-9D2D-555B51B6BF56}" srcId="{756F4BDC-7501-45A6-8A20-FB23B75568C0}" destId="{F49D172F-48EF-4426-AC48-E7BA06098FC1}" srcOrd="0" destOrd="0" parTransId="{CED42339-3DE4-4212-BEC9-8F5C69B27CC9}" sibTransId="{765816B4-4EA2-4AF5-BA51-B305B954227B}"/>
    <dgm:cxn modelId="{C0D6B2A6-BC97-4E08-B3D2-5806B06D8186}" type="presOf" srcId="{17E0DFD4-7BA5-471C-9FEE-5D28C187C072}" destId="{61237FC0-7F09-4D1C-B8A4-6D914D38C66D}" srcOrd="0" destOrd="0" presId="urn:microsoft.com/office/officeart/2005/8/layout/process1"/>
    <dgm:cxn modelId="{78D6E7AD-E9D5-4E56-B2ED-1D45B8CCAFFC}" type="presOf" srcId="{9C7C21CF-427D-4E60-8765-2148ECBDA3C0}" destId="{A19FD24E-4789-43FD-9A75-FA90DE1985B5}" srcOrd="0" destOrd="1" presId="urn:microsoft.com/office/officeart/2005/8/layout/process1"/>
    <dgm:cxn modelId="{E63260B2-72B5-4D40-9567-C01D1D6A0AAB}" type="presOf" srcId="{F49D172F-48EF-4426-AC48-E7BA06098FC1}" destId="{06365A47-A6B6-444D-A588-E92406961CDB}" srcOrd="0" destOrd="1" presId="urn:microsoft.com/office/officeart/2005/8/layout/process1"/>
    <dgm:cxn modelId="{EDFFCCB2-6541-4647-BDFE-5CD1038C58EE}" type="presOf" srcId="{C3F6AC9D-5CCC-4B8A-8B1E-1DA9AE6BB887}" destId="{0022B9DC-0CDE-4DFB-AAA1-B656F0CC10B6}" srcOrd="0" destOrd="1" presId="urn:microsoft.com/office/officeart/2005/8/layout/process1"/>
    <dgm:cxn modelId="{D6FF00B7-8AC6-4795-8FD0-E48D3F3726D7}" type="presOf" srcId="{78BF0B33-EF9D-4BD6-BA72-FC7A97BB65AE}" destId="{4F9FA3B5-74BC-45BD-9D4E-D91CC0D80D1E}" srcOrd="0" destOrd="1" presId="urn:microsoft.com/office/officeart/2005/8/layout/process1"/>
    <dgm:cxn modelId="{B9678BC2-685B-44CB-AC5F-F038B2A320C0}" type="presOf" srcId="{4AE5FA8E-AE8A-412B-B434-8F57A5C63E50}" destId="{2B1E9E0B-87D3-4A2F-89AB-0D56BED2E797}" srcOrd="0" destOrd="2" presId="urn:microsoft.com/office/officeart/2005/8/layout/process1"/>
    <dgm:cxn modelId="{D4EC62C3-E3B7-48DA-B3C3-2551C427029D}" srcId="{ABDBC4A5-8AF5-4E19-A5EA-FBDDCDAF20A5}" destId="{C3274065-0A1F-459F-AFF4-2A3D1DD1C65F}" srcOrd="0" destOrd="0" parTransId="{26E584AB-E257-48F9-ADD1-803E35FD3A90}" sibTransId="{22B2FDDA-5E8A-4956-974E-F0499B128BDD}"/>
    <dgm:cxn modelId="{B7A230C7-D300-47AD-839D-CED1B6865FD7}" type="presOf" srcId="{E901400C-1846-47ED-B571-7B2CFB95E77A}" destId="{2B1E9E0B-87D3-4A2F-89AB-0D56BED2E797}" srcOrd="0" destOrd="0" presId="urn:microsoft.com/office/officeart/2005/8/layout/process1"/>
    <dgm:cxn modelId="{05109CD0-7B38-414C-9791-2D590115FF94}" type="presOf" srcId="{22B2FDDA-5E8A-4956-974E-F0499B128BDD}" destId="{53883148-81E0-46BB-94E1-6F0EBB3151C1}" srcOrd="1" destOrd="0" presId="urn:microsoft.com/office/officeart/2005/8/layout/process1"/>
    <dgm:cxn modelId="{750B5CD3-E9CB-416F-8FED-10FC0BABF7E1}" srcId="{C86C6B43-58F6-4562-9A8B-86F45F628571}" destId="{AD1115B5-B1E2-4009-B25E-A631D6E95913}" srcOrd="0" destOrd="0" parTransId="{1B066A71-67CB-43F6-85BC-04142662FEF5}" sibTransId="{E9A62C97-D887-4C41-AD37-330E7925A3B4}"/>
    <dgm:cxn modelId="{7F6000D9-206E-4DFE-8A71-69A7A04A795E}" srcId="{E901400C-1846-47ED-B571-7B2CFB95E77A}" destId="{859870D0-3500-4658-A60C-8E64FA5E6171}" srcOrd="0" destOrd="0" parTransId="{4F1FE82B-3E8F-47E2-95F3-40DD0ADAD241}" sibTransId="{8C633FD6-02E1-4EFB-A06B-4068A76B78E2}"/>
    <dgm:cxn modelId="{361580DD-FF86-4FE8-878B-64822BDA2688}" type="presOf" srcId="{756F4BDC-7501-45A6-8A20-FB23B75568C0}" destId="{06365A47-A6B6-444D-A588-E92406961CDB}" srcOrd="0" destOrd="0" presId="urn:microsoft.com/office/officeart/2005/8/layout/process1"/>
    <dgm:cxn modelId="{5C5894DE-878D-4326-AC8A-BCEEEE64E516}" type="presOf" srcId="{10FFFE30-BB20-4655-932E-CFF51ADD1D69}" destId="{0022B9DC-0CDE-4DFB-AAA1-B656F0CC10B6}" srcOrd="0" destOrd="2" presId="urn:microsoft.com/office/officeart/2005/8/layout/process1"/>
    <dgm:cxn modelId="{D2DBEFDE-C4D2-47FB-B58A-001C0A711C0D}" type="presOf" srcId="{17E0DFD4-7BA5-471C-9FEE-5D28C187C072}" destId="{32B8E9F6-0C83-4724-AC32-EEBA285A8D16}" srcOrd="1" destOrd="0" presId="urn:microsoft.com/office/officeart/2005/8/layout/process1"/>
    <dgm:cxn modelId="{271F15E2-3878-43C1-BC1A-7ADC8FC7A6A2}" type="presOf" srcId="{7CD45E90-0B00-4D96-981B-CBDD9C022C4E}" destId="{4F9FA3B5-74BC-45BD-9D4E-D91CC0D80D1E}" srcOrd="0" destOrd="0" presId="urn:microsoft.com/office/officeart/2005/8/layout/process1"/>
    <dgm:cxn modelId="{1D3FFAE8-0C23-4D34-927C-83F184D53517}" srcId="{C86C6B43-58F6-4562-9A8B-86F45F628571}" destId="{D17B7519-6F09-4CFF-889C-5DE26DF8D5C0}" srcOrd="1" destOrd="0" parTransId="{BD9B3F03-CEDE-4E9A-AC8D-F54668CA2ABA}" sibTransId="{A2623848-EA2D-48C9-811E-9B7E07CC046F}"/>
    <dgm:cxn modelId="{CE37A8ED-FC23-4981-AB43-0631E4F2ADC6}" srcId="{ABDBC4A5-8AF5-4E19-A5EA-FBDDCDAF20A5}" destId="{756F4BDC-7501-45A6-8A20-FB23B75568C0}" srcOrd="5" destOrd="0" parTransId="{494A6F96-C8DF-4571-9A7F-D6DF08F52960}" sibTransId="{F3F9127A-3301-4F39-945B-B953624ECF91}"/>
    <dgm:cxn modelId="{ADE70FF8-EF8F-4CDE-9966-0ECC8E2EDF8F}" srcId="{756F4BDC-7501-45A6-8A20-FB23B75568C0}" destId="{67C2C281-27E0-4154-AE54-D8CE8ED2488A}" srcOrd="1" destOrd="0" parTransId="{E95FCABB-56F6-4C4C-8CAD-54AAD6C4534A}" sibTransId="{3CEFAAEB-6E85-4B86-B09B-83B81D2D82BE}"/>
    <dgm:cxn modelId="{36E64AFB-4F95-4897-8907-D4DB40BBBA75}" type="presOf" srcId="{BF40DED0-FCD0-4AE9-B96B-2F8AFA7B4C19}" destId="{F7C48118-4999-49CB-B2B2-CBA1D350C0A1}" srcOrd="0" destOrd="0" presId="urn:microsoft.com/office/officeart/2005/8/layout/process1"/>
    <dgm:cxn modelId="{B3E11DFE-FCC9-4B73-94A6-717F3B7576F4}" srcId="{ABDBC4A5-8AF5-4E19-A5EA-FBDDCDAF20A5}" destId="{C86C6B43-58F6-4562-9A8B-86F45F628571}" srcOrd="2" destOrd="0" parTransId="{3DDA3ADF-3F0A-41ED-8197-53C11A5E9F0D}" sibTransId="{17E0DFD4-7BA5-471C-9FEE-5D28C187C072}"/>
    <dgm:cxn modelId="{7CFFCEBE-5FBC-493F-AD06-93B011E06C40}" type="presParOf" srcId="{C1806615-40BA-4660-A41A-187A59204E8F}" destId="{0022B9DC-0CDE-4DFB-AAA1-B656F0CC10B6}" srcOrd="0" destOrd="0" presId="urn:microsoft.com/office/officeart/2005/8/layout/process1"/>
    <dgm:cxn modelId="{A4D66504-E2CD-4733-ACA0-7C75060E129D}" type="presParOf" srcId="{C1806615-40BA-4660-A41A-187A59204E8F}" destId="{B27437C1-D631-4A3A-999B-C7A091344474}" srcOrd="1" destOrd="0" presId="urn:microsoft.com/office/officeart/2005/8/layout/process1"/>
    <dgm:cxn modelId="{8F38962E-6402-42B9-8CA5-BDBFD617DBB3}" type="presParOf" srcId="{B27437C1-D631-4A3A-999B-C7A091344474}" destId="{53883148-81E0-46BB-94E1-6F0EBB3151C1}" srcOrd="0" destOrd="0" presId="urn:microsoft.com/office/officeart/2005/8/layout/process1"/>
    <dgm:cxn modelId="{F58FDC44-7C3A-4A8A-8248-D62C34143D91}" type="presParOf" srcId="{C1806615-40BA-4660-A41A-187A59204E8F}" destId="{A19FD24E-4789-43FD-9A75-FA90DE1985B5}" srcOrd="2" destOrd="0" presId="urn:microsoft.com/office/officeart/2005/8/layout/process1"/>
    <dgm:cxn modelId="{155381AD-8DD2-4364-9CEE-69248DAE06CE}" type="presParOf" srcId="{C1806615-40BA-4660-A41A-187A59204E8F}" destId="{F7C48118-4999-49CB-B2B2-CBA1D350C0A1}" srcOrd="3" destOrd="0" presId="urn:microsoft.com/office/officeart/2005/8/layout/process1"/>
    <dgm:cxn modelId="{BA342841-6183-4436-8A36-DCCA37037B2D}" type="presParOf" srcId="{F7C48118-4999-49CB-B2B2-CBA1D350C0A1}" destId="{91D29A1E-BB7D-4D92-9846-1720105F4433}" srcOrd="0" destOrd="0" presId="urn:microsoft.com/office/officeart/2005/8/layout/process1"/>
    <dgm:cxn modelId="{DEDF369E-01A4-4D4B-BAAB-4FF9CCDDFD3B}" type="presParOf" srcId="{C1806615-40BA-4660-A41A-187A59204E8F}" destId="{DC185D3F-FE77-461B-999F-AFC7EEAF69C5}" srcOrd="4" destOrd="0" presId="urn:microsoft.com/office/officeart/2005/8/layout/process1"/>
    <dgm:cxn modelId="{6A8C2142-BE2C-464B-8E91-54D480B7EEF3}" type="presParOf" srcId="{C1806615-40BA-4660-A41A-187A59204E8F}" destId="{61237FC0-7F09-4D1C-B8A4-6D914D38C66D}" srcOrd="5" destOrd="0" presId="urn:microsoft.com/office/officeart/2005/8/layout/process1"/>
    <dgm:cxn modelId="{1C1F149F-0273-4513-843D-4466D51074CC}" type="presParOf" srcId="{61237FC0-7F09-4D1C-B8A4-6D914D38C66D}" destId="{32B8E9F6-0C83-4724-AC32-EEBA285A8D16}" srcOrd="0" destOrd="0" presId="urn:microsoft.com/office/officeart/2005/8/layout/process1"/>
    <dgm:cxn modelId="{3D051E93-1E7D-484E-A34E-695740819E3A}" type="presParOf" srcId="{C1806615-40BA-4660-A41A-187A59204E8F}" destId="{4F9FA3B5-74BC-45BD-9D4E-D91CC0D80D1E}" srcOrd="6" destOrd="0" presId="urn:microsoft.com/office/officeart/2005/8/layout/process1"/>
    <dgm:cxn modelId="{B51B0F66-F3C4-409B-92FC-CE937CE69DE0}" type="presParOf" srcId="{C1806615-40BA-4660-A41A-187A59204E8F}" destId="{0791AAA8-67FC-4B7D-8999-3A8F71CEC2AC}" srcOrd="7" destOrd="0" presId="urn:microsoft.com/office/officeart/2005/8/layout/process1"/>
    <dgm:cxn modelId="{0BEDB08B-F760-4061-AE31-08DB72558E73}" type="presParOf" srcId="{0791AAA8-67FC-4B7D-8999-3A8F71CEC2AC}" destId="{F2B835A3-4C33-423B-A0AE-F42856A7C4A4}" srcOrd="0" destOrd="0" presId="urn:microsoft.com/office/officeart/2005/8/layout/process1"/>
    <dgm:cxn modelId="{17D6214B-51CB-4B63-85E3-A07991170E4E}" type="presParOf" srcId="{C1806615-40BA-4660-A41A-187A59204E8F}" destId="{2B1E9E0B-87D3-4A2F-89AB-0D56BED2E797}" srcOrd="8" destOrd="0" presId="urn:microsoft.com/office/officeart/2005/8/layout/process1"/>
    <dgm:cxn modelId="{69FCDDA6-91BC-44BF-8348-9CDB9D39D142}" type="presParOf" srcId="{C1806615-40BA-4660-A41A-187A59204E8F}" destId="{B4057DCE-652F-4C30-B5F1-E49CAFB92499}" srcOrd="9" destOrd="0" presId="urn:microsoft.com/office/officeart/2005/8/layout/process1"/>
    <dgm:cxn modelId="{0F953FF7-48E2-484F-BBD3-4C4BBC857315}" type="presParOf" srcId="{B4057DCE-652F-4C30-B5F1-E49CAFB92499}" destId="{092613AD-1222-4529-9439-A1F9EEE3F19D}" srcOrd="0" destOrd="0" presId="urn:microsoft.com/office/officeart/2005/8/layout/process1"/>
    <dgm:cxn modelId="{D6F7F93D-C799-4625-BBE5-F3EAD6592216}" type="presParOf" srcId="{C1806615-40BA-4660-A41A-187A59204E8F}" destId="{06365A47-A6B6-444D-A588-E92406961CDB}"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82B970A-343D-4CF1-ACD8-1E2928BB0BB1}" type="doc">
      <dgm:prSet loTypeId="urn:microsoft.com/office/officeart/2005/8/layout/radial4" loCatId="relationship" qsTypeId="urn:microsoft.com/office/officeart/2005/8/quickstyle/simple2" qsCatId="simple" csTypeId="urn:microsoft.com/office/officeart/2005/8/colors/accent4_2" csCatId="accent4" phldr="1"/>
      <dgm:spPr/>
      <dgm:t>
        <a:bodyPr/>
        <a:lstStyle/>
        <a:p>
          <a:endParaRPr lang="en-IN"/>
        </a:p>
      </dgm:t>
    </dgm:pt>
    <dgm:pt modelId="{50075DFF-BDD2-4B22-BB45-D72E355A0837}">
      <dgm:prSet phldrT="[Text]" custT="1"/>
      <dgm:spPr/>
      <dgm:t>
        <a:bodyPr/>
        <a:lstStyle/>
        <a:p>
          <a:pPr>
            <a:buNone/>
          </a:pPr>
          <a:r>
            <a:rPr lang="en-GB" sz="3500" noProof="0" dirty="0"/>
            <a:t>Hybrid Analysis - Interaction Diagram</a:t>
          </a:r>
        </a:p>
      </dgm:t>
    </dgm:pt>
    <dgm:pt modelId="{8EBEC8EE-1475-4134-9795-1AD1D3E69769}" type="parTrans" cxnId="{16815193-993C-4DD3-9052-FCC6BEFAB67F}">
      <dgm:prSet/>
      <dgm:spPr/>
      <dgm:t>
        <a:bodyPr/>
        <a:lstStyle/>
        <a:p>
          <a:endParaRPr lang="en-IN"/>
        </a:p>
      </dgm:t>
    </dgm:pt>
    <dgm:pt modelId="{0A9D0EF0-9EBE-48F2-82FB-8B164A14BE5E}" type="sibTrans" cxnId="{16815193-993C-4DD3-9052-FCC6BEFAB67F}">
      <dgm:prSet/>
      <dgm:spPr/>
      <dgm:t>
        <a:bodyPr/>
        <a:lstStyle/>
        <a:p>
          <a:endParaRPr lang="en-IN"/>
        </a:p>
      </dgm:t>
    </dgm:pt>
    <dgm:pt modelId="{0211A353-289D-4524-9D3F-247B3468225E}">
      <dgm:prSet phldrT="[Text]"/>
      <dgm:spPr/>
      <dgm:t>
        <a:bodyPr/>
        <a:lstStyle/>
        <a:p>
          <a:pPr>
            <a:buNone/>
          </a:pPr>
          <a:r>
            <a:rPr lang="en-GB" noProof="0" dirty="0"/>
            <a:t>Static Code Structure</a:t>
          </a:r>
        </a:p>
      </dgm:t>
    </dgm:pt>
    <dgm:pt modelId="{C2F80ECA-2972-44EA-8274-BBC94B98BF8F}" type="parTrans" cxnId="{488FA463-4D2D-4F01-8629-5F245FEF84D9}">
      <dgm:prSet/>
      <dgm:spPr/>
      <dgm:t>
        <a:bodyPr/>
        <a:lstStyle/>
        <a:p>
          <a:endParaRPr lang="en-IN"/>
        </a:p>
      </dgm:t>
    </dgm:pt>
    <dgm:pt modelId="{7177C19B-DE9F-4C96-86E7-96571403DBE9}" type="sibTrans" cxnId="{488FA463-4D2D-4F01-8629-5F245FEF84D9}">
      <dgm:prSet/>
      <dgm:spPr/>
      <dgm:t>
        <a:bodyPr/>
        <a:lstStyle/>
        <a:p>
          <a:endParaRPr lang="en-IN"/>
        </a:p>
      </dgm:t>
    </dgm:pt>
    <dgm:pt modelId="{FA687220-3D64-4729-97B5-56C3B0CB4991}">
      <dgm:prSet phldrT="[Text]"/>
      <dgm:spPr/>
      <dgm:t>
        <a:bodyPr/>
        <a:lstStyle/>
        <a:p>
          <a:r>
            <a:rPr lang="en-GB" noProof="0" dirty="0"/>
            <a:t>Runtime Traces</a:t>
          </a:r>
        </a:p>
      </dgm:t>
    </dgm:pt>
    <dgm:pt modelId="{50770C6B-5AEF-4BF8-8C77-2C95B4E196AA}" type="parTrans" cxnId="{7386F78F-1D2E-458D-BF2D-B78550D9070B}">
      <dgm:prSet/>
      <dgm:spPr/>
      <dgm:t>
        <a:bodyPr/>
        <a:lstStyle/>
        <a:p>
          <a:endParaRPr lang="en-IN"/>
        </a:p>
      </dgm:t>
    </dgm:pt>
    <dgm:pt modelId="{A68AE9DD-55CD-4847-ADCA-BACF42E16F3A}" type="sibTrans" cxnId="{7386F78F-1D2E-458D-BF2D-B78550D9070B}">
      <dgm:prSet/>
      <dgm:spPr/>
      <dgm:t>
        <a:bodyPr/>
        <a:lstStyle/>
        <a:p>
          <a:endParaRPr lang="en-IN"/>
        </a:p>
      </dgm:t>
    </dgm:pt>
    <dgm:pt modelId="{82E91E0B-8AC0-4C2B-8161-BBAF5DB50A07}" type="pres">
      <dgm:prSet presAssocID="{282B970A-343D-4CF1-ACD8-1E2928BB0BB1}" presName="cycle" presStyleCnt="0">
        <dgm:presLayoutVars>
          <dgm:chMax val="1"/>
          <dgm:dir/>
          <dgm:animLvl val="ctr"/>
          <dgm:resizeHandles val="exact"/>
        </dgm:presLayoutVars>
      </dgm:prSet>
      <dgm:spPr/>
    </dgm:pt>
    <dgm:pt modelId="{E6E6520F-46AA-4630-9440-F84329110735}" type="pres">
      <dgm:prSet presAssocID="{50075DFF-BDD2-4B22-BB45-D72E355A0837}" presName="centerShape" presStyleLbl="node0" presStyleIdx="0" presStyleCnt="1" custScaleX="124053" custScaleY="126718"/>
      <dgm:spPr/>
    </dgm:pt>
    <dgm:pt modelId="{B8ACAC19-9BEB-4097-ADE6-D47CB3C1FDF8}" type="pres">
      <dgm:prSet presAssocID="{C2F80ECA-2972-44EA-8274-BBC94B98BF8F}" presName="parTrans" presStyleLbl="bgSibTrans2D1" presStyleIdx="0" presStyleCnt="2"/>
      <dgm:spPr/>
    </dgm:pt>
    <dgm:pt modelId="{E76856CA-843E-4B14-9B79-40084004CF3F}" type="pres">
      <dgm:prSet presAssocID="{0211A353-289D-4524-9D3F-247B3468225E}" presName="node" presStyleLbl="node1" presStyleIdx="0" presStyleCnt="2">
        <dgm:presLayoutVars>
          <dgm:bulletEnabled val="1"/>
        </dgm:presLayoutVars>
      </dgm:prSet>
      <dgm:spPr/>
    </dgm:pt>
    <dgm:pt modelId="{76CBC3C4-A747-4381-B8A5-1715FFDFC7F8}" type="pres">
      <dgm:prSet presAssocID="{50770C6B-5AEF-4BF8-8C77-2C95B4E196AA}" presName="parTrans" presStyleLbl="bgSibTrans2D1" presStyleIdx="1" presStyleCnt="2"/>
      <dgm:spPr/>
    </dgm:pt>
    <dgm:pt modelId="{259CC2E9-93BA-4ED4-A047-1AE3733F2CB5}" type="pres">
      <dgm:prSet presAssocID="{FA687220-3D64-4729-97B5-56C3B0CB4991}" presName="node" presStyleLbl="node1" presStyleIdx="1" presStyleCnt="2">
        <dgm:presLayoutVars>
          <dgm:bulletEnabled val="1"/>
        </dgm:presLayoutVars>
      </dgm:prSet>
      <dgm:spPr/>
    </dgm:pt>
  </dgm:ptLst>
  <dgm:cxnLst>
    <dgm:cxn modelId="{6283F10D-7F95-44CC-8320-B0B7C2BF51AF}" type="presOf" srcId="{FA687220-3D64-4729-97B5-56C3B0CB4991}" destId="{259CC2E9-93BA-4ED4-A047-1AE3733F2CB5}" srcOrd="0" destOrd="0" presId="urn:microsoft.com/office/officeart/2005/8/layout/radial4"/>
    <dgm:cxn modelId="{4DF85910-F88B-4685-BEE8-F04BD5478403}" type="presOf" srcId="{50770C6B-5AEF-4BF8-8C77-2C95B4E196AA}" destId="{76CBC3C4-A747-4381-B8A5-1715FFDFC7F8}" srcOrd="0" destOrd="0" presId="urn:microsoft.com/office/officeart/2005/8/layout/radial4"/>
    <dgm:cxn modelId="{488FA463-4D2D-4F01-8629-5F245FEF84D9}" srcId="{50075DFF-BDD2-4B22-BB45-D72E355A0837}" destId="{0211A353-289D-4524-9D3F-247B3468225E}" srcOrd="0" destOrd="0" parTransId="{C2F80ECA-2972-44EA-8274-BBC94B98BF8F}" sibTransId="{7177C19B-DE9F-4C96-86E7-96571403DBE9}"/>
    <dgm:cxn modelId="{86907D47-B84E-4805-9D79-215ABC31FB83}" type="presOf" srcId="{0211A353-289D-4524-9D3F-247B3468225E}" destId="{E76856CA-843E-4B14-9B79-40084004CF3F}" srcOrd="0" destOrd="0" presId="urn:microsoft.com/office/officeart/2005/8/layout/radial4"/>
    <dgm:cxn modelId="{7386F78F-1D2E-458D-BF2D-B78550D9070B}" srcId="{50075DFF-BDD2-4B22-BB45-D72E355A0837}" destId="{FA687220-3D64-4729-97B5-56C3B0CB4991}" srcOrd="1" destOrd="0" parTransId="{50770C6B-5AEF-4BF8-8C77-2C95B4E196AA}" sibTransId="{A68AE9DD-55CD-4847-ADCA-BACF42E16F3A}"/>
    <dgm:cxn modelId="{16815193-993C-4DD3-9052-FCC6BEFAB67F}" srcId="{282B970A-343D-4CF1-ACD8-1E2928BB0BB1}" destId="{50075DFF-BDD2-4B22-BB45-D72E355A0837}" srcOrd="0" destOrd="0" parTransId="{8EBEC8EE-1475-4134-9795-1AD1D3E69769}" sibTransId="{0A9D0EF0-9EBE-48F2-82FB-8B164A14BE5E}"/>
    <dgm:cxn modelId="{01A819B5-1592-4536-9FC5-7E476C656FBD}" type="presOf" srcId="{C2F80ECA-2972-44EA-8274-BBC94B98BF8F}" destId="{B8ACAC19-9BEB-4097-ADE6-D47CB3C1FDF8}" srcOrd="0" destOrd="0" presId="urn:microsoft.com/office/officeart/2005/8/layout/radial4"/>
    <dgm:cxn modelId="{F90622DF-7892-4921-B5AA-793A3C722ED0}" type="presOf" srcId="{282B970A-343D-4CF1-ACD8-1E2928BB0BB1}" destId="{82E91E0B-8AC0-4C2B-8161-BBAF5DB50A07}" srcOrd="0" destOrd="0" presId="urn:microsoft.com/office/officeart/2005/8/layout/radial4"/>
    <dgm:cxn modelId="{600F0AE8-A23C-4F7B-9D5C-F09DD9C5D52E}" type="presOf" srcId="{50075DFF-BDD2-4B22-BB45-D72E355A0837}" destId="{E6E6520F-46AA-4630-9440-F84329110735}" srcOrd="0" destOrd="0" presId="urn:microsoft.com/office/officeart/2005/8/layout/radial4"/>
    <dgm:cxn modelId="{DD358A00-28E4-463B-BB00-D2038B55C48F}" type="presParOf" srcId="{82E91E0B-8AC0-4C2B-8161-BBAF5DB50A07}" destId="{E6E6520F-46AA-4630-9440-F84329110735}" srcOrd="0" destOrd="0" presId="urn:microsoft.com/office/officeart/2005/8/layout/radial4"/>
    <dgm:cxn modelId="{40DC9475-6556-4EAD-8AD4-9D6D82F71BD5}" type="presParOf" srcId="{82E91E0B-8AC0-4C2B-8161-BBAF5DB50A07}" destId="{B8ACAC19-9BEB-4097-ADE6-D47CB3C1FDF8}" srcOrd="1" destOrd="0" presId="urn:microsoft.com/office/officeart/2005/8/layout/radial4"/>
    <dgm:cxn modelId="{A45E9887-4F57-4AD3-B090-544EFF98194C}" type="presParOf" srcId="{82E91E0B-8AC0-4C2B-8161-BBAF5DB50A07}" destId="{E76856CA-843E-4B14-9B79-40084004CF3F}" srcOrd="2" destOrd="0" presId="urn:microsoft.com/office/officeart/2005/8/layout/radial4"/>
    <dgm:cxn modelId="{2B33A4EC-6F98-453B-9D04-A61AD5672B65}" type="presParOf" srcId="{82E91E0B-8AC0-4C2B-8161-BBAF5DB50A07}" destId="{76CBC3C4-A747-4381-B8A5-1715FFDFC7F8}" srcOrd="3" destOrd="0" presId="urn:microsoft.com/office/officeart/2005/8/layout/radial4"/>
    <dgm:cxn modelId="{396128FF-F9A9-4A45-B224-F71282ECDC70}" type="presParOf" srcId="{82E91E0B-8AC0-4C2B-8161-BBAF5DB50A07}" destId="{259CC2E9-93BA-4ED4-A047-1AE3733F2CB5}" srcOrd="4" destOrd="0" presId="urn:microsoft.com/office/officeart/2005/8/layout/radial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65AB167-C5F2-4B06-98B2-0C690836CB92}" type="doc">
      <dgm:prSet loTypeId="urn:microsoft.com/office/officeart/2005/8/layout/process1" loCatId="process" qsTypeId="urn:microsoft.com/office/officeart/2005/8/quickstyle/simple1" qsCatId="simple" csTypeId="urn:microsoft.com/office/officeart/2005/8/colors/accent4_2" csCatId="accent4" phldr="1"/>
      <dgm:spPr/>
      <dgm:t>
        <a:bodyPr/>
        <a:lstStyle/>
        <a:p>
          <a:endParaRPr lang="en-GB"/>
        </a:p>
      </dgm:t>
    </dgm:pt>
    <dgm:pt modelId="{BDB8574A-EB20-4CBF-A2CB-822783CC6FC0}">
      <dgm:prSet phldrT="[Text]"/>
      <dgm:spPr/>
      <dgm:t>
        <a:bodyPr/>
        <a:lstStyle/>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C++ Source Code</a:t>
          </a:r>
          <a:endParaRPr lang="en-GB" noProof="0" dirty="0"/>
        </a:p>
      </dgm:t>
    </dgm:pt>
    <dgm:pt modelId="{DD69CB6C-D04D-4C90-8B7C-387472BEC3AA}" type="parTrans" cxnId="{E647244A-6564-4575-9CE9-2871755F72C7}">
      <dgm:prSet/>
      <dgm:spPr/>
      <dgm:t>
        <a:bodyPr/>
        <a:lstStyle/>
        <a:p>
          <a:endParaRPr lang="en-GB"/>
        </a:p>
      </dgm:t>
    </dgm:pt>
    <dgm:pt modelId="{C4F8E8CA-E2D3-4875-9D7A-1398837A2BEF}" type="sibTrans" cxnId="{E647244A-6564-4575-9CE9-2871755F72C7}">
      <dgm:prSet/>
      <dgm:spPr/>
      <dgm:t>
        <a:bodyPr/>
        <a:lstStyle/>
        <a:p>
          <a:endParaRPr lang="en-GB" noProof="0" dirty="0"/>
        </a:p>
      </dgm:t>
    </dgm:pt>
    <dgm:pt modelId="{7027F2C2-AEE3-41B4-8725-046FC24C1EF2}">
      <dgm:prSet phldrT="[Text]" custT="1"/>
      <dgm:spPr/>
      <dgm:t>
        <a:bodyPr/>
        <a:lstStyle/>
        <a:p>
          <a:pPr algn="l"/>
          <a:r>
            <a:rPr lang="en-GB" sz="1200"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Neo4j Property Graph (via Renaissance tool)</a:t>
          </a:r>
        </a:p>
        <a:p>
          <a:pPr algn="l"/>
          <a:r>
            <a:rPr lang="en-GB" sz="105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Typed Nodes: Components, Functions, Namespaces</a:t>
          </a:r>
        </a:p>
        <a:p>
          <a:pPr algn="l"/>
          <a:r>
            <a:rPr lang="en-GB" sz="105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Typed Edges: CALLS, INCLUDES, INHERITS, USES</a:t>
          </a:r>
          <a:endParaRPr lang="en-GB" sz="1050" b="0" noProof="0" dirty="0"/>
        </a:p>
      </dgm:t>
    </dgm:pt>
    <dgm:pt modelId="{87368B0A-3CA2-4BE2-869B-EBFF9029E1EA}" type="parTrans" cxnId="{DEDC84B8-94FD-4585-AFE9-83C2E7E837A6}">
      <dgm:prSet/>
      <dgm:spPr/>
      <dgm:t>
        <a:bodyPr/>
        <a:lstStyle/>
        <a:p>
          <a:endParaRPr lang="en-GB"/>
        </a:p>
      </dgm:t>
    </dgm:pt>
    <dgm:pt modelId="{6D110883-3BAA-498D-833F-ADCFCAE10163}" type="sibTrans" cxnId="{DEDC84B8-94FD-4585-AFE9-83C2E7E837A6}">
      <dgm:prSet/>
      <dgm:spPr/>
      <dgm:t>
        <a:bodyPr/>
        <a:lstStyle/>
        <a:p>
          <a:endParaRPr lang="en-GB" noProof="0" dirty="0"/>
        </a:p>
      </dgm:t>
    </dgm:pt>
    <dgm:pt modelId="{9591F37E-12CA-42D6-A4F7-B4D581FBB5D1}">
      <dgm:prSet phldrT="[Text]" custT="1"/>
      <dgm:spPr/>
      <dgm:t>
        <a:bodyPr/>
        <a:lstStyle/>
        <a:p>
          <a:pPr algn="l"/>
          <a:r>
            <a:rPr lang="en-GB" sz="1200"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LLM Agent Skill Pipeline (Cypher-based queries)</a:t>
          </a:r>
          <a:br>
            <a:rPr lang="en-GB" sz="1200"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Natural language to graph queries</a:t>
          </a:r>
          <a:br>
            <a:rPr lang="en-GB" sz="120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Dependency and sequence tables as intermediate output</a:t>
          </a:r>
          <a:endParaRPr lang="en-GB" sz="1200" b="0" noProof="0" dirty="0"/>
        </a:p>
      </dgm:t>
    </dgm:pt>
    <dgm:pt modelId="{3EB9097F-BBB2-4306-895E-E16C7A9FCEF9}" type="parTrans" cxnId="{704AA0B0-0EBA-4199-843B-7357A594BE39}">
      <dgm:prSet/>
      <dgm:spPr/>
      <dgm:t>
        <a:bodyPr/>
        <a:lstStyle/>
        <a:p>
          <a:endParaRPr lang="en-GB"/>
        </a:p>
      </dgm:t>
    </dgm:pt>
    <dgm:pt modelId="{0B620B68-784F-4A73-B2E5-133E9F824831}" type="sibTrans" cxnId="{704AA0B0-0EBA-4199-843B-7357A594BE39}">
      <dgm:prSet/>
      <dgm:spPr/>
      <dgm:t>
        <a:bodyPr/>
        <a:lstStyle/>
        <a:p>
          <a:endParaRPr lang="en-GB"/>
        </a:p>
      </dgm:t>
    </dgm:pt>
    <dgm:pt modelId="{A272EFE1-2756-4AF9-BB32-BE479D503D6D}" type="pres">
      <dgm:prSet presAssocID="{165AB167-C5F2-4B06-98B2-0C690836CB92}" presName="Name0" presStyleCnt="0">
        <dgm:presLayoutVars>
          <dgm:dir/>
          <dgm:resizeHandles val="exact"/>
        </dgm:presLayoutVars>
      </dgm:prSet>
      <dgm:spPr/>
    </dgm:pt>
    <dgm:pt modelId="{44A4F49B-0B09-4A8D-AA48-48B502AA87C6}" type="pres">
      <dgm:prSet presAssocID="{BDB8574A-EB20-4CBF-A2CB-822783CC6FC0}" presName="node" presStyleLbl="node1" presStyleIdx="0" presStyleCnt="3">
        <dgm:presLayoutVars>
          <dgm:bulletEnabled val="1"/>
        </dgm:presLayoutVars>
      </dgm:prSet>
      <dgm:spPr/>
    </dgm:pt>
    <dgm:pt modelId="{C9E69455-77D6-4BD6-AC14-C1D1A836281F}" type="pres">
      <dgm:prSet presAssocID="{C4F8E8CA-E2D3-4875-9D7A-1398837A2BEF}" presName="sibTrans" presStyleLbl="sibTrans2D1" presStyleIdx="0" presStyleCnt="2"/>
      <dgm:spPr/>
    </dgm:pt>
    <dgm:pt modelId="{7EFBE86A-4E48-4D55-9E44-2E77F9B884BE}" type="pres">
      <dgm:prSet presAssocID="{C4F8E8CA-E2D3-4875-9D7A-1398837A2BEF}" presName="connectorText" presStyleLbl="sibTrans2D1" presStyleIdx="0" presStyleCnt="2"/>
      <dgm:spPr/>
    </dgm:pt>
    <dgm:pt modelId="{95AF53A0-7079-4D35-B093-70A4818D75BD}" type="pres">
      <dgm:prSet presAssocID="{7027F2C2-AEE3-41B4-8725-046FC24C1EF2}" presName="node" presStyleLbl="node1" presStyleIdx="1" presStyleCnt="3">
        <dgm:presLayoutVars>
          <dgm:bulletEnabled val="1"/>
        </dgm:presLayoutVars>
      </dgm:prSet>
      <dgm:spPr/>
    </dgm:pt>
    <dgm:pt modelId="{BC03A217-2A36-4F1E-A41D-5A8C72F9E858}" type="pres">
      <dgm:prSet presAssocID="{6D110883-3BAA-498D-833F-ADCFCAE10163}" presName="sibTrans" presStyleLbl="sibTrans2D1" presStyleIdx="1" presStyleCnt="2"/>
      <dgm:spPr/>
    </dgm:pt>
    <dgm:pt modelId="{C37F1163-3AF3-4B97-8B70-24AE87DEBD5F}" type="pres">
      <dgm:prSet presAssocID="{6D110883-3BAA-498D-833F-ADCFCAE10163}" presName="connectorText" presStyleLbl="sibTrans2D1" presStyleIdx="1" presStyleCnt="2"/>
      <dgm:spPr/>
    </dgm:pt>
    <dgm:pt modelId="{384453D8-600E-4A39-9DEC-DAB537E5667B}" type="pres">
      <dgm:prSet presAssocID="{9591F37E-12CA-42D6-A4F7-B4D581FBB5D1}" presName="node" presStyleLbl="node1" presStyleIdx="2" presStyleCnt="3">
        <dgm:presLayoutVars>
          <dgm:bulletEnabled val="1"/>
        </dgm:presLayoutVars>
      </dgm:prSet>
      <dgm:spPr/>
    </dgm:pt>
  </dgm:ptLst>
  <dgm:cxnLst>
    <dgm:cxn modelId="{889A0702-65EA-452D-BF5C-7FA81F1A86B2}" type="presOf" srcId="{C4F8E8CA-E2D3-4875-9D7A-1398837A2BEF}" destId="{C9E69455-77D6-4BD6-AC14-C1D1A836281F}" srcOrd="0" destOrd="0" presId="urn:microsoft.com/office/officeart/2005/8/layout/process1"/>
    <dgm:cxn modelId="{DD3C7032-A896-4400-9DE4-7799245F82C9}" type="presOf" srcId="{165AB167-C5F2-4B06-98B2-0C690836CB92}" destId="{A272EFE1-2756-4AF9-BB32-BE479D503D6D}" srcOrd="0" destOrd="0" presId="urn:microsoft.com/office/officeart/2005/8/layout/process1"/>
    <dgm:cxn modelId="{E647244A-6564-4575-9CE9-2871755F72C7}" srcId="{165AB167-C5F2-4B06-98B2-0C690836CB92}" destId="{BDB8574A-EB20-4CBF-A2CB-822783CC6FC0}" srcOrd="0" destOrd="0" parTransId="{DD69CB6C-D04D-4C90-8B7C-387472BEC3AA}" sibTransId="{C4F8E8CA-E2D3-4875-9D7A-1398837A2BEF}"/>
    <dgm:cxn modelId="{FAD2EF4C-E2EA-4CE8-A069-A2E3C41A4A91}" type="presOf" srcId="{7027F2C2-AEE3-41B4-8725-046FC24C1EF2}" destId="{95AF53A0-7079-4D35-B093-70A4818D75BD}" srcOrd="0" destOrd="0" presId="urn:microsoft.com/office/officeart/2005/8/layout/process1"/>
    <dgm:cxn modelId="{A0A4737C-B8D0-4062-9886-3F8FB29F4BCE}" type="presOf" srcId="{C4F8E8CA-E2D3-4875-9D7A-1398837A2BEF}" destId="{7EFBE86A-4E48-4D55-9E44-2E77F9B884BE}" srcOrd="1" destOrd="0" presId="urn:microsoft.com/office/officeart/2005/8/layout/process1"/>
    <dgm:cxn modelId="{704AA0B0-0EBA-4199-843B-7357A594BE39}" srcId="{165AB167-C5F2-4B06-98B2-0C690836CB92}" destId="{9591F37E-12CA-42D6-A4F7-B4D581FBB5D1}" srcOrd="2" destOrd="0" parTransId="{3EB9097F-BBB2-4306-895E-E16C7A9FCEF9}" sibTransId="{0B620B68-784F-4A73-B2E5-133E9F824831}"/>
    <dgm:cxn modelId="{820DA0B5-EE74-4F0B-BDA6-D4A7157D346F}" type="presOf" srcId="{9591F37E-12CA-42D6-A4F7-B4D581FBB5D1}" destId="{384453D8-600E-4A39-9DEC-DAB537E5667B}" srcOrd="0" destOrd="0" presId="urn:microsoft.com/office/officeart/2005/8/layout/process1"/>
    <dgm:cxn modelId="{DEDC84B8-94FD-4585-AFE9-83C2E7E837A6}" srcId="{165AB167-C5F2-4B06-98B2-0C690836CB92}" destId="{7027F2C2-AEE3-41B4-8725-046FC24C1EF2}" srcOrd="1" destOrd="0" parTransId="{87368B0A-3CA2-4BE2-869B-EBFF9029E1EA}" sibTransId="{6D110883-3BAA-498D-833F-ADCFCAE10163}"/>
    <dgm:cxn modelId="{91A8EBCD-5FEE-445D-BA28-D1E934238608}" type="presOf" srcId="{BDB8574A-EB20-4CBF-A2CB-822783CC6FC0}" destId="{44A4F49B-0B09-4A8D-AA48-48B502AA87C6}" srcOrd="0" destOrd="0" presId="urn:microsoft.com/office/officeart/2005/8/layout/process1"/>
    <dgm:cxn modelId="{C7CB43E9-83C3-4C61-A6CE-630064F681FF}" type="presOf" srcId="{6D110883-3BAA-498D-833F-ADCFCAE10163}" destId="{C37F1163-3AF3-4B97-8B70-24AE87DEBD5F}" srcOrd="1" destOrd="0" presId="urn:microsoft.com/office/officeart/2005/8/layout/process1"/>
    <dgm:cxn modelId="{9978B8F5-E2F3-4668-ACC8-AC28A35836A4}" type="presOf" srcId="{6D110883-3BAA-498D-833F-ADCFCAE10163}" destId="{BC03A217-2A36-4F1E-A41D-5A8C72F9E858}" srcOrd="0" destOrd="0" presId="urn:microsoft.com/office/officeart/2005/8/layout/process1"/>
    <dgm:cxn modelId="{251B3D5C-B78A-4B9D-B9D9-390FEDFE2972}" type="presParOf" srcId="{A272EFE1-2756-4AF9-BB32-BE479D503D6D}" destId="{44A4F49B-0B09-4A8D-AA48-48B502AA87C6}" srcOrd="0" destOrd="0" presId="urn:microsoft.com/office/officeart/2005/8/layout/process1"/>
    <dgm:cxn modelId="{53236339-28A4-4AC8-B747-5BDCDFCE2DB0}" type="presParOf" srcId="{A272EFE1-2756-4AF9-BB32-BE479D503D6D}" destId="{C9E69455-77D6-4BD6-AC14-C1D1A836281F}" srcOrd="1" destOrd="0" presId="urn:microsoft.com/office/officeart/2005/8/layout/process1"/>
    <dgm:cxn modelId="{426B7DF6-1F54-482D-9BE3-83CAFFA81A95}" type="presParOf" srcId="{C9E69455-77D6-4BD6-AC14-C1D1A836281F}" destId="{7EFBE86A-4E48-4D55-9E44-2E77F9B884BE}" srcOrd="0" destOrd="0" presId="urn:microsoft.com/office/officeart/2005/8/layout/process1"/>
    <dgm:cxn modelId="{7DCB5E01-3B77-4CF9-9B93-5E808D86F267}" type="presParOf" srcId="{A272EFE1-2756-4AF9-BB32-BE479D503D6D}" destId="{95AF53A0-7079-4D35-B093-70A4818D75BD}" srcOrd="2" destOrd="0" presId="urn:microsoft.com/office/officeart/2005/8/layout/process1"/>
    <dgm:cxn modelId="{DF5CEF9F-CFDF-494D-9B5B-8F4E0173CB1C}" type="presParOf" srcId="{A272EFE1-2756-4AF9-BB32-BE479D503D6D}" destId="{BC03A217-2A36-4F1E-A41D-5A8C72F9E858}" srcOrd="3" destOrd="0" presId="urn:microsoft.com/office/officeart/2005/8/layout/process1"/>
    <dgm:cxn modelId="{2180B94A-C950-43C1-99D5-1AE2D8ABE5B9}" type="presParOf" srcId="{BC03A217-2A36-4F1E-A41D-5A8C72F9E858}" destId="{C37F1163-3AF3-4B97-8B70-24AE87DEBD5F}" srcOrd="0" destOrd="0" presId="urn:microsoft.com/office/officeart/2005/8/layout/process1"/>
    <dgm:cxn modelId="{C8F6F114-F041-431B-A596-A3480FA4F618}" type="presParOf" srcId="{A272EFE1-2756-4AF9-BB32-BE479D503D6D}" destId="{384453D8-600E-4A39-9DEC-DAB537E5667B}"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F5EDA9-998D-4869-B237-6B6D0E109CAC}">
      <dsp:nvSpPr>
        <dsp:cNvPr id="0" name=""/>
        <dsp:cNvSpPr/>
      </dsp:nvSpPr>
      <dsp:spPr>
        <a:xfrm>
          <a:off x="0" y="232045"/>
          <a:ext cx="6800491" cy="11466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dirty="0"/>
            <a:t>RQ1: How does combining static analysis and runtime traces improve accuracy and completeness of scenario-specific interaction model reconstruction? </a:t>
          </a:r>
          <a:endParaRPr lang="en-US" sz="2000" kern="1200" dirty="0"/>
        </a:p>
      </dsp:txBody>
      <dsp:txXfrm>
        <a:off x="55972" y="288017"/>
        <a:ext cx="6688547" cy="1034656"/>
      </dsp:txXfrm>
    </dsp:sp>
    <dsp:sp modelId="{E3DFA99D-7EEB-48D8-BFB9-31FDA3A57870}">
      <dsp:nvSpPr>
        <dsp:cNvPr id="0" name=""/>
        <dsp:cNvSpPr/>
      </dsp:nvSpPr>
      <dsp:spPr>
        <a:xfrm>
          <a:off x="0" y="1436245"/>
          <a:ext cx="6800491" cy="11466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a:t>RQ2: </a:t>
          </a:r>
          <a:r>
            <a:rPr lang="en-GB" sz="2000" kern="1200"/>
            <a:t>How does guiding trace collection with the static call graph removes noise without losing scenario coverage</a:t>
          </a:r>
          <a:r>
            <a:rPr lang="en-IN" sz="2000" kern="1200"/>
            <a:t>?</a:t>
          </a:r>
          <a:endParaRPr lang="en-US" sz="2000" kern="1200"/>
        </a:p>
      </dsp:txBody>
      <dsp:txXfrm>
        <a:off x="55972" y="1492217"/>
        <a:ext cx="6688547" cy="1034656"/>
      </dsp:txXfrm>
    </dsp:sp>
    <dsp:sp modelId="{214E6DCC-4172-412A-A56E-989382293DD6}">
      <dsp:nvSpPr>
        <dsp:cNvPr id="0" name=""/>
        <dsp:cNvSpPr/>
      </dsp:nvSpPr>
      <dsp:spPr>
        <a:xfrm>
          <a:off x="0" y="2640445"/>
          <a:ext cx="6800491" cy="11466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dirty="0"/>
            <a:t>RQ3: </a:t>
          </a:r>
          <a:r>
            <a:rPr lang="en-GB" sz="2000" kern="1200" dirty="0"/>
            <a:t>How well does a reconstructed </a:t>
          </a:r>
          <a:r>
            <a:rPr lang="en-GB" sz="2000" kern="1200" dirty="0" err="1"/>
            <a:t>SysML</a:t>
          </a:r>
          <a:r>
            <a:rPr lang="en-GB" sz="2000" kern="1200" dirty="0"/>
            <a:t> v2 interaction diagram consolidate static and dynamic evidence into a single artifact sufficient for system behaviour comprehension</a:t>
          </a:r>
          <a:r>
            <a:rPr lang="en-IN" sz="2000" kern="1200" dirty="0"/>
            <a:t>?</a:t>
          </a:r>
          <a:endParaRPr lang="en-US" sz="2000" kern="1200" dirty="0"/>
        </a:p>
      </dsp:txBody>
      <dsp:txXfrm>
        <a:off x="55972" y="2696417"/>
        <a:ext cx="6688547" cy="10346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7F8C7F-6CB2-404E-97FF-7B8F9DC44EE3}">
      <dsp:nvSpPr>
        <dsp:cNvPr id="0" name=""/>
        <dsp:cNvSpPr/>
      </dsp:nvSpPr>
      <dsp:spPr>
        <a:xfrm>
          <a:off x="0" y="0"/>
          <a:ext cx="3433313" cy="4019097"/>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noProof="0" dirty="0"/>
            <a:t>Hybrid Analysis - Interaction Diagram</a:t>
          </a:r>
        </a:p>
      </dsp:txBody>
      <dsp:txXfrm>
        <a:off x="0" y="0"/>
        <a:ext cx="3433313" cy="1205729"/>
      </dsp:txXfrm>
    </dsp:sp>
    <dsp:sp modelId="{E18736DA-694F-466D-B344-12FB14467A38}">
      <dsp:nvSpPr>
        <dsp:cNvPr id="0" name=""/>
        <dsp:cNvSpPr/>
      </dsp:nvSpPr>
      <dsp:spPr>
        <a:xfrm>
          <a:off x="343331" y="1206906"/>
          <a:ext cx="2746650" cy="1211812"/>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GB" sz="2400" kern="1200" noProof="0" dirty="0"/>
            <a:t>Static Code Structure</a:t>
          </a:r>
        </a:p>
      </dsp:txBody>
      <dsp:txXfrm>
        <a:off x="378824" y="1242399"/>
        <a:ext cx="2675664" cy="1140826"/>
      </dsp:txXfrm>
    </dsp:sp>
    <dsp:sp modelId="{9A6884A8-4091-429F-9504-D196E5C98273}">
      <dsp:nvSpPr>
        <dsp:cNvPr id="0" name=""/>
        <dsp:cNvSpPr/>
      </dsp:nvSpPr>
      <dsp:spPr>
        <a:xfrm>
          <a:off x="343331" y="2605151"/>
          <a:ext cx="2746650" cy="1211812"/>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0960" tIns="45720" rIns="60960" bIns="45720" numCol="1" spcCol="1270" anchor="ctr" anchorCtr="0">
          <a:noAutofit/>
        </a:bodyPr>
        <a:lstStyle/>
        <a:p>
          <a:pPr marL="0" lvl="0" indent="0" algn="ctr" defTabSz="1066800">
            <a:lnSpc>
              <a:spcPct val="90000"/>
            </a:lnSpc>
            <a:spcBef>
              <a:spcPct val="0"/>
            </a:spcBef>
            <a:spcAft>
              <a:spcPct val="35000"/>
            </a:spcAft>
            <a:buNone/>
          </a:pPr>
          <a:r>
            <a:rPr lang="en-GB" sz="2400" kern="1200" noProof="0" dirty="0"/>
            <a:t>Runtime Traces</a:t>
          </a:r>
        </a:p>
      </dsp:txBody>
      <dsp:txXfrm>
        <a:off x="378824" y="2640644"/>
        <a:ext cx="2675664" cy="11408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22B9DC-0CDE-4DFB-AAA1-B656F0CC10B6}">
      <dsp:nvSpPr>
        <dsp:cNvPr id="0" name=""/>
        <dsp:cNvSpPr/>
      </dsp:nvSpPr>
      <dsp:spPr>
        <a:xfrm>
          <a:off x="5150" y="752866"/>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1: Static Extraction</a:t>
          </a:r>
          <a:endParaRPr lang="en-GB" sz="1600" kern="1200" dirty="0"/>
        </a:p>
        <a:p>
          <a:pPr marL="57150" lvl="1" indent="-57150" algn="l" defTabSz="466725">
            <a:lnSpc>
              <a:spcPct val="90000"/>
            </a:lnSpc>
            <a:spcBef>
              <a:spcPct val="0"/>
            </a:spcBef>
            <a:spcAft>
              <a:spcPct val="15000"/>
            </a:spcAft>
            <a:buChar char="•"/>
          </a:pPr>
          <a:endParaRPr lang="en-GB" sz="1050" kern="1200" dirty="0"/>
        </a:p>
        <a:p>
          <a:pPr marL="57150" lvl="1" indent="-57150" algn="l" defTabSz="466725">
            <a:lnSpc>
              <a:spcPct val="90000"/>
            </a:lnSpc>
            <a:spcBef>
              <a:spcPct val="0"/>
            </a:spcBef>
            <a:spcAft>
              <a:spcPct val="15000"/>
            </a:spcAft>
            <a:buChar char="•"/>
          </a:pPr>
          <a:r>
            <a:rPr lang="en-GB" sz="1050" b="0" i="0" kern="1200" dirty="0">
              <a:latin typeface="Calibri"/>
            </a:rPr>
            <a:t>Renaissance C++ → Property graph</a:t>
          </a:r>
          <a:endParaRPr lang="en-GB" sz="1050" kern="1200" dirty="0"/>
        </a:p>
      </dsp:txBody>
      <dsp:txXfrm>
        <a:off x="43734" y="791450"/>
        <a:ext cx="1240186" cy="1657167"/>
      </dsp:txXfrm>
    </dsp:sp>
    <dsp:sp modelId="{B27437C1-D631-4A3A-999B-C7A091344474}">
      <dsp:nvSpPr>
        <dsp:cNvPr id="0" name=""/>
        <dsp:cNvSpPr/>
      </dsp:nvSpPr>
      <dsp:spPr>
        <a:xfrm>
          <a:off x="1468793" y="1456682"/>
          <a:ext cx="310129" cy="326703"/>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1468793" y="1522023"/>
        <a:ext cx="217090" cy="196021"/>
      </dsp:txXfrm>
    </dsp:sp>
    <dsp:sp modelId="{A19FD24E-4789-43FD-9A75-FA90DE1985B5}">
      <dsp:nvSpPr>
        <dsp:cNvPr id="0" name=""/>
        <dsp:cNvSpPr/>
      </dsp:nvSpPr>
      <dsp:spPr>
        <a:xfrm>
          <a:off x="1907655" y="752866"/>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2: Code graph query</a:t>
          </a:r>
          <a:endParaRPr lang="en-GB" sz="1600" kern="1200" dirty="0"/>
        </a:p>
        <a:p>
          <a:pPr marL="57150" lvl="1" indent="-57150" algn="l" defTabSz="466725">
            <a:lnSpc>
              <a:spcPct val="90000"/>
            </a:lnSpc>
            <a:spcBef>
              <a:spcPct val="0"/>
            </a:spcBef>
            <a:spcAft>
              <a:spcPct val="15000"/>
            </a:spcAft>
            <a:buChar char="•"/>
          </a:pPr>
          <a:endParaRPr lang="en-GB" sz="1050" kern="1200" dirty="0"/>
        </a:p>
        <a:p>
          <a:pPr marL="57150" lvl="1" indent="-57150" algn="l" defTabSz="466725">
            <a:lnSpc>
              <a:spcPct val="90000"/>
            </a:lnSpc>
            <a:spcBef>
              <a:spcPct val="0"/>
            </a:spcBef>
            <a:spcAft>
              <a:spcPct val="15000"/>
            </a:spcAft>
            <a:buChar char="•"/>
          </a:pPr>
          <a:r>
            <a:rPr lang="it-IT" sz="1050" b="0" i="0" kern="1200" dirty="0">
              <a:latin typeface="Calibri"/>
            </a:rPr>
            <a:t>Property graph -&gt; scenario specific subgraph</a:t>
          </a:r>
          <a:endParaRPr lang="en-GB" sz="1050" kern="1200" dirty="0"/>
        </a:p>
      </dsp:txBody>
      <dsp:txXfrm>
        <a:off x="1946239" y="791450"/>
        <a:ext cx="1240186" cy="1657167"/>
      </dsp:txXfrm>
    </dsp:sp>
    <dsp:sp modelId="{F7C48118-4999-49CB-B2B2-CBA1D350C0A1}">
      <dsp:nvSpPr>
        <dsp:cNvPr id="0" name=""/>
        <dsp:cNvSpPr/>
      </dsp:nvSpPr>
      <dsp:spPr>
        <a:xfrm rot="18785">
          <a:off x="3296773" y="1510100"/>
          <a:ext cx="323716" cy="229620"/>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66725">
            <a:lnSpc>
              <a:spcPct val="90000"/>
            </a:lnSpc>
            <a:spcBef>
              <a:spcPct val="0"/>
            </a:spcBef>
            <a:spcAft>
              <a:spcPct val="35000"/>
            </a:spcAft>
            <a:buNone/>
          </a:pPr>
          <a:endParaRPr lang="en-GB" sz="1050" kern="1200"/>
        </a:p>
      </dsp:txBody>
      <dsp:txXfrm>
        <a:off x="3296774" y="1555836"/>
        <a:ext cx="254830" cy="137772"/>
      </dsp:txXfrm>
    </dsp:sp>
    <dsp:sp modelId="{DC185D3F-FE77-461B-999F-AFC7EEAF69C5}">
      <dsp:nvSpPr>
        <dsp:cNvPr id="0" name=""/>
        <dsp:cNvSpPr/>
      </dsp:nvSpPr>
      <dsp:spPr>
        <a:xfrm>
          <a:off x="3678643" y="762544"/>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3: Dependency</a:t>
          </a:r>
          <a:br>
            <a:rPr lang="en-GB" sz="1600" b="1" i="0" kern="1200" dirty="0">
              <a:latin typeface="Calibri"/>
            </a:rPr>
          </a:br>
          <a:r>
            <a:rPr lang="en-GB" sz="1600" b="1" i="0" kern="1200" dirty="0">
              <a:latin typeface="Calibri"/>
            </a:rPr>
            <a:t>Matrix  Extraction </a:t>
          </a:r>
          <a:endParaRPr lang="en-GB" sz="1600" kern="1200" dirty="0"/>
        </a:p>
        <a:p>
          <a:pPr marL="57150" lvl="1" indent="-57150" algn="l" defTabSz="466725">
            <a:lnSpc>
              <a:spcPct val="90000"/>
            </a:lnSpc>
            <a:spcBef>
              <a:spcPct val="0"/>
            </a:spcBef>
            <a:spcAft>
              <a:spcPct val="15000"/>
            </a:spcAft>
            <a:buChar char="•"/>
          </a:pPr>
          <a:endParaRPr lang="en-GB" sz="1050" kern="1200" dirty="0"/>
        </a:p>
        <a:p>
          <a:pPr marL="57150" lvl="1" indent="-57150" algn="l" defTabSz="466725">
            <a:lnSpc>
              <a:spcPct val="90000"/>
            </a:lnSpc>
            <a:spcBef>
              <a:spcPct val="0"/>
            </a:spcBef>
            <a:spcAft>
              <a:spcPct val="15000"/>
            </a:spcAft>
            <a:buChar char="•"/>
          </a:pPr>
          <a:r>
            <a:rPr lang="en-GB" sz="1050" b="0" i="0" kern="1200" dirty="0">
              <a:latin typeface="Calibri"/>
            </a:rPr>
            <a:t>Subgraphs -&gt; dependency matrix</a:t>
          </a:r>
          <a:endParaRPr lang="en-GB" sz="1050" kern="1200" dirty="0"/>
        </a:p>
      </dsp:txBody>
      <dsp:txXfrm>
        <a:off x="3717227" y="801128"/>
        <a:ext cx="1240186" cy="1657167"/>
      </dsp:txXfrm>
    </dsp:sp>
    <dsp:sp modelId="{61237FC0-7F09-4D1C-B8A4-6D914D38C66D}">
      <dsp:nvSpPr>
        <dsp:cNvPr id="0" name=""/>
        <dsp:cNvSpPr/>
      </dsp:nvSpPr>
      <dsp:spPr>
        <a:xfrm rot="10817892" flipH="1">
          <a:off x="5130510" y="1472090"/>
          <a:ext cx="316290" cy="326703"/>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5130511" y="1537184"/>
        <a:ext cx="221403" cy="196021"/>
      </dsp:txXfrm>
    </dsp:sp>
    <dsp:sp modelId="{4F9FA3B5-74BC-45BD-9D4E-D91CC0D80D1E}">
      <dsp:nvSpPr>
        <dsp:cNvPr id="0" name=""/>
        <dsp:cNvSpPr/>
      </dsp:nvSpPr>
      <dsp:spPr>
        <a:xfrm>
          <a:off x="5538040" y="752866"/>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4: </a:t>
          </a:r>
          <a:r>
            <a:rPr lang="en-GB" sz="1600" b="1" kern="1200" dirty="0">
              <a:latin typeface="Calibri"/>
            </a:rPr>
            <a:t>Trace Instrumentation &amp; collection</a:t>
          </a:r>
          <a:endParaRPr lang="en-GB" sz="1600" kern="1200" dirty="0"/>
        </a:p>
        <a:p>
          <a:pPr marL="57150" lvl="1" indent="-57150" algn="l" defTabSz="466725">
            <a:lnSpc>
              <a:spcPct val="90000"/>
            </a:lnSpc>
            <a:spcBef>
              <a:spcPct val="0"/>
            </a:spcBef>
            <a:spcAft>
              <a:spcPct val="15000"/>
            </a:spcAft>
            <a:buChar char="•"/>
          </a:pPr>
          <a:r>
            <a:rPr lang="en-GB" sz="1050" kern="1200" dirty="0">
              <a:latin typeface="Calibri"/>
            </a:rPr>
            <a:t>Dependency matrix -&gt; Traces</a:t>
          </a:r>
          <a:endParaRPr lang="en-GB" sz="1050" kern="1200" dirty="0"/>
        </a:p>
      </dsp:txBody>
      <dsp:txXfrm>
        <a:off x="5576624" y="791450"/>
        <a:ext cx="1240186" cy="1657167"/>
      </dsp:txXfrm>
    </dsp:sp>
    <dsp:sp modelId="{0791AAA8-67FC-4B7D-8999-3A8F71CEC2AC}">
      <dsp:nvSpPr>
        <dsp:cNvPr id="0" name=""/>
        <dsp:cNvSpPr/>
      </dsp:nvSpPr>
      <dsp:spPr>
        <a:xfrm rot="21583043">
          <a:off x="7016540" y="1451796"/>
          <a:ext cx="341635" cy="326703"/>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7016541" y="1517379"/>
        <a:ext cx="243624" cy="196021"/>
      </dsp:txXfrm>
    </dsp:sp>
    <dsp:sp modelId="{2B1E9E0B-87D3-4A2F-89AB-0D56BED2E797}">
      <dsp:nvSpPr>
        <dsp:cNvPr id="0" name=""/>
        <dsp:cNvSpPr/>
      </dsp:nvSpPr>
      <dsp:spPr>
        <a:xfrm>
          <a:off x="7499984" y="743188"/>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5: Agentic Synthesis</a:t>
          </a:r>
          <a:endParaRPr lang="en-GB" sz="1600" kern="1200" dirty="0"/>
        </a:p>
        <a:p>
          <a:pPr marL="57150" lvl="1" indent="-57150" algn="l" defTabSz="466725">
            <a:lnSpc>
              <a:spcPct val="90000"/>
            </a:lnSpc>
            <a:spcBef>
              <a:spcPct val="0"/>
            </a:spcBef>
            <a:spcAft>
              <a:spcPct val="15000"/>
            </a:spcAft>
            <a:buChar char="•"/>
          </a:pPr>
          <a:endParaRPr lang="en-GB" sz="1050" kern="1200" dirty="0"/>
        </a:p>
        <a:p>
          <a:pPr marL="57150" lvl="1" indent="-57150" algn="l" defTabSz="466725">
            <a:lnSpc>
              <a:spcPct val="90000"/>
            </a:lnSpc>
            <a:spcBef>
              <a:spcPct val="0"/>
            </a:spcBef>
            <a:spcAft>
              <a:spcPct val="15000"/>
            </a:spcAft>
            <a:buChar char="•"/>
          </a:pPr>
          <a:r>
            <a:rPr lang="nl-NL" sz="1050" b="0" i="0" kern="1200" dirty="0">
              <a:latin typeface="Calibri"/>
            </a:rPr>
            <a:t>Dependency Matrix + Traces -&gt; Elements + Traces complete list</a:t>
          </a:r>
          <a:endParaRPr lang="en-GB" sz="1050" kern="1200" dirty="0"/>
        </a:p>
      </dsp:txBody>
      <dsp:txXfrm>
        <a:off x="7538568" y="781772"/>
        <a:ext cx="1240186" cy="1657167"/>
      </dsp:txXfrm>
    </dsp:sp>
    <dsp:sp modelId="{B4057DCE-652F-4C30-B5F1-E49CAFB92499}">
      <dsp:nvSpPr>
        <dsp:cNvPr id="0" name=""/>
        <dsp:cNvSpPr/>
      </dsp:nvSpPr>
      <dsp:spPr>
        <a:xfrm rot="21546366">
          <a:off x="8840498" y="1447888"/>
          <a:ext cx="380559" cy="297722"/>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8840503" y="1508129"/>
        <a:ext cx="291242" cy="178634"/>
      </dsp:txXfrm>
    </dsp:sp>
    <dsp:sp modelId="{06365A47-A6B6-444D-A588-E92406961CDB}">
      <dsp:nvSpPr>
        <dsp:cNvPr id="0" name=""/>
        <dsp:cNvSpPr/>
      </dsp:nvSpPr>
      <dsp:spPr>
        <a:xfrm>
          <a:off x="9231785" y="716167"/>
          <a:ext cx="1317354" cy="173433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GB" sz="1600" b="1" i="0" kern="1200" dirty="0">
              <a:latin typeface="Calibri"/>
            </a:rPr>
            <a:t>Stage 6: </a:t>
          </a:r>
          <a:r>
            <a:rPr lang="en-GB" sz="1600" b="1" i="0" kern="1200" dirty="0" err="1">
              <a:latin typeface="Calibri"/>
            </a:rPr>
            <a:t>SysML</a:t>
          </a:r>
          <a:r>
            <a:rPr lang="en-GB" sz="1600" b="1" i="0" kern="1200" dirty="0">
              <a:latin typeface="Calibri"/>
            </a:rPr>
            <a:t> v2 Generation</a:t>
          </a:r>
          <a:endParaRPr lang="en-GB" sz="1600" kern="1200" dirty="0"/>
        </a:p>
        <a:p>
          <a:pPr marL="57150" lvl="1" indent="-57150" algn="l" defTabSz="466725">
            <a:lnSpc>
              <a:spcPct val="90000"/>
            </a:lnSpc>
            <a:spcBef>
              <a:spcPct val="0"/>
            </a:spcBef>
            <a:spcAft>
              <a:spcPct val="15000"/>
            </a:spcAft>
            <a:buChar char="•"/>
          </a:pPr>
          <a:endParaRPr lang="en-GB" sz="1050" kern="1200" dirty="0"/>
        </a:p>
        <a:p>
          <a:pPr marL="57150" lvl="1" indent="-57150" algn="l" defTabSz="466725">
            <a:lnSpc>
              <a:spcPct val="90000"/>
            </a:lnSpc>
            <a:spcBef>
              <a:spcPct val="0"/>
            </a:spcBef>
            <a:spcAft>
              <a:spcPct val="15000"/>
            </a:spcAft>
            <a:buChar char="•"/>
          </a:pPr>
          <a:r>
            <a:rPr lang="en-GB" sz="1050" b="0" i="0" kern="1200" dirty="0">
              <a:latin typeface="Calibri"/>
            </a:rPr>
            <a:t>Scenario diagram</a:t>
          </a:r>
          <a:endParaRPr lang="en-GB" sz="1050" kern="1200" dirty="0"/>
        </a:p>
      </dsp:txBody>
      <dsp:txXfrm>
        <a:off x="9270369" y="754751"/>
        <a:ext cx="1240186" cy="165716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E6520F-46AA-4630-9440-F84329110735}">
      <dsp:nvSpPr>
        <dsp:cNvPr id="0" name=""/>
        <dsp:cNvSpPr/>
      </dsp:nvSpPr>
      <dsp:spPr>
        <a:xfrm>
          <a:off x="3153488" y="1289570"/>
          <a:ext cx="3176387" cy="3244625"/>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2225" tIns="22225" rIns="22225" bIns="22225" numCol="1" spcCol="1270" anchor="ctr" anchorCtr="0">
          <a:noAutofit/>
        </a:bodyPr>
        <a:lstStyle/>
        <a:p>
          <a:pPr marL="0" lvl="0" indent="0" algn="ctr" defTabSz="1555750">
            <a:lnSpc>
              <a:spcPct val="90000"/>
            </a:lnSpc>
            <a:spcBef>
              <a:spcPct val="0"/>
            </a:spcBef>
            <a:spcAft>
              <a:spcPct val="35000"/>
            </a:spcAft>
            <a:buNone/>
          </a:pPr>
          <a:r>
            <a:rPr lang="en-GB" sz="3500" kern="1200" noProof="0" dirty="0"/>
            <a:t>Hybrid Analysis - Interaction Diagram</a:t>
          </a:r>
        </a:p>
      </dsp:txBody>
      <dsp:txXfrm>
        <a:off x="3618659" y="1764734"/>
        <a:ext cx="2246045" cy="2294297"/>
      </dsp:txXfrm>
    </dsp:sp>
    <dsp:sp modelId="{B8ACAC19-9BEB-4097-ADE6-D47CB3C1FDF8}">
      <dsp:nvSpPr>
        <dsp:cNvPr id="0" name=""/>
        <dsp:cNvSpPr/>
      </dsp:nvSpPr>
      <dsp:spPr>
        <a:xfrm rot="12900000">
          <a:off x="1551153" y="1000770"/>
          <a:ext cx="1964538" cy="729744"/>
        </a:xfrm>
        <a:prstGeom prst="lef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E76856CA-843E-4B14-9B79-40084004CF3F}">
      <dsp:nvSpPr>
        <dsp:cNvPr id="0" name=""/>
        <dsp:cNvSpPr/>
      </dsp:nvSpPr>
      <dsp:spPr>
        <a:xfrm>
          <a:off x="512552" y="-170757"/>
          <a:ext cx="2432483" cy="1945986"/>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4295" tIns="74295" rIns="74295" bIns="74295" numCol="1" spcCol="1270" anchor="ctr" anchorCtr="0">
          <a:noAutofit/>
        </a:bodyPr>
        <a:lstStyle/>
        <a:p>
          <a:pPr marL="0" lvl="0" indent="0" algn="ctr" defTabSz="1733550">
            <a:lnSpc>
              <a:spcPct val="90000"/>
            </a:lnSpc>
            <a:spcBef>
              <a:spcPct val="0"/>
            </a:spcBef>
            <a:spcAft>
              <a:spcPct val="35000"/>
            </a:spcAft>
            <a:buNone/>
          </a:pPr>
          <a:r>
            <a:rPr lang="en-GB" sz="3900" kern="1200" noProof="0" dirty="0"/>
            <a:t>Static Code Structure</a:t>
          </a:r>
        </a:p>
      </dsp:txBody>
      <dsp:txXfrm>
        <a:off x="569548" y="-113761"/>
        <a:ext cx="2318491" cy="1831994"/>
      </dsp:txXfrm>
    </dsp:sp>
    <dsp:sp modelId="{76CBC3C4-A747-4381-B8A5-1715FFDFC7F8}">
      <dsp:nvSpPr>
        <dsp:cNvPr id="0" name=""/>
        <dsp:cNvSpPr/>
      </dsp:nvSpPr>
      <dsp:spPr>
        <a:xfrm rot="19500000">
          <a:off x="5967672" y="1000770"/>
          <a:ext cx="1964538" cy="729744"/>
        </a:xfrm>
        <a:prstGeom prst="lef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259CC2E9-93BA-4ED4-A047-1AE3733F2CB5}">
      <dsp:nvSpPr>
        <dsp:cNvPr id="0" name=""/>
        <dsp:cNvSpPr/>
      </dsp:nvSpPr>
      <dsp:spPr>
        <a:xfrm>
          <a:off x="6538328" y="-170757"/>
          <a:ext cx="2432483" cy="1945986"/>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4295" tIns="74295" rIns="74295" bIns="74295" numCol="1" spcCol="1270" anchor="ctr" anchorCtr="0">
          <a:noAutofit/>
        </a:bodyPr>
        <a:lstStyle/>
        <a:p>
          <a:pPr marL="0" lvl="0" indent="0" algn="ctr" defTabSz="1733550">
            <a:lnSpc>
              <a:spcPct val="90000"/>
            </a:lnSpc>
            <a:spcBef>
              <a:spcPct val="0"/>
            </a:spcBef>
            <a:spcAft>
              <a:spcPct val="35000"/>
            </a:spcAft>
            <a:buNone/>
          </a:pPr>
          <a:r>
            <a:rPr lang="en-GB" sz="3900" kern="1200" noProof="0" dirty="0"/>
            <a:t>Runtime Traces</a:t>
          </a:r>
        </a:p>
      </dsp:txBody>
      <dsp:txXfrm>
        <a:off x="6595324" y="-113761"/>
        <a:ext cx="2318491" cy="183199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A4F49B-0B09-4A8D-AA48-48B502AA87C6}">
      <dsp:nvSpPr>
        <dsp:cNvPr id="0" name=""/>
        <dsp:cNvSpPr/>
      </dsp:nvSpPr>
      <dsp:spPr>
        <a:xfrm>
          <a:off x="9503" y="0"/>
          <a:ext cx="2840439" cy="252337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b="1"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C++ Source Code</a:t>
          </a:r>
          <a:endParaRPr lang="en-GB" sz="2500" kern="1200" noProof="0" dirty="0"/>
        </a:p>
      </dsp:txBody>
      <dsp:txXfrm>
        <a:off x="83410" y="73907"/>
        <a:ext cx="2692625" cy="2375556"/>
      </dsp:txXfrm>
    </dsp:sp>
    <dsp:sp modelId="{C9E69455-77D6-4BD6-AC14-C1D1A836281F}">
      <dsp:nvSpPr>
        <dsp:cNvPr id="0" name=""/>
        <dsp:cNvSpPr/>
      </dsp:nvSpPr>
      <dsp:spPr>
        <a:xfrm>
          <a:off x="3133986" y="909470"/>
          <a:ext cx="602173" cy="704428"/>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noProof="0" dirty="0"/>
        </a:p>
      </dsp:txBody>
      <dsp:txXfrm>
        <a:off x="3133986" y="1050356"/>
        <a:ext cx="421521" cy="422656"/>
      </dsp:txXfrm>
    </dsp:sp>
    <dsp:sp modelId="{95AF53A0-7079-4D35-B093-70A4818D75BD}">
      <dsp:nvSpPr>
        <dsp:cNvPr id="0" name=""/>
        <dsp:cNvSpPr/>
      </dsp:nvSpPr>
      <dsp:spPr>
        <a:xfrm>
          <a:off x="3986118" y="0"/>
          <a:ext cx="2840439" cy="252337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1"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Neo4j Property Graph (via Renaissance tool)</a:t>
          </a:r>
        </a:p>
        <a:p>
          <a:pPr marL="0" lvl="0" indent="0" algn="l" defTabSz="533400">
            <a:lnSpc>
              <a:spcPct val="90000"/>
            </a:lnSpc>
            <a:spcBef>
              <a:spcPct val="0"/>
            </a:spcBef>
            <a:spcAft>
              <a:spcPct val="35000"/>
            </a:spcAft>
            <a:buNone/>
          </a:pPr>
          <a:r>
            <a:rPr lang="en-GB" sz="105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Typed Nodes: Components, Functions, Namespaces</a:t>
          </a:r>
        </a:p>
        <a:p>
          <a:pPr marL="0" lvl="0" indent="0" algn="l" defTabSz="533400">
            <a:lnSpc>
              <a:spcPct val="90000"/>
            </a:lnSpc>
            <a:spcBef>
              <a:spcPct val="0"/>
            </a:spcBef>
            <a:spcAft>
              <a:spcPct val="35000"/>
            </a:spcAft>
            <a:buNone/>
          </a:pPr>
          <a:r>
            <a:rPr lang="en-GB" sz="105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Typed Edges: CALLS, INCLUDES, INHERITS, USES</a:t>
          </a:r>
          <a:endParaRPr lang="en-GB" sz="1050" b="0" kern="1200" noProof="0" dirty="0"/>
        </a:p>
      </dsp:txBody>
      <dsp:txXfrm>
        <a:off x="4060025" y="73907"/>
        <a:ext cx="2692625" cy="2375556"/>
      </dsp:txXfrm>
    </dsp:sp>
    <dsp:sp modelId="{BC03A217-2A36-4F1E-A41D-5A8C72F9E858}">
      <dsp:nvSpPr>
        <dsp:cNvPr id="0" name=""/>
        <dsp:cNvSpPr/>
      </dsp:nvSpPr>
      <dsp:spPr>
        <a:xfrm>
          <a:off x="7110601" y="909470"/>
          <a:ext cx="602173" cy="704428"/>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noProof="0" dirty="0"/>
        </a:p>
      </dsp:txBody>
      <dsp:txXfrm>
        <a:off x="7110601" y="1050356"/>
        <a:ext cx="421521" cy="422656"/>
      </dsp:txXfrm>
    </dsp:sp>
    <dsp:sp modelId="{384453D8-600E-4A39-9DEC-DAB537E5667B}">
      <dsp:nvSpPr>
        <dsp:cNvPr id="0" name=""/>
        <dsp:cNvSpPr/>
      </dsp:nvSpPr>
      <dsp:spPr>
        <a:xfrm>
          <a:off x="7962733" y="0"/>
          <a:ext cx="2840439" cy="252337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1"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LLM Agent Skill Pipeline (Cypher-based queries)</a:t>
          </a:r>
          <a:br>
            <a:rPr lang="en-GB" sz="1200" b="1"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Natural language to graph queries</a:t>
          </a:r>
          <a:br>
            <a:rPr lang="en-GB" sz="120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GB" sz="1200" b="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Dependency and sequence tables as intermediate output</a:t>
          </a:r>
          <a:endParaRPr lang="en-GB" sz="1200" b="0" kern="1200" noProof="0" dirty="0"/>
        </a:p>
      </dsp:txBody>
      <dsp:txXfrm>
        <a:off x="8036640" y="73907"/>
        <a:ext cx="2692625" cy="237555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B440F78-2C9E-4C7F-818C-B40BB19D3AB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ED3FB98-80B9-4155-809A-82659D34A0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818EB1-FF96-47AA-9A30-F1BFF2FFD1F7}" type="datetimeFigureOut">
              <a:rPr lang="en-US" smtClean="0"/>
              <a:t>7/19/2026</a:t>
            </a:fld>
            <a:endParaRPr lang="en-US" dirty="0"/>
          </a:p>
        </p:txBody>
      </p:sp>
      <p:sp>
        <p:nvSpPr>
          <p:cNvPr id="4" name="Footer Placeholder 3">
            <a:extLst>
              <a:ext uri="{FF2B5EF4-FFF2-40B4-BE49-F238E27FC236}">
                <a16:creationId xmlns:a16="http://schemas.microsoft.com/office/drawing/2014/main" id="{D8DEF847-3492-4888-9C23-1504238536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9E48C54-2332-4748-9C65-6A27E550C1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F75FB2-D12E-4669-8522-D3E2C7E6DC97}" type="slidenum">
              <a:rPr lang="en-US" smtClean="0"/>
              <a:t>‹#›</a:t>
            </a:fld>
            <a:endParaRPr lang="en-US" dirty="0"/>
          </a:p>
        </p:txBody>
      </p:sp>
    </p:spTree>
    <p:extLst>
      <p:ext uri="{BB962C8B-B14F-4D97-AF65-F5344CB8AC3E}">
        <p14:creationId xmlns:p14="http://schemas.microsoft.com/office/powerpoint/2010/main" val="19969918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E4A361-7934-4769-9B16-8A939698742C}" type="datetimeFigureOut">
              <a:rPr lang="en-US" smtClean="0"/>
              <a:t>7/19/2026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18E0B9-48E4-499D-93B2-B07D00395BAC}" type="slidenum">
              <a:rPr lang="en-US" smtClean="0"/>
              <a:t>‹#›</a:t>
            </a:fld>
            <a:endParaRPr lang="en-US" dirty="0"/>
          </a:p>
        </p:txBody>
      </p:sp>
    </p:spTree>
    <p:extLst>
      <p:ext uri="{BB962C8B-B14F-4D97-AF65-F5344CB8AC3E}">
        <p14:creationId xmlns:p14="http://schemas.microsoft.com/office/powerpoint/2010/main" val="3914043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research is all about creating a tool that can create - </a:t>
            </a:r>
            <a:r>
              <a:rPr lang="en-US" b="1" dirty="0"/>
              <a:t>more complete and more accurate Interaction Diagrams in an EDS – by utilizing a hybrid static-trace analysis approach.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key idea is </a:t>
            </a:r>
            <a:r>
              <a:rPr lang="en-US" b="1" dirty="0"/>
              <a:t>to improve scenario-specific understanding of system behavior as the runtime traces are incomplete.</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work is supervised jointly by the university and TNO.</a:t>
            </a:r>
            <a:endParaRPr lang="en-IN" sz="1200" i="0" dirty="0"/>
          </a:p>
        </p:txBody>
      </p:sp>
      <p:sp>
        <p:nvSpPr>
          <p:cNvPr id="4" name="Slide Number Placeholder 3"/>
          <p:cNvSpPr>
            <a:spLocks noGrp="1"/>
          </p:cNvSpPr>
          <p:nvPr>
            <p:ph type="sldNum" sz="quarter" idx="5"/>
          </p:nvPr>
        </p:nvSpPr>
        <p:spPr/>
        <p:txBody>
          <a:bodyPr/>
          <a:lstStyle/>
          <a:p>
            <a:fld id="{8D18E0B9-48E4-499D-93B2-B07D00395BAC}" type="slidenum">
              <a:rPr lang="en-US" smtClean="0"/>
              <a:t>1</a:t>
            </a:fld>
            <a:endParaRPr lang="en-US" dirty="0"/>
          </a:p>
        </p:txBody>
      </p:sp>
    </p:spTree>
    <p:extLst>
      <p:ext uri="{BB962C8B-B14F-4D97-AF65-F5344CB8AC3E}">
        <p14:creationId xmlns:p14="http://schemas.microsoft.com/office/powerpoint/2010/main" val="678461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GB"/>
          </a:p>
        </p:txBody>
      </p:sp>
      <p:sp>
        <p:nvSpPr>
          <p:cNvPr id="3" name="Notes Placeholder 2"/>
          <p:cNvSpPr>
            <a:spLocks noGrp="1"/>
          </p:cNvSpPr>
          <p:nvPr>
            <p:ph type="body" sz="quarter" idx="3"/>
          </p:nvPr>
        </p:nvSpPr>
        <p:spPr/>
        <p:txBody>
          <a:bodyPr/>
          <a:lstStyle/>
          <a:p>
            <a:r>
              <a:t>[0:30] Here's the roadmap. I'll start with the motivation and the concrete</a:t>
            </a:r>
          </a:p>
          <a:p>
            <a:r>
              <a:t>problem, state my three research questions, then walk through the approach —</a:t>
            </a:r>
          </a:p>
          <a:p>
            <a:r>
              <a:t>the pipeline and the shared property graph. After a quick look at the case</a:t>
            </a:r>
          </a:p>
          <a:p>
            <a:r>
              <a:t>study, CPSCore, I'll present the three experiments and their results, and close</a:t>
            </a:r>
          </a:p>
          <a:p>
            <a:r>
              <a:t>with contributions, limitations, and conclusions.</a:t>
            </a:r>
          </a:p>
        </p:txBody>
      </p:sp>
      <p:sp>
        <p:nvSpPr>
          <p:cNvPr id="4" name="Slide Number Placeholder 3"/>
          <p:cNvSpPr>
            <a:spLocks noGrp="1"/>
          </p:cNvSpPr>
          <p:nvPr>
            <p:ph type="sldNum" sz="quarter" idx="5"/>
          </p:nvPr>
        </p:nvSpPr>
        <p:spPr/>
        <p:txBody>
          <a:bodyPr/>
          <a:lstStyle/>
          <a:p>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Modern event-driven systems are highly concurrent and asynchronous, which makes understanding their behavior difficult.</a:t>
            </a:r>
          </a:p>
          <a:p>
            <a:r>
              <a:rPr lang="en-US" dirty="0"/>
              <a:t>Because of this massiveness - Runtime traces are often </a:t>
            </a:r>
            <a:r>
              <a:rPr lang="en-US" b="1" dirty="0"/>
              <a:t>incomplete or noisy</a:t>
            </a:r>
            <a:endParaRPr lang="en-US" dirty="0"/>
          </a:p>
          <a:p>
            <a:r>
              <a:rPr lang="en-US" dirty="0"/>
              <a:t>Instrumentation is limited (performance, access, cost)</a:t>
            </a:r>
          </a:p>
          <a:p>
            <a:endParaRPr lang="en-US" dirty="0"/>
          </a:p>
          <a:p>
            <a:r>
              <a:rPr lang="en-US" dirty="0"/>
              <a:t>Static - Produces interactions that </a:t>
            </a:r>
            <a:r>
              <a:rPr lang="en-US" i="1" dirty="0"/>
              <a:t>may never happen</a:t>
            </a:r>
            <a:endParaRPr lang="en-US" dirty="0"/>
          </a:p>
          <a:p>
            <a:endParaRPr lang="en-US" dirty="0"/>
          </a:p>
          <a:p>
            <a:r>
              <a:rPr lang="en-US" b="1" dirty="0"/>
              <a:t>Goal is to understand the system behavior accurately under certain scenarios </a:t>
            </a:r>
            <a:r>
              <a:rPr lang="en-US" dirty="0"/>
              <a:t>– to then be </a:t>
            </a:r>
            <a:r>
              <a:rPr lang="en-US" b="1" dirty="0"/>
              <a:t>able to take architectural calls / refactoring decisions / fix the bugs, etc.</a:t>
            </a:r>
          </a:p>
          <a:p>
            <a:r>
              <a:rPr lang="en-US" dirty="0"/>
              <a:t>Because these </a:t>
            </a:r>
            <a:r>
              <a:rPr lang="en-US" b="1" dirty="0"/>
              <a:t>mission critical systems require proper understanding of the nuances of things </a:t>
            </a:r>
            <a:r>
              <a:rPr lang="en-US" dirty="0"/>
              <a:t>– like what all components are interacting</a:t>
            </a:r>
          </a:p>
          <a:p>
            <a:r>
              <a:rPr lang="en-US" dirty="0"/>
              <a:t>With each other and what orchestration is happening under the hood – then be able to isolate those part of the code and refactor it / add more tests and increase its long-term maintainability</a:t>
            </a:r>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3</a:t>
            </a:fld>
            <a:endParaRPr lang="en-US" dirty="0"/>
          </a:p>
        </p:txBody>
      </p:sp>
    </p:spTree>
    <p:extLst>
      <p:ext uri="{BB962C8B-B14F-4D97-AF65-F5344CB8AC3E}">
        <p14:creationId xmlns:p14="http://schemas.microsoft.com/office/powerpoint/2010/main" val="612370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Traces are often instrumentation-limited (logs, </a:t>
            </a:r>
            <a:r>
              <a:rPr lang="en-IN" dirty="0"/>
              <a:t>performance constraints) </a:t>
            </a:r>
            <a:r>
              <a:rPr lang="en-US" dirty="0"/>
              <a:t>overheads, access constraints, and cost.</a:t>
            </a:r>
          </a:p>
          <a:p>
            <a:br>
              <a:rPr lang="en-US" dirty="0"/>
            </a:br>
            <a:r>
              <a:rPr lang="en-US" dirty="0"/>
              <a:t>Static code analysis shows all the possible behaviors possible, but often lacks information about execution order and runtime conditions.</a:t>
            </a:r>
          </a:p>
          <a:p>
            <a:endParaRPr lang="en-US" dirty="0"/>
          </a:p>
          <a:p>
            <a:r>
              <a:rPr lang="en-US" dirty="0"/>
              <a:t>Hybrid approach is what we are going to perform – previously there has been some work done – but their goals and objectives have been different. Some used it to reduce logging and runtime  instrumentation, other used it understand if they had control-flow loops in the execution path - such as repeated method invocations</a:t>
            </a:r>
          </a:p>
          <a:p>
            <a:endParaRPr lang="en-US" dirty="0"/>
          </a:p>
          <a:p>
            <a:r>
              <a:rPr lang="en-US" dirty="0"/>
              <a:t>Existing work either relies on traces, static structure, or uses hybrid analysis for other goals. </a:t>
            </a:r>
          </a:p>
          <a:p>
            <a:r>
              <a:rPr lang="en-US" dirty="0"/>
              <a:t>None focus on synthesizing interaction diagrams for a specific scenario when traces are incomplete.</a:t>
            </a:r>
          </a:p>
          <a:p>
            <a:endParaRPr lang="en-US" dirty="0"/>
          </a:p>
          <a:p>
            <a:r>
              <a:rPr lang="en-US" dirty="0"/>
              <a:t>Goal is to create a more richer, more accurate and more complete interaction diagrams – which can assist the engineers in taking architectural decisions </a:t>
            </a:r>
          </a:p>
          <a:p>
            <a:endParaRPr lang="en-US" dirty="0"/>
          </a:p>
          <a:p>
            <a:r>
              <a:rPr lang="en-US" dirty="0"/>
              <a:t>In contrast, this thesis assumes that runtime traces are incomplete and uses static call graphs to not only enrich observed behavior, but to infer unobserved interactions within a bounded scenario.</a:t>
            </a:r>
          </a:p>
        </p:txBody>
      </p:sp>
      <p:sp>
        <p:nvSpPr>
          <p:cNvPr id="4" name="Slide Number Placeholder 3"/>
          <p:cNvSpPr>
            <a:spLocks noGrp="1"/>
          </p:cNvSpPr>
          <p:nvPr>
            <p:ph type="sldNum" sz="quarter" idx="5"/>
          </p:nvPr>
        </p:nvSpPr>
        <p:spPr/>
        <p:txBody>
          <a:bodyPr/>
          <a:lstStyle/>
          <a:p>
            <a:fld id="{8D18E0B9-48E4-499D-93B2-B07D00395BAC}" type="slidenum">
              <a:rPr lang="en-US" smtClean="0"/>
              <a:t>4</a:t>
            </a:fld>
            <a:endParaRPr lang="en-US" dirty="0"/>
          </a:p>
        </p:txBody>
      </p:sp>
    </p:spTree>
    <p:extLst>
      <p:ext uri="{BB962C8B-B14F-4D97-AF65-F5344CB8AC3E}">
        <p14:creationId xmlns:p14="http://schemas.microsoft.com/office/powerpoint/2010/main" val="585805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IN" dirty="0"/>
              <a:t>BDD – Block Definition Diagram - </a:t>
            </a:r>
            <a:r>
              <a:rPr lang="en-US" dirty="0"/>
              <a:t>Components (Blocks) Dependencies Associations Hierarchical relationships Composition relationships</a:t>
            </a:r>
            <a:endParaRPr lang="en-IN" dirty="0"/>
          </a:p>
          <a:p>
            <a:r>
              <a:rPr lang="en-IN" dirty="0"/>
              <a:t>IBD – Internal Block Diagram - Parts (instances of blocks) Ports Connectors Internal communication paths</a:t>
            </a:r>
          </a:p>
          <a:p>
            <a:endParaRPr lang="en-IN" dirty="0"/>
          </a:p>
          <a:p>
            <a:r>
              <a:rPr lang="en-IN" dirty="0"/>
              <a:t>IBD – to understand How these components communicate. BDD - These components exist.</a:t>
            </a:r>
          </a:p>
          <a:p>
            <a:r>
              <a:rPr lang="en-US" b="0" dirty="0"/>
              <a:t>Sequence Diagram </a:t>
            </a:r>
            <a:r>
              <a:rPr lang="en-US" b="1" dirty="0"/>
              <a:t>- </a:t>
            </a:r>
            <a:r>
              <a:rPr lang="en-US" dirty="0"/>
              <a:t>What happens during execution and in what order?</a:t>
            </a:r>
          </a:p>
          <a:p>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7</a:t>
            </a:fld>
            <a:endParaRPr lang="en-US" dirty="0"/>
          </a:p>
        </p:txBody>
      </p:sp>
    </p:spTree>
    <p:extLst>
      <p:ext uri="{BB962C8B-B14F-4D97-AF65-F5344CB8AC3E}">
        <p14:creationId xmlns:p14="http://schemas.microsoft.com/office/powerpoint/2010/main" val="1775579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6978E-72E1-5293-E29A-E35287ADE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448577-3193-9A23-77DD-2104E1586CD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89B86CD-8096-F50A-7DC3-8693C9506579}"/>
              </a:ext>
            </a:extLst>
          </p:cNvPr>
          <p:cNvSpPr>
            <a:spLocks noGrp="1"/>
          </p:cNvSpPr>
          <p:nvPr>
            <p:ph type="body" idx="1"/>
          </p:nvPr>
        </p:nvSpPr>
        <p:spPr/>
        <p:txBody>
          <a:bodyPr/>
          <a:lstStyle/>
          <a:p>
            <a:r>
              <a:rPr lang="en-US" b="1" dirty="0"/>
              <a:t>Scenario Definition</a:t>
            </a:r>
          </a:p>
          <a:p>
            <a:r>
              <a:rPr lang="en-US" dirty="0"/>
              <a:t>“We start by clearly defining a single functionality or algorithm as the scenario of interest. </a:t>
            </a:r>
            <a:r>
              <a:rPr lang="en-US" b="1" dirty="0"/>
              <a:t>This keeps the scope focused and narrow </a:t>
            </a:r>
            <a:r>
              <a:rPr lang="en-US" dirty="0"/>
              <a:t>and avoids over-generalizing the system’s behavior.”</a:t>
            </a:r>
          </a:p>
          <a:p>
            <a:r>
              <a:rPr lang="en-US" b="1" dirty="0"/>
              <a:t>Static Analysis</a:t>
            </a:r>
          </a:p>
          <a:p>
            <a:r>
              <a:rPr lang="en-US" dirty="0"/>
              <a:t>“We then apply </a:t>
            </a:r>
            <a:r>
              <a:rPr lang="en-US" b="1" dirty="0"/>
              <a:t>dependency-based slicing on the code to retain only scenario-relevant components.</a:t>
            </a:r>
            <a:r>
              <a:rPr lang="en-US" dirty="0"/>
              <a:t> This prunes irrelevant code paths and constrains </a:t>
            </a:r>
            <a:r>
              <a:rPr lang="en-US" b="1" dirty="0"/>
              <a:t>what interactions are theoretically possible.”</a:t>
            </a:r>
          </a:p>
          <a:p>
            <a:r>
              <a:rPr lang="en-US" b="1" dirty="0"/>
              <a:t>Runtime Trace Collection</a:t>
            </a:r>
          </a:p>
          <a:p>
            <a:r>
              <a:rPr lang="en-US" dirty="0"/>
              <a:t>“Next</a:t>
            </a:r>
            <a:r>
              <a:rPr lang="en-US" b="1" dirty="0"/>
              <a:t>, we collect timestamped runtime events corresponding to the scenario execution. </a:t>
            </a:r>
            <a:r>
              <a:rPr lang="en-US" dirty="0"/>
              <a:t>Although these traces may be incomplete, they </a:t>
            </a:r>
            <a:r>
              <a:rPr lang="en-US" b="1" dirty="0"/>
              <a:t>still provide concrete evidence and the order of execution information</a:t>
            </a:r>
            <a:r>
              <a:rPr lang="en-US" dirty="0"/>
              <a:t>.”</a:t>
            </a:r>
          </a:p>
          <a:p>
            <a:r>
              <a:rPr lang="en-US" b="1" dirty="0"/>
              <a:t>Hybrid Reconstruction</a:t>
            </a:r>
          </a:p>
          <a:p>
            <a:r>
              <a:rPr lang="en-US" dirty="0"/>
              <a:t>“</a:t>
            </a:r>
            <a:r>
              <a:rPr lang="en-US" b="1" dirty="0"/>
              <a:t>Static and dynamic information are then aligned through trace-to-code mapping</a:t>
            </a:r>
            <a:r>
              <a:rPr lang="en-US" dirty="0"/>
              <a:t>. Static reachability analysis is used to infer missing interactions, but only when they are consistent with both code structure and observed traces.”</a:t>
            </a:r>
          </a:p>
          <a:p>
            <a:r>
              <a:rPr lang="en-US" b="1" dirty="0" err="1"/>
              <a:t>SysML</a:t>
            </a:r>
            <a:r>
              <a:rPr lang="en-US" b="1" dirty="0"/>
              <a:t> v2 Interaction Diagram</a:t>
            </a:r>
          </a:p>
          <a:p>
            <a:r>
              <a:rPr lang="en-US" dirty="0"/>
              <a:t>“Finally, </a:t>
            </a:r>
            <a:r>
              <a:rPr lang="en-US" b="1" dirty="0"/>
              <a:t>the reconstructed interactions are exported as </a:t>
            </a:r>
            <a:r>
              <a:rPr lang="en-US" b="1" dirty="0" err="1"/>
              <a:t>SysML</a:t>
            </a:r>
            <a:r>
              <a:rPr lang="en-US" b="1" dirty="0"/>
              <a:t> v2 interaction diagrams</a:t>
            </a:r>
            <a:r>
              <a:rPr lang="en-US" dirty="0"/>
              <a:t>. These diagrams are scenario-specific, human-readable, and suitable for engineers and stakeholders.”</a:t>
            </a:r>
          </a:p>
          <a:p>
            <a:endParaRPr lang="en-US" dirty="0"/>
          </a:p>
          <a:p>
            <a:r>
              <a:rPr lang="en-IN" b="1" dirty="0" err="1"/>
              <a:t>SysML</a:t>
            </a:r>
            <a:r>
              <a:rPr lang="en-IN" b="1" dirty="0"/>
              <a:t> v2 (Systems </a:t>
            </a:r>
            <a:r>
              <a:rPr lang="en-IN" b="1" dirty="0" err="1"/>
              <a:t>Modeling</a:t>
            </a:r>
            <a:r>
              <a:rPr lang="en-IN" b="1" dirty="0"/>
              <a:t> Language v2)</a:t>
            </a:r>
            <a:r>
              <a:rPr lang="en-IN" dirty="0"/>
              <a:t> is a next-gen textual </a:t>
            </a:r>
            <a:r>
              <a:rPr lang="en-IN" b="1" dirty="0"/>
              <a:t>modern, formal systems </a:t>
            </a:r>
            <a:r>
              <a:rPr lang="en-IN" b="1" dirty="0" err="1"/>
              <a:t>modeling</a:t>
            </a:r>
            <a:r>
              <a:rPr lang="en-IN" b="1" dirty="0"/>
              <a:t> language</a:t>
            </a:r>
            <a:r>
              <a:rPr lang="en-IN" dirty="0"/>
              <a:t> – which has its own textual syntax </a:t>
            </a:r>
            <a:r>
              <a:rPr lang="en-IN"/>
              <a:t>and formal </a:t>
            </a:r>
            <a:r>
              <a:rPr lang="en-IN" dirty="0"/>
              <a:t>semantics</a:t>
            </a:r>
            <a:endParaRPr lang="en-US" dirty="0"/>
          </a:p>
          <a:p>
            <a:r>
              <a:rPr lang="en-US" dirty="0" err="1"/>
              <a:t>SysML</a:t>
            </a:r>
            <a:r>
              <a:rPr lang="en-US" dirty="0"/>
              <a:t> v2 provides formal semantics and a textual representation, making it suitable for automated generation and analysis. In this work, </a:t>
            </a:r>
            <a:r>
              <a:rPr lang="en-US" dirty="0" err="1"/>
              <a:t>SysML</a:t>
            </a:r>
            <a:r>
              <a:rPr lang="en-US" dirty="0"/>
              <a:t> v2 is used as the output representation to express reconstructed, scenario-specific interactions inferred from static code and runtime traces.</a:t>
            </a:r>
          </a:p>
        </p:txBody>
      </p:sp>
      <p:sp>
        <p:nvSpPr>
          <p:cNvPr id="4" name="Slide Number Placeholder 3">
            <a:extLst>
              <a:ext uri="{FF2B5EF4-FFF2-40B4-BE49-F238E27FC236}">
                <a16:creationId xmlns:a16="http://schemas.microsoft.com/office/drawing/2014/main" id="{A2927251-9043-1EE3-EE49-394932D00365}"/>
              </a:ext>
            </a:extLst>
          </p:cNvPr>
          <p:cNvSpPr>
            <a:spLocks noGrp="1"/>
          </p:cNvSpPr>
          <p:nvPr>
            <p:ph type="sldNum" sz="quarter" idx="5"/>
          </p:nvPr>
        </p:nvSpPr>
        <p:spPr/>
        <p:txBody>
          <a:bodyPr/>
          <a:lstStyle/>
          <a:p>
            <a:fld id="{8D18E0B9-48E4-499D-93B2-B07D00395BAC}" type="slidenum">
              <a:rPr lang="en-US" smtClean="0"/>
              <a:t>11</a:t>
            </a:fld>
            <a:endParaRPr lang="en-US" dirty="0"/>
          </a:p>
        </p:txBody>
      </p:sp>
    </p:spTree>
    <p:extLst>
      <p:ext uri="{BB962C8B-B14F-4D97-AF65-F5344CB8AC3E}">
        <p14:creationId xmlns:p14="http://schemas.microsoft.com/office/powerpoint/2010/main" val="726871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The pipeline turns raw C++ into a scenario-specific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v2 diagram in six steps — extract the codebase into a property graph, scope it to the scenario, flatten it into a static call table, cross-check that against a real instrumented run, reconcile the two into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elements.json</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GB" sz="1200" dirty="0" err="1">
                <a:latin typeface="Sans Serif Collection" panose="020B0502040504020204" pitchFamily="34" charset="0"/>
                <a:ea typeface="Sans Serif Collection" panose="020B0502040504020204" pitchFamily="34" charset="0"/>
                <a:cs typeface="Sans Serif Collection" panose="020B0502040504020204" pitchFamily="34" charset="0"/>
              </a:rPr>
              <a:t>sequence.json</a:t>
            </a:r>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 using agent synthesis single LLM judgment call, then render the result. Five of the six steps are deterministic tooling; the LLM only ever sees evidence that's already been gathered and filtered for it</a:t>
            </a:r>
            <a:endParaRPr lang="en-GB" sz="1100" b="1" i="0" dirty="0">
              <a:solidFill>
                <a:srgbClr val="44546A"/>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18</a:t>
            </a:fld>
            <a:endParaRPr lang="en-US" dirty="0"/>
          </a:p>
        </p:txBody>
      </p:sp>
    </p:spTree>
    <p:extLst>
      <p:ext uri="{BB962C8B-B14F-4D97-AF65-F5344CB8AC3E}">
        <p14:creationId xmlns:p14="http://schemas.microsoft.com/office/powerpoint/2010/main" val="4288240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True Positive: a triple the reference expects </a:t>
            </a:r>
            <a:r>
              <a:rPr lang="en-GB" sz="1200" b="0" i="1" kern="1200" dirty="0">
                <a:solidFill>
                  <a:schemeClr val="tx1"/>
                </a:solidFill>
                <a:effectLst/>
                <a:latin typeface="+mn-lt"/>
                <a:ea typeface="+mn-ea"/>
                <a:cs typeface="+mn-cs"/>
              </a:rPr>
              <a:t>and</a:t>
            </a:r>
            <a:r>
              <a:rPr lang="en-GB" sz="1200" b="0" i="0" kern="1200" dirty="0">
                <a:solidFill>
                  <a:schemeClr val="tx1"/>
                </a:solidFill>
                <a:effectLst/>
                <a:latin typeface="+mn-lt"/>
                <a:ea typeface="+mn-ea"/>
                <a:cs typeface="+mn-cs"/>
              </a:rPr>
              <a:t> the generated file has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False Positive: a triple the generated file has that isn't in the reference — an invented edge (GEN − REF)</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False Negative: a triple the reference expects that the generated file is missing (REF − GEN)</a:t>
            </a:r>
          </a:p>
          <a:p>
            <a:endParaRPr lang="en-GB" dirty="0"/>
          </a:p>
          <a:p>
            <a:r>
              <a:rPr lang="en-GB" sz="1200" b="0" i="0" kern="1200" dirty="0">
                <a:solidFill>
                  <a:schemeClr val="tx1"/>
                </a:solidFill>
                <a:effectLst/>
                <a:latin typeface="+mn-lt"/>
                <a:ea typeface="+mn-ea"/>
                <a:cs typeface="+mn-cs"/>
              </a:rPr>
              <a:t>Precision asks "of what I generated, how much was right"; recall asks "of what should be there, how much did I find"</a:t>
            </a:r>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19</a:t>
            </a:fld>
            <a:endParaRPr lang="en-US" dirty="0"/>
          </a:p>
        </p:txBody>
      </p:sp>
    </p:spTree>
    <p:extLst>
      <p:ext uri="{BB962C8B-B14F-4D97-AF65-F5344CB8AC3E}">
        <p14:creationId xmlns:p14="http://schemas.microsoft.com/office/powerpoint/2010/main" val="897499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D18E0B9-48E4-499D-93B2-B07D00395BAC}" type="slidenum">
              <a:rPr lang="en-US" smtClean="0"/>
              <a:t>30</a:t>
            </a:fld>
            <a:endParaRPr lang="en-US" dirty="0"/>
          </a:p>
        </p:txBody>
      </p:sp>
    </p:spTree>
    <p:extLst>
      <p:ext uri="{BB962C8B-B14F-4D97-AF65-F5344CB8AC3E}">
        <p14:creationId xmlns:p14="http://schemas.microsoft.com/office/powerpoint/2010/main" val="465557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Block Definition Diagram (BDD) describes the static structure of the system by showing components and their relationships. An Internal Block Diagram (IBD) refines those components by showing their ports, interfaces, and connectors, explaining how they interact internally. In my project, dependency extraction is used to generate BDDs, while function-level interaction analysis is used to infer ports and generate IBDs.</a:t>
            </a:r>
            <a:r>
              <a:rPr lang="en-IN" dirty="0"/>
              <a:t> IBD – to understand How these components communicate. BDD - These components exist.</a:t>
            </a:r>
          </a:p>
        </p:txBody>
      </p:sp>
      <p:sp>
        <p:nvSpPr>
          <p:cNvPr id="4" name="Slide Number Placeholder 3"/>
          <p:cNvSpPr>
            <a:spLocks noGrp="1"/>
          </p:cNvSpPr>
          <p:nvPr>
            <p:ph type="sldNum" sz="quarter" idx="5"/>
          </p:nvPr>
        </p:nvSpPr>
        <p:spPr/>
        <p:txBody>
          <a:bodyPr/>
          <a:lstStyle/>
          <a:p>
            <a:fld id="{8D18E0B9-48E4-499D-93B2-B07D00395BAC}" type="slidenum">
              <a:rPr lang="en-US" smtClean="0"/>
              <a:t>32</a:t>
            </a:fld>
            <a:endParaRPr lang="en-US" dirty="0"/>
          </a:p>
        </p:txBody>
      </p:sp>
    </p:spTree>
    <p:extLst>
      <p:ext uri="{BB962C8B-B14F-4D97-AF65-F5344CB8AC3E}">
        <p14:creationId xmlns:p14="http://schemas.microsoft.com/office/powerpoint/2010/main" val="26647843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A Block Definition Diagram (BDD) describes the static structure of the system by showing components and their relationships. An Internal Block Diagram (IBD) refines those components by showing their ports, interfaces, and connectors, explaining how they interact internally. In my project, dependency extraction is used to generate BDDs, while function-level interaction analysis is used to infer ports and generate IBDs.</a:t>
            </a:r>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34</a:t>
            </a:fld>
            <a:endParaRPr lang="en-US" dirty="0"/>
          </a:p>
        </p:txBody>
      </p:sp>
    </p:spTree>
    <p:extLst>
      <p:ext uri="{BB962C8B-B14F-4D97-AF65-F5344CB8AC3E}">
        <p14:creationId xmlns:p14="http://schemas.microsoft.com/office/powerpoint/2010/main" val="980252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18E0B9-48E4-499D-93B2-B07D00395BAC}" type="slidenum">
              <a:rPr lang="en-US" smtClean="0"/>
              <a:t>37</a:t>
            </a:fld>
            <a:endParaRPr lang="en-US" dirty="0"/>
          </a:p>
        </p:txBody>
      </p:sp>
    </p:spTree>
    <p:extLst>
      <p:ext uri="{BB962C8B-B14F-4D97-AF65-F5344CB8AC3E}">
        <p14:creationId xmlns:p14="http://schemas.microsoft.com/office/powerpoint/2010/main" val="2181297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The goal is to combine static code structure and incomplete runtime traces to synthesize a scenario-specific interaction diagram in </a:t>
            </a:r>
            <a:r>
              <a:rPr lang="en-US" dirty="0" err="1"/>
              <a:t>SysML</a:t>
            </a:r>
            <a:r>
              <a:rPr lang="en-US" dirty="0"/>
              <a:t> v2</a:t>
            </a:r>
          </a:p>
          <a:p>
            <a:endParaRPr lang="en-US" dirty="0"/>
          </a:p>
          <a:p>
            <a:r>
              <a:rPr lang="en-US" dirty="0"/>
              <a:t>How can we filter both code and traces so we only focus on behavior relevant to a given scenario?</a:t>
            </a:r>
          </a:p>
          <a:p>
            <a:r>
              <a:rPr lang="en-US" dirty="0"/>
              <a:t>What kind of graph can meaningfully combine static call relationships with timestamped runtime events?</a:t>
            </a:r>
          </a:p>
          <a:p>
            <a:r>
              <a:rPr lang="en-US" dirty="0"/>
              <a:t>Does combining both actually improve completeness and accuracy compared to static-only or trace-only approaches?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Static and dynamic information are then aligned through </a:t>
            </a:r>
            <a:r>
              <a:rPr lang="en-US" b="1" dirty="0"/>
              <a:t>trace-to-code mapping</a:t>
            </a:r>
            <a:r>
              <a:rPr lang="en-US" dirty="0"/>
              <a:t>. </a:t>
            </a:r>
          </a:p>
          <a:p>
            <a:endParaRPr lang="en-IN" dirty="0"/>
          </a:p>
          <a:p>
            <a:r>
              <a:rPr lang="en-US" dirty="0"/>
              <a:t>who talks to whom, in what order, under which conditions</a:t>
            </a:r>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39</a:t>
            </a:fld>
            <a:endParaRPr lang="en-US" dirty="0"/>
          </a:p>
        </p:txBody>
      </p:sp>
    </p:spTree>
    <p:extLst>
      <p:ext uri="{BB962C8B-B14F-4D97-AF65-F5344CB8AC3E}">
        <p14:creationId xmlns:p14="http://schemas.microsoft.com/office/powerpoint/2010/main" val="2043992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GB"/>
          </a:p>
        </p:txBody>
      </p:sp>
      <p:sp>
        <p:nvSpPr>
          <p:cNvPr id="3" name="Notes Placeholder 2"/>
          <p:cNvSpPr>
            <a:spLocks noGrp="1"/>
          </p:cNvSpPr>
          <p:nvPr>
            <p:ph type="body" sz="quarter" idx="3"/>
          </p:nvPr>
        </p:nvSpPr>
        <p:spPr/>
        <p:txBody>
          <a:bodyPr/>
          <a:lstStyle/>
          <a:p>
            <a:r>
              <a:t>[2:00] The systems I care about are long-lived and safety-critical — think</a:t>
            </a:r>
          </a:p>
          <a:p>
            <a:r>
              <a:t>medical imaging or industrial automation. Their behaviour is supposed to be</a:t>
            </a:r>
          </a:p>
          <a:p>
            <a:r>
              <a:t>captured in interaction models, i.e. sequence diagrams. But in practice those</a:t>
            </a:r>
          </a:p>
          <a:p>
            <a:r>
              <a:t>diagrams drift out of sync as the code evolves, so engineers end up</a:t>
            </a:r>
          </a:p>
          <a:p>
            <a:r>
              <a:t>reconstructing behaviour by hand — slow and expertise-dependent. Event-driven</a:t>
            </a:r>
          </a:p>
          <a:p>
            <a:r>
              <a:t>systems make it harder because async callbacks and pub/sub hide who talks to</a:t>
            </a:r>
          </a:p>
          <a:p>
            <a:r>
              <a:t>whom.</a:t>
            </a:r>
          </a:p>
          <a:p>
            <a:r>
              <a:t>On the right is a real, previously-resolved defect that motivated the work: a</a:t>
            </a:r>
          </a:p>
          <a:p>
            <a:r>
              <a:t>stale proxy was never freed because a reset call was missing, and after a</a:t>
            </a:r>
          </a:p>
          <a:p>
            <a:r>
              <a:t>restart the system silently stopped delivering notifications. It was only</a:t>
            </a:r>
          </a:p>
          <a:p>
            <a:r>
              <a:t>visible by tracing an implicit event chain that no diagram showed — exactly the</a:t>
            </a:r>
          </a:p>
          <a:p>
            <a:r>
              <a:t>kind of model this thesis reconstructs automatically.</a:t>
            </a:r>
          </a:p>
        </p:txBody>
      </p:sp>
      <p:sp>
        <p:nvSpPr>
          <p:cNvPr id="4" name="Slide Number Placeholder 3"/>
          <p:cNvSpPr>
            <a:spLocks noGrp="1"/>
          </p:cNvSpPr>
          <p:nvPr>
            <p:ph type="sldNum" sz="quarter" idx="5"/>
          </p:nvPr>
        </p:nvSpPr>
        <p:spPr/>
        <p:txBody>
          <a:bodyPr/>
          <a:lstStyle/>
          <a:p>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We compare trace-only diagrams with hybrid diagrams to show improvements in completeness and clarity.</a:t>
            </a:r>
          </a:p>
          <a:p>
            <a:endParaRPr lang="en-US" dirty="0"/>
          </a:p>
          <a:p>
            <a:r>
              <a:rPr lang="en-US" dirty="0"/>
              <a:t>The evaluation focuses on qualitative completeness and structural accuracy metrics rather than raw performance.</a:t>
            </a:r>
          </a:p>
          <a:p>
            <a:endParaRPr lang="en-US" dirty="0"/>
          </a:p>
          <a:p>
            <a:r>
              <a:rPr lang="en-US" dirty="0"/>
              <a:t>We compare interaction diagrams generated using trace-only, static-only, and hybrid approaches. The expectation is that the hybrid method produces more complete flows without introducing excessive over-approximation. The outcome includes a working prototype and comparative evaluation results.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Goal is to create a more richer, more accurate and more complete interaction diagrams </a:t>
            </a:r>
            <a:r>
              <a:rPr lang="en-US" dirty="0"/>
              <a:t>– which can assist the engineers in taking architectural decisions </a:t>
            </a:r>
          </a:p>
          <a:p>
            <a:endParaRPr lang="en-IN" dirty="0"/>
          </a:p>
        </p:txBody>
      </p:sp>
      <p:sp>
        <p:nvSpPr>
          <p:cNvPr id="4" name="Slide Number Placeholder 3"/>
          <p:cNvSpPr>
            <a:spLocks noGrp="1"/>
          </p:cNvSpPr>
          <p:nvPr>
            <p:ph type="sldNum" sz="quarter" idx="5"/>
          </p:nvPr>
        </p:nvSpPr>
        <p:spPr/>
        <p:txBody>
          <a:bodyPr/>
          <a:lstStyle/>
          <a:p>
            <a:fld id="{8D18E0B9-48E4-499D-93B2-B07D00395BAC}" type="slidenum">
              <a:rPr lang="en-US" smtClean="0"/>
              <a:t>45</a:t>
            </a:fld>
            <a:endParaRPr lang="en-US" dirty="0"/>
          </a:p>
        </p:txBody>
      </p:sp>
    </p:spTree>
    <p:extLst>
      <p:ext uri="{BB962C8B-B14F-4D97-AF65-F5344CB8AC3E}">
        <p14:creationId xmlns:p14="http://schemas.microsoft.com/office/powerpoint/2010/main" val="37865303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015DB-4223-6413-6CCE-02D6E2D039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747051-55F6-D765-6287-FB7453E1423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00D6548-8D09-CCB0-A1E1-7AC6637A38F0}"/>
              </a:ext>
            </a:extLst>
          </p:cNvPr>
          <p:cNvSpPr>
            <a:spLocks noGrp="1"/>
          </p:cNvSpPr>
          <p:nvPr>
            <p:ph type="body" idx="1"/>
          </p:nvPr>
        </p:nvSpPr>
        <p:spPr/>
        <p:txBody>
          <a:bodyPr/>
          <a:lstStyle/>
          <a:p>
            <a:r>
              <a:rPr lang="en-US" dirty="0"/>
              <a:t>The scope is intentionally limited to one scenario to ensure feasibility within the 22-week timeline. </a:t>
            </a:r>
          </a:p>
          <a:p>
            <a:r>
              <a:rPr lang="en-US" dirty="0"/>
              <a:t>✓ Single scenario ✓ Single industrial system ✓ Proof-of-concept focus</a:t>
            </a:r>
          </a:p>
          <a:p>
            <a:endParaRPr lang="en-US" dirty="0"/>
          </a:p>
          <a:p>
            <a:r>
              <a:rPr lang="en-US" dirty="0"/>
              <a:t>Point out it’s </a:t>
            </a:r>
            <a:r>
              <a:rPr lang="en-US" b="1" dirty="0"/>
              <a:t>incremental</a:t>
            </a:r>
            <a:endParaRPr lang="en-US" dirty="0"/>
          </a:p>
          <a:p>
            <a:r>
              <a:rPr lang="en-US" dirty="0"/>
              <a:t>Early risk is handled early (literature + static analysis)</a:t>
            </a:r>
          </a:p>
          <a:p>
            <a:r>
              <a:rPr lang="en-US" dirty="0"/>
              <a:t>Buffer included → realistic planning</a:t>
            </a:r>
          </a:p>
          <a:p>
            <a:r>
              <a:rPr lang="en-US" dirty="0"/>
              <a:t>Optional reassurance:</a:t>
            </a:r>
          </a:p>
          <a:p>
            <a:r>
              <a:rPr lang="en-US" b="1" dirty="0"/>
              <a:t>“Each phase produces intermediate artifacts, reducing project risk.”</a:t>
            </a:r>
          </a:p>
          <a:p>
            <a:endParaRPr lang="en-US" dirty="0"/>
          </a:p>
        </p:txBody>
      </p:sp>
      <p:sp>
        <p:nvSpPr>
          <p:cNvPr id="4" name="Slide Number Placeholder 3">
            <a:extLst>
              <a:ext uri="{FF2B5EF4-FFF2-40B4-BE49-F238E27FC236}">
                <a16:creationId xmlns:a16="http://schemas.microsoft.com/office/drawing/2014/main" id="{8C2BEA63-8E9D-D6A0-3669-015CF0F58824}"/>
              </a:ext>
            </a:extLst>
          </p:cNvPr>
          <p:cNvSpPr>
            <a:spLocks noGrp="1"/>
          </p:cNvSpPr>
          <p:nvPr>
            <p:ph type="sldNum" sz="quarter" idx="5"/>
          </p:nvPr>
        </p:nvSpPr>
        <p:spPr/>
        <p:txBody>
          <a:bodyPr/>
          <a:lstStyle/>
          <a:p>
            <a:fld id="{8D18E0B9-48E4-499D-93B2-B07D00395BAC}" type="slidenum">
              <a:rPr lang="en-US" smtClean="0"/>
              <a:t>46</a:t>
            </a:fld>
            <a:endParaRPr lang="en-US" dirty="0"/>
          </a:p>
        </p:txBody>
      </p:sp>
    </p:spTree>
    <p:extLst>
      <p:ext uri="{BB962C8B-B14F-4D97-AF65-F5344CB8AC3E}">
        <p14:creationId xmlns:p14="http://schemas.microsoft.com/office/powerpoint/2010/main" val="3131678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CA39D92-9919-A80E-44FF-6B912E850733}"/>
              </a:ext>
            </a:extLst>
          </p:cNvPr>
          <p:cNvSpPr>
            <a:spLocks noGrp="1"/>
          </p:cNvSpPr>
          <p:nvPr>
            <p:ph type="pic" sz="quarter" idx="10" hasCustomPrompt="1"/>
          </p:nvPr>
        </p:nvSpPr>
        <p:spPr>
          <a:xfrm>
            <a:off x="458788" y="457200"/>
            <a:ext cx="11274425" cy="5943600"/>
          </a:xfrm>
        </p:spPr>
        <p:txBody>
          <a:bodyPr>
            <a:normAutofit/>
          </a:bodyPr>
          <a:lstStyle>
            <a:lvl1pPr marL="0" indent="0">
              <a:buNone/>
              <a:defRPr sz="2000"/>
            </a:lvl1pPr>
          </a:lstStyle>
          <a:p>
            <a:r>
              <a:rPr lang="en-US" dirty="0"/>
              <a:t>Click icon to insert picture</a:t>
            </a:r>
          </a:p>
        </p:txBody>
      </p:sp>
      <p:sp>
        <p:nvSpPr>
          <p:cNvPr id="6" name="Title 5">
            <a:extLst>
              <a:ext uri="{FF2B5EF4-FFF2-40B4-BE49-F238E27FC236}">
                <a16:creationId xmlns:a16="http://schemas.microsoft.com/office/drawing/2014/main" id="{B62FF34D-C8F8-1796-647D-D17056A27E11}"/>
              </a:ext>
            </a:extLst>
          </p:cNvPr>
          <p:cNvSpPr>
            <a:spLocks noGrp="1"/>
          </p:cNvSpPr>
          <p:nvPr>
            <p:ph type="title" hasCustomPrompt="1"/>
          </p:nvPr>
        </p:nvSpPr>
        <p:spPr>
          <a:xfrm>
            <a:off x="6581955" y="612475"/>
            <a:ext cx="4701904" cy="3079029"/>
          </a:xfrm>
        </p:spPr>
        <p:txBody>
          <a:bodyPr anchor="b">
            <a:normAutofit/>
          </a:bodyPr>
          <a:lstStyle>
            <a:lvl1pPr algn="r">
              <a:defRPr sz="4800">
                <a:solidFill>
                  <a:schemeClr val="tx1"/>
                </a:solidFill>
              </a:defRPr>
            </a:lvl1pPr>
          </a:lstStyle>
          <a:p>
            <a:r>
              <a:rPr lang="en-US" dirty="0"/>
              <a:t>Click to add title</a:t>
            </a:r>
          </a:p>
        </p:txBody>
      </p:sp>
    </p:spTree>
    <p:extLst>
      <p:ext uri="{BB962C8B-B14F-4D97-AF65-F5344CB8AC3E}">
        <p14:creationId xmlns:p14="http://schemas.microsoft.com/office/powerpoint/2010/main" val="907688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C229E2-8757-94D8-A1B6-702189DCCBF2}"/>
              </a:ext>
              <a:ext uri="{C183D7F6-B498-43B3-948B-1728B52AA6E4}">
                <adec:decorative xmlns:adec="http://schemas.microsoft.com/office/drawing/2017/decorative" val="1"/>
              </a:ext>
            </a:extLst>
          </p:cNvPr>
          <p:cNvSpPr/>
          <p:nvPr userDrawn="1"/>
        </p:nvSpPr>
        <p:spPr>
          <a:xfrm>
            <a:off x="6096000" y="3249"/>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A77143C8-CDFF-B937-C00C-5E7B5093991E}"/>
              </a:ext>
            </a:extLst>
          </p:cNvPr>
          <p:cNvSpPr>
            <a:spLocks noGrp="1"/>
          </p:cNvSpPr>
          <p:nvPr>
            <p:ph type="title" hasCustomPrompt="1"/>
          </p:nvPr>
        </p:nvSpPr>
        <p:spPr>
          <a:xfrm>
            <a:off x="914400" y="883920"/>
            <a:ext cx="4114800" cy="5059680"/>
          </a:xfrm>
        </p:spPr>
        <p:txBody>
          <a:bodyPr>
            <a:normAutofit/>
          </a:bodyPr>
          <a:lstStyle>
            <a:lvl1pPr>
              <a:defRPr sz="3600">
                <a:solidFill>
                  <a:schemeClr val="tx1">
                    <a:lumMod val="75000"/>
                    <a:lumOff val="25000"/>
                  </a:schemeClr>
                </a:solidFill>
              </a:defRPr>
            </a:lvl1pPr>
          </a:lstStyle>
          <a:p>
            <a:r>
              <a:rPr lang="en-US" dirty="0"/>
              <a:t>Click to add title</a:t>
            </a:r>
          </a:p>
        </p:txBody>
      </p:sp>
      <p:sp>
        <p:nvSpPr>
          <p:cNvPr id="10" name="Content Placeholder 9">
            <a:extLst>
              <a:ext uri="{FF2B5EF4-FFF2-40B4-BE49-F238E27FC236}">
                <a16:creationId xmlns:a16="http://schemas.microsoft.com/office/drawing/2014/main" id="{F82637A1-1BB4-AF51-24C3-6FE78DD45D99}"/>
              </a:ext>
            </a:extLst>
          </p:cNvPr>
          <p:cNvSpPr>
            <a:spLocks noGrp="1"/>
          </p:cNvSpPr>
          <p:nvPr>
            <p:ph sz="quarter" idx="10" hasCustomPrompt="1"/>
          </p:nvPr>
        </p:nvSpPr>
        <p:spPr>
          <a:xfrm>
            <a:off x="6475413" y="2438400"/>
            <a:ext cx="4799012" cy="3505200"/>
          </a:xfrm>
        </p:spPr>
        <p:txBody>
          <a:bodyPr>
            <a:normAutofit/>
          </a:bodyPr>
          <a:lstStyle>
            <a:lvl1pPr marL="0" indent="0">
              <a:lnSpc>
                <a:spcPct val="125000"/>
              </a:lnSpc>
              <a:buNone/>
              <a:defRPr sz="1800"/>
            </a:lvl1pPr>
            <a:lvl2pPr marL="457200" indent="0">
              <a:lnSpc>
                <a:spcPct val="125000"/>
              </a:lnSpc>
              <a:buNone/>
              <a:defRPr sz="1600"/>
            </a:lvl2pPr>
            <a:lvl3pPr marL="914400" indent="0">
              <a:lnSpc>
                <a:spcPct val="125000"/>
              </a:lnSpc>
              <a:buNone/>
              <a:defRPr sz="1400"/>
            </a:lvl3pPr>
            <a:lvl4pPr marL="1371600" indent="0">
              <a:lnSpc>
                <a:spcPct val="125000"/>
              </a:lnSpc>
              <a:buNone/>
              <a:defRPr sz="1200"/>
            </a:lvl4pPr>
            <a:lvl5pPr marL="1828800" indent="0">
              <a:lnSpc>
                <a:spcPct val="125000"/>
              </a:lnSpc>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3" name="Frame 2">
            <a:extLst>
              <a:ext uri="{FF2B5EF4-FFF2-40B4-BE49-F238E27FC236}">
                <a16:creationId xmlns:a16="http://schemas.microsoft.com/office/drawing/2014/main" id="{56F59DF2-AB3C-B7B3-826A-636B8CC5AB31}"/>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457687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737016-0B2B-9F81-7A77-63223C4864D8}"/>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1134E572-08FE-0439-A460-8DFE1183A605}"/>
              </a:ext>
            </a:extLst>
          </p:cNvPr>
          <p:cNvSpPr>
            <a:spLocks noGrp="1"/>
          </p:cNvSpPr>
          <p:nvPr>
            <p:ph type="title" hasCustomPrompt="1"/>
          </p:nvPr>
        </p:nvSpPr>
        <p:spPr>
          <a:xfrm>
            <a:off x="6478742" y="914399"/>
            <a:ext cx="4798858" cy="5029199"/>
          </a:xfrm>
        </p:spPr>
        <p:txBody>
          <a:bodyPr>
            <a:normAutofit/>
          </a:bodyPr>
          <a:lstStyle>
            <a:lvl1pPr>
              <a:defRPr sz="4800"/>
            </a:lvl1pPr>
          </a:lstStyle>
          <a:p>
            <a:r>
              <a:rPr lang="en-US" dirty="0"/>
              <a:t>Click to add title</a:t>
            </a:r>
          </a:p>
        </p:txBody>
      </p:sp>
      <p:sp>
        <p:nvSpPr>
          <p:cNvPr id="9" name="Picture Placeholder 8">
            <a:extLst>
              <a:ext uri="{FF2B5EF4-FFF2-40B4-BE49-F238E27FC236}">
                <a16:creationId xmlns:a16="http://schemas.microsoft.com/office/drawing/2014/main" id="{01EB46EC-087C-B8FF-2363-B99FAE983B02}"/>
              </a:ext>
            </a:extLst>
          </p:cNvPr>
          <p:cNvSpPr>
            <a:spLocks noGrp="1"/>
          </p:cNvSpPr>
          <p:nvPr>
            <p:ph type="pic" sz="quarter" idx="10"/>
          </p:nvPr>
        </p:nvSpPr>
        <p:spPr>
          <a:xfrm>
            <a:off x="0" y="914400"/>
            <a:ext cx="5713413" cy="5029200"/>
          </a:xfrm>
        </p:spPr>
        <p:txBody>
          <a:bodyPr>
            <a:norm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19926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text and imag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1D49246-C641-C3BA-F07B-89FFC6CDAEB8}"/>
              </a:ext>
            </a:extLst>
          </p:cNvPr>
          <p:cNvSpPr>
            <a:spLocks noGrp="1"/>
          </p:cNvSpPr>
          <p:nvPr>
            <p:ph type="title" hasCustomPrompt="1"/>
          </p:nvPr>
        </p:nvSpPr>
        <p:spPr>
          <a:xfrm>
            <a:off x="914399" y="853439"/>
            <a:ext cx="4802373" cy="2833689"/>
          </a:xfrm>
        </p:spPr>
        <p:txBody>
          <a:bodyPr rIns="914400" anchor="b"/>
          <a:lstStyle>
            <a:lvl1pPr>
              <a:defRPr sz="4800"/>
            </a:lvl1pPr>
          </a:lstStyle>
          <a:p>
            <a:r>
              <a:rPr lang="en-US" dirty="0"/>
              <a:t>Click to add title</a:t>
            </a:r>
          </a:p>
        </p:txBody>
      </p:sp>
      <p:sp>
        <p:nvSpPr>
          <p:cNvPr id="11" name="Content Placeholder 10">
            <a:extLst>
              <a:ext uri="{FF2B5EF4-FFF2-40B4-BE49-F238E27FC236}">
                <a16:creationId xmlns:a16="http://schemas.microsoft.com/office/drawing/2014/main" id="{5BE7E1DF-A70C-8F79-9B76-72B2A7B4DC71}"/>
              </a:ext>
            </a:extLst>
          </p:cNvPr>
          <p:cNvSpPr>
            <a:spLocks noGrp="1"/>
          </p:cNvSpPr>
          <p:nvPr>
            <p:ph sz="quarter" idx="11" hasCustomPrompt="1"/>
          </p:nvPr>
        </p:nvSpPr>
        <p:spPr>
          <a:xfrm>
            <a:off x="914400" y="3931919"/>
            <a:ext cx="4802735" cy="2072641"/>
          </a:xfrm>
        </p:spPr>
        <p:txBody>
          <a:bodyPr>
            <a:normAutofit/>
          </a:bodyPr>
          <a:lstStyle>
            <a:lvl1pPr marL="0" indent="0">
              <a:lnSpc>
                <a:spcPct val="125000"/>
              </a:lnSpc>
              <a:spcBef>
                <a:spcPts val="0"/>
              </a:spcBef>
              <a:buNone/>
              <a:defRPr sz="1800"/>
            </a:lvl1pPr>
            <a:lvl2pPr marL="457200" indent="0">
              <a:lnSpc>
                <a:spcPct val="125000"/>
              </a:lnSpc>
              <a:spcBef>
                <a:spcPts val="0"/>
              </a:spcBef>
              <a:buNone/>
              <a:defRPr sz="1600"/>
            </a:lvl2pPr>
            <a:lvl3pPr marL="914400" indent="0">
              <a:lnSpc>
                <a:spcPct val="125000"/>
              </a:lnSpc>
              <a:spcBef>
                <a:spcPts val="0"/>
              </a:spcBef>
              <a:buNone/>
              <a:defRPr sz="1400"/>
            </a:lvl3pPr>
            <a:lvl4pPr marL="1371600" indent="0">
              <a:lnSpc>
                <a:spcPct val="125000"/>
              </a:lnSpc>
              <a:spcBef>
                <a:spcPts val="0"/>
              </a:spcBef>
              <a:buNone/>
              <a:defRPr sz="1200"/>
            </a:lvl4pPr>
            <a:lvl5pPr marL="1828800" indent="0">
              <a:lnSpc>
                <a:spcPct val="125000"/>
              </a:lnSpc>
              <a:spcBef>
                <a:spcPts val="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1CD5F637-DFBF-7FED-7CD5-F46A26E5CD15}"/>
              </a:ext>
            </a:extLst>
          </p:cNvPr>
          <p:cNvSpPr>
            <a:spLocks noGrp="1"/>
          </p:cNvSpPr>
          <p:nvPr>
            <p:ph type="pic" sz="quarter" idx="10"/>
          </p:nvPr>
        </p:nvSpPr>
        <p:spPr>
          <a:xfrm>
            <a:off x="6478587" y="921230"/>
            <a:ext cx="5713413" cy="5029200"/>
          </a:xfrm>
          <a:custGeom>
            <a:avLst/>
            <a:gdLst>
              <a:gd name="connsiteX0" fmla="*/ 5327097 w 5713413"/>
              <a:gd name="connsiteY0" fmla="*/ 0 h 5029200"/>
              <a:gd name="connsiteX1" fmla="*/ 5713413 w 5713413"/>
              <a:gd name="connsiteY1" fmla="*/ 0 h 5029200"/>
              <a:gd name="connsiteX2" fmla="*/ 5713413 w 5713413"/>
              <a:gd name="connsiteY2" fmla="*/ 5029200 h 5029200"/>
              <a:gd name="connsiteX3" fmla="*/ 5327097 w 5713413"/>
              <a:gd name="connsiteY3" fmla="*/ 5029200 h 5029200"/>
              <a:gd name="connsiteX4" fmla="*/ 0 w 5713413"/>
              <a:gd name="connsiteY4" fmla="*/ 0 h 5029200"/>
              <a:gd name="connsiteX5" fmla="*/ 5313743 w 5713413"/>
              <a:gd name="connsiteY5" fmla="*/ 0 h 5029200"/>
              <a:gd name="connsiteX6" fmla="*/ 5313743 w 5713413"/>
              <a:gd name="connsiteY6" fmla="*/ 5029200 h 5029200"/>
              <a:gd name="connsiteX7" fmla="*/ 0 w 5713413"/>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3413" h="5029200">
                <a:moveTo>
                  <a:pt x="5327097" y="0"/>
                </a:moveTo>
                <a:lnTo>
                  <a:pt x="5713413" y="0"/>
                </a:lnTo>
                <a:lnTo>
                  <a:pt x="5713413" y="5029200"/>
                </a:lnTo>
                <a:lnTo>
                  <a:pt x="5327097" y="5029200"/>
                </a:lnTo>
                <a:close/>
                <a:moveTo>
                  <a:pt x="0" y="0"/>
                </a:moveTo>
                <a:lnTo>
                  <a:pt x="5313743" y="0"/>
                </a:lnTo>
                <a:lnTo>
                  <a:pt x="5313743" y="5029200"/>
                </a:lnTo>
                <a:lnTo>
                  <a:pt x="0" y="5029200"/>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13" name="Frame 12">
            <a:extLst>
              <a:ext uri="{FF2B5EF4-FFF2-40B4-BE49-F238E27FC236}">
                <a16:creationId xmlns:a16="http://schemas.microsoft.com/office/drawing/2014/main" id="{33E3B934-3E16-21AF-8F5A-9EFD93255705}"/>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278050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D872928-B479-F7C5-9C83-C448FBA36175}"/>
              </a:ext>
            </a:extLst>
          </p:cNvPr>
          <p:cNvSpPr>
            <a:spLocks noGrp="1"/>
          </p:cNvSpPr>
          <p:nvPr>
            <p:ph type="title" hasCustomPrompt="1"/>
          </p:nvPr>
        </p:nvSpPr>
        <p:spPr>
          <a:xfrm>
            <a:off x="914400" y="1020445"/>
            <a:ext cx="4114800" cy="5029200"/>
          </a:xfrm>
        </p:spPr>
        <p:txBody>
          <a:bodyPr>
            <a:normAutofit/>
          </a:bodyPr>
          <a:lstStyle>
            <a:lvl1pPr>
              <a:defRPr sz="3600"/>
            </a:lvl1pPr>
          </a:lstStyle>
          <a:p>
            <a:r>
              <a:rPr lang="en-US" dirty="0"/>
              <a:t>Click to add title</a:t>
            </a:r>
          </a:p>
        </p:txBody>
      </p:sp>
      <p:sp>
        <p:nvSpPr>
          <p:cNvPr id="9" name="Content Placeholder 10">
            <a:extLst>
              <a:ext uri="{FF2B5EF4-FFF2-40B4-BE49-F238E27FC236}">
                <a16:creationId xmlns:a16="http://schemas.microsoft.com/office/drawing/2014/main" id="{61E3771A-E1EB-0CBE-828C-2C5E1F2AE6CF}"/>
              </a:ext>
            </a:extLst>
          </p:cNvPr>
          <p:cNvSpPr>
            <a:spLocks noGrp="1"/>
          </p:cNvSpPr>
          <p:nvPr>
            <p:ph sz="quarter" idx="11" hasCustomPrompt="1"/>
          </p:nvPr>
        </p:nvSpPr>
        <p:spPr>
          <a:xfrm>
            <a:off x="6475227" y="1020445"/>
            <a:ext cx="4802735" cy="5029200"/>
          </a:xfrm>
        </p:spPr>
        <p:txBody>
          <a:bodyPr anchor="ctr">
            <a:normAutofit/>
          </a:bodyPr>
          <a:lstStyle>
            <a:lvl1pPr marL="228600" indent="-228600">
              <a:lnSpc>
                <a:spcPct val="125000"/>
              </a:lnSpc>
              <a:spcBef>
                <a:spcPts val="0"/>
              </a:spcBef>
              <a:spcAft>
                <a:spcPts val="1200"/>
              </a:spcAft>
              <a:buFont typeface="Arial" panose="020B0604020202020204" pitchFamily="34" charset="0"/>
              <a:buChar char="•"/>
              <a:defRPr sz="1800"/>
            </a:lvl1pPr>
            <a:lvl2pPr marL="411480" indent="-228600">
              <a:lnSpc>
                <a:spcPct val="125000"/>
              </a:lnSpc>
              <a:spcBef>
                <a:spcPts val="0"/>
              </a:spcBef>
              <a:spcAft>
                <a:spcPts val="1200"/>
              </a:spcAft>
              <a:buFont typeface="Arial" panose="020B0604020202020204" pitchFamily="34" charset="0"/>
              <a:buChar char="•"/>
              <a:defRPr sz="1600"/>
            </a:lvl2pPr>
            <a:lvl3pPr marL="594360" indent="-228600">
              <a:lnSpc>
                <a:spcPct val="125000"/>
              </a:lnSpc>
              <a:spcBef>
                <a:spcPts val="0"/>
              </a:spcBef>
              <a:spcAft>
                <a:spcPts val="1200"/>
              </a:spcAft>
              <a:buFont typeface="Arial" panose="020B0604020202020204" pitchFamily="34" charset="0"/>
              <a:buChar char="•"/>
              <a:defRPr sz="1400"/>
            </a:lvl3pPr>
            <a:lvl4pPr marL="777240" indent="-228600">
              <a:lnSpc>
                <a:spcPct val="125000"/>
              </a:lnSpc>
              <a:spcBef>
                <a:spcPts val="0"/>
              </a:spcBef>
              <a:spcAft>
                <a:spcPts val="1200"/>
              </a:spcAft>
              <a:buFont typeface="Arial" panose="020B0604020202020204" pitchFamily="34" charset="0"/>
              <a:buChar char="•"/>
              <a:defRPr sz="1200"/>
            </a:lvl4pPr>
            <a:lvl5pPr marL="960120" indent="-228600">
              <a:lnSpc>
                <a:spcPct val="125000"/>
              </a:lnSpc>
              <a:spcBef>
                <a:spcPts val="0"/>
              </a:spcBef>
              <a:spcAft>
                <a:spcPts val="1200"/>
              </a:spcAft>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Rectangle 1">
            <a:extLst>
              <a:ext uri="{FF2B5EF4-FFF2-40B4-BE49-F238E27FC236}">
                <a16:creationId xmlns:a16="http://schemas.microsoft.com/office/drawing/2014/main" id="{62A1635D-96F0-769B-4ECB-70502770ABBC}"/>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ame 5">
            <a:extLst>
              <a:ext uri="{FF2B5EF4-FFF2-40B4-BE49-F238E27FC236}">
                <a16:creationId xmlns:a16="http://schemas.microsoft.com/office/drawing/2014/main" id="{4F877767-0342-A344-0462-A0D877FF68F8}"/>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297152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21F215D-0D9E-64B3-1F66-E90B87932A89}"/>
              </a:ext>
            </a:extLst>
          </p:cNvPr>
          <p:cNvSpPr>
            <a:spLocks noGrp="1"/>
          </p:cNvSpPr>
          <p:nvPr>
            <p:ph type="title" hasCustomPrompt="1"/>
          </p:nvPr>
        </p:nvSpPr>
        <p:spPr>
          <a:xfrm>
            <a:off x="914400" y="900741"/>
            <a:ext cx="4802372" cy="2788919"/>
          </a:xfrm>
        </p:spPr>
        <p:txBody>
          <a:bodyPr anchor="b">
            <a:normAutofit/>
          </a:bodyPr>
          <a:lstStyle>
            <a:lvl1pPr>
              <a:defRPr sz="4800"/>
            </a:lvl1pPr>
          </a:lstStyle>
          <a:p>
            <a:r>
              <a:rPr lang="en-US" dirty="0"/>
              <a:t>Click to add title</a:t>
            </a:r>
          </a:p>
        </p:txBody>
      </p:sp>
      <p:sp>
        <p:nvSpPr>
          <p:cNvPr id="9" name="Content Placeholder 10">
            <a:extLst>
              <a:ext uri="{FF2B5EF4-FFF2-40B4-BE49-F238E27FC236}">
                <a16:creationId xmlns:a16="http://schemas.microsoft.com/office/drawing/2014/main" id="{E86A4459-11C2-44C6-0173-C666D5AADC1E}"/>
              </a:ext>
            </a:extLst>
          </p:cNvPr>
          <p:cNvSpPr>
            <a:spLocks noGrp="1"/>
          </p:cNvSpPr>
          <p:nvPr>
            <p:ph sz="quarter" idx="11" hasCustomPrompt="1"/>
          </p:nvPr>
        </p:nvSpPr>
        <p:spPr>
          <a:xfrm>
            <a:off x="914400" y="3825239"/>
            <a:ext cx="4802735" cy="2072641"/>
          </a:xfrm>
        </p:spPr>
        <p:txBody>
          <a:bodyPr>
            <a:normAutofit/>
          </a:bodyPr>
          <a:lstStyle>
            <a:lvl1pPr marL="0" indent="0">
              <a:lnSpc>
                <a:spcPct val="125000"/>
              </a:lnSpc>
              <a:spcBef>
                <a:spcPts val="0"/>
              </a:spcBef>
              <a:buNone/>
              <a:defRPr sz="1800"/>
            </a:lvl1pPr>
            <a:lvl2pPr marL="457200" indent="0">
              <a:lnSpc>
                <a:spcPct val="125000"/>
              </a:lnSpc>
              <a:spcBef>
                <a:spcPts val="0"/>
              </a:spcBef>
              <a:buNone/>
              <a:defRPr sz="1600"/>
            </a:lvl2pPr>
            <a:lvl3pPr marL="914400" indent="0">
              <a:lnSpc>
                <a:spcPct val="125000"/>
              </a:lnSpc>
              <a:spcBef>
                <a:spcPts val="0"/>
              </a:spcBef>
              <a:buNone/>
              <a:defRPr sz="1400"/>
            </a:lvl3pPr>
            <a:lvl4pPr marL="1371600" indent="0">
              <a:lnSpc>
                <a:spcPct val="125000"/>
              </a:lnSpc>
              <a:spcBef>
                <a:spcPts val="0"/>
              </a:spcBef>
              <a:buNone/>
              <a:defRPr sz="1200"/>
            </a:lvl4pPr>
            <a:lvl5pPr marL="1828800" indent="0">
              <a:lnSpc>
                <a:spcPct val="125000"/>
              </a:lnSpc>
              <a:spcBef>
                <a:spcPts val="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
            <a:extLst>
              <a:ext uri="{FF2B5EF4-FFF2-40B4-BE49-F238E27FC236}">
                <a16:creationId xmlns:a16="http://schemas.microsoft.com/office/drawing/2014/main" id="{9284EF14-0982-D931-9DD6-ECFE61D5B0F6}"/>
              </a:ext>
            </a:extLst>
          </p:cNvPr>
          <p:cNvSpPr>
            <a:spLocks noGrp="1"/>
          </p:cNvSpPr>
          <p:nvPr>
            <p:ph type="pic" sz="quarter" idx="10"/>
          </p:nvPr>
        </p:nvSpPr>
        <p:spPr>
          <a:xfrm>
            <a:off x="6478587" y="921230"/>
            <a:ext cx="5713413" cy="5029200"/>
          </a:xfrm>
          <a:custGeom>
            <a:avLst/>
            <a:gdLst>
              <a:gd name="connsiteX0" fmla="*/ 5327097 w 5713413"/>
              <a:gd name="connsiteY0" fmla="*/ 0 h 5029200"/>
              <a:gd name="connsiteX1" fmla="*/ 5713413 w 5713413"/>
              <a:gd name="connsiteY1" fmla="*/ 0 h 5029200"/>
              <a:gd name="connsiteX2" fmla="*/ 5713413 w 5713413"/>
              <a:gd name="connsiteY2" fmla="*/ 5029200 h 5029200"/>
              <a:gd name="connsiteX3" fmla="*/ 5327097 w 5713413"/>
              <a:gd name="connsiteY3" fmla="*/ 5029200 h 5029200"/>
              <a:gd name="connsiteX4" fmla="*/ 0 w 5713413"/>
              <a:gd name="connsiteY4" fmla="*/ 0 h 5029200"/>
              <a:gd name="connsiteX5" fmla="*/ 5313743 w 5713413"/>
              <a:gd name="connsiteY5" fmla="*/ 0 h 5029200"/>
              <a:gd name="connsiteX6" fmla="*/ 5313743 w 5713413"/>
              <a:gd name="connsiteY6" fmla="*/ 5029200 h 5029200"/>
              <a:gd name="connsiteX7" fmla="*/ 0 w 5713413"/>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3413" h="5029200">
                <a:moveTo>
                  <a:pt x="5327097" y="0"/>
                </a:moveTo>
                <a:lnTo>
                  <a:pt x="5713413" y="0"/>
                </a:lnTo>
                <a:lnTo>
                  <a:pt x="5713413" y="5029200"/>
                </a:lnTo>
                <a:lnTo>
                  <a:pt x="5327097" y="5029200"/>
                </a:lnTo>
                <a:close/>
                <a:moveTo>
                  <a:pt x="0" y="0"/>
                </a:moveTo>
                <a:lnTo>
                  <a:pt x="5313743" y="0"/>
                </a:lnTo>
                <a:lnTo>
                  <a:pt x="5313743" y="5029200"/>
                </a:lnTo>
                <a:lnTo>
                  <a:pt x="0" y="5029200"/>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6" name="Frame 5">
            <a:extLst>
              <a:ext uri="{FF2B5EF4-FFF2-40B4-BE49-F238E27FC236}">
                <a16:creationId xmlns:a16="http://schemas.microsoft.com/office/drawing/2014/main" id="{7D7E927E-4F73-5579-4F1D-E13899DEEA04}"/>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849067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layout 1">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0" y="2153285"/>
            <a:ext cx="4953001"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6309360" y="2153285"/>
            <a:ext cx="5135880"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55D7E8F5-692D-24DD-0F8C-9563BA74AAF4}"/>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51943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lumn layout 2">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1" y="2153285"/>
            <a:ext cx="3261359" cy="3500438"/>
          </a:xfrm>
        </p:spPr>
        <p:txBody>
          <a:bodyPr lIns="91440">
            <a:normAutofit/>
          </a:bodyPr>
          <a:lstStyle>
            <a:lvl1pPr>
              <a:spcBef>
                <a:spcPts val="1000"/>
              </a:spcBef>
              <a:spcAft>
                <a:spcPts val="1200"/>
              </a:spcAft>
              <a:defRPr sz="1800" b="1"/>
            </a:lvl1pPr>
            <a:lvl2pPr>
              <a:spcBef>
                <a:spcPts val="1000"/>
              </a:spcBef>
              <a:spcAft>
                <a:spcPts val="1200"/>
              </a:spcAft>
              <a:defRPr sz="1600" b="1"/>
            </a:lvl2pPr>
            <a:lvl3pPr>
              <a:spcBef>
                <a:spcPts val="1000"/>
              </a:spcBef>
              <a:spcAft>
                <a:spcPts val="1200"/>
              </a:spcAft>
              <a:defRPr sz="1400" b="1"/>
            </a:lvl3pPr>
            <a:lvl4pPr>
              <a:spcBef>
                <a:spcPts val="1000"/>
              </a:spcBef>
              <a:spcAft>
                <a:spcPts val="1200"/>
              </a:spcAft>
              <a:defRPr sz="1200" b="1"/>
            </a:lvl4pPr>
            <a:lvl5pPr>
              <a:spcBef>
                <a:spcPts val="1000"/>
              </a:spcBef>
              <a:spcAft>
                <a:spcPts val="1200"/>
              </a:spcAft>
              <a:defRPr sz="12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4480560" y="2153285"/>
            <a:ext cx="6964680" cy="3500438"/>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5C0F1533-3810-C210-9B67-D2F4A1846C23}"/>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308165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9C70371-D147-2B29-EAEB-B10A799D09DF}"/>
              </a:ext>
            </a:extLst>
          </p:cNvPr>
          <p:cNvSpPr>
            <a:spLocks noGrp="1"/>
          </p:cNvSpPr>
          <p:nvPr>
            <p:ph type="title" hasCustomPrompt="1"/>
          </p:nvPr>
        </p:nvSpPr>
        <p:spPr>
          <a:xfrm>
            <a:off x="916169" y="614812"/>
            <a:ext cx="10359659" cy="1325563"/>
          </a:xfrm>
        </p:spPr>
        <p:txBody>
          <a:bodyPr>
            <a:normAutofit/>
          </a:bodyPr>
          <a:lstStyle>
            <a:lvl1pPr>
              <a:defRPr sz="3600"/>
            </a:lvl1pPr>
          </a:lstStyle>
          <a:p>
            <a:r>
              <a:rPr lang="en-US" dirty="0"/>
              <a:t>Click to add title</a:t>
            </a:r>
          </a:p>
        </p:txBody>
      </p:sp>
      <p:sp>
        <p:nvSpPr>
          <p:cNvPr id="3" name="Picture Placeholder 2">
            <a:extLst>
              <a:ext uri="{FF2B5EF4-FFF2-40B4-BE49-F238E27FC236}">
                <a16:creationId xmlns:a16="http://schemas.microsoft.com/office/drawing/2014/main" id="{1C5AE226-98C6-70F4-8DED-59E8FE30401C}"/>
              </a:ext>
            </a:extLst>
          </p:cNvPr>
          <p:cNvSpPr>
            <a:spLocks noGrp="1"/>
          </p:cNvSpPr>
          <p:nvPr>
            <p:ph type="pic" sz="quarter" idx="11"/>
          </p:nvPr>
        </p:nvSpPr>
        <p:spPr>
          <a:xfrm>
            <a:off x="-367" y="2177378"/>
            <a:ext cx="5713413" cy="4669987"/>
          </a:xfrm>
          <a:custGeom>
            <a:avLst/>
            <a:gdLst>
              <a:gd name="connsiteX0" fmla="*/ 400038 w 5713413"/>
              <a:gd name="connsiteY0" fmla="*/ 0 h 4669987"/>
              <a:gd name="connsiteX1" fmla="*/ 5713413 w 5713413"/>
              <a:gd name="connsiteY1" fmla="*/ 0 h 4669987"/>
              <a:gd name="connsiteX2" fmla="*/ 5713413 w 5713413"/>
              <a:gd name="connsiteY2" fmla="*/ 4315224 h 4669987"/>
              <a:gd name="connsiteX3" fmla="*/ 400038 w 5713413"/>
              <a:gd name="connsiteY3" fmla="*/ 4315224 h 4669987"/>
              <a:gd name="connsiteX4" fmla="*/ 0 w 5713413"/>
              <a:gd name="connsiteY4" fmla="*/ 0 h 4669987"/>
              <a:gd name="connsiteX5" fmla="*/ 386684 w 5713413"/>
              <a:gd name="connsiteY5" fmla="*/ 0 h 4669987"/>
              <a:gd name="connsiteX6" fmla="*/ 386684 w 5713413"/>
              <a:gd name="connsiteY6" fmla="*/ 4328578 h 4669987"/>
              <a:gd name="connsiteX7" fmla="*/ 5713413 w 5713413"/>
              <a:gd name="connsiteY7" fmla="*/ 4328578 h 4669987"/>
              <a:gd name="connsiteX8" fmla="*/ 5713413 w 5713413"/>
              <a:gd name="connsiteY8" fmla="*/ 4669987 h 4669987"/>
              <a:gd name="connsiteX9" fmla="*/ 0 w 5713413"/>
              <a:gd name="connsiteY9" fmla="*/ 4669987 h 4669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13413" h="4669987">
                <a:moveTo>
                  <a:pt x="400038" y="0"/>
                </a:moveTo>
                <a:lnTo>
                  <a:pt x="5713413" y="0"/>
                </a:lnTo>
                <a:lnTo>
                  <a:pt x="5713413" y="4315224"/>
                </a:lnTo>
                <a:lnTo>
                  <a:pt x="400038" y="4315224"/>
                </a:lnTo>
                <a:close/>
                <a:moveTo>
                  <a:pt x="0" y="0"/>
                </a:moveTo>
                <a:lnTo>
                  <a:pt x="386684" y="0"/>
                </a:lnTo>
                <a:lnTo>
                  <a:pt x="386684" y="4328578"/>
                </a:lnTo>
                <a:lnTo>
                  <a:pt x="5713413" y="4328578"/>
                </a:lnTo>
                <a:lnTo>
                  <a:pt x="5713413" y="4669987"/>
                </a:lnTo>
                <a:lnTo>
                  <a:pt x="0" y="4669987"/>
                </a:lnTo>
                <a:close/>
              </a:path>
            </a:pathLst>
          </a:custGeom>
        </p:spPr>
        <p:txBody>
          <a:bodyPr wrap="square">
            <a:noAutofit/>
          </a:bodyPr>
          <a:lstStyle>
            <a:lvl1pPr marL="0" indent="0" algn="ctr">
              <a:buNone/>
              <a:defRPr sz="2000"/>
            </a:lvl1pPr>
          </a:lstStyle>
          <a:p>
            <a:r>
              <a:rPr lang="en-US"/>
              <a:t>Click icon to add picture</a:t>
            </a:r>
            <a:endParaRPr lang="en-US" dirty="0"/>
          </a:p>
        </p:txBody>
      </p:sp>
      <p:sp>
        <p:nvSpPr>
          <p:cNvPr id="12" name="Content Placeholder 11">
            <a:extLst>
              <a:ext uri="{FF2B5EF4-FFF2-40B4-BE49-F238E27FC236}">
                <a16:creationId xmlns:a16="http://schemas.microsoft.com/office/drawing/2014/main" id="{8EEA9034-22FD-3C2F-6A27-63638969802D}"/>
              </a:ext>
            </a:extLst>
          </p:cNvPr>
          <p:cNvSpPr>
            <a:spLocks noGrp="1"/>
          </p:cNvSpPr>
          <p:nvPr>
            <p:ph sz="quarter" idx="10" hasCustomPrompt="1"/>
          </p:nvPr>
        </p:nvSpPr>
        <p:spPr>
          <a:xfrm>
            <a:off x="6475413" y="2153285"/>
            <a:ext cx="4799012" cy="3790315"/>
          </a:xfrm>
        </p:spPr>
        <p:txBody>
          <a:bodyPr>
            <a:normAutofit/>
          </a:bodyPr>
          <a:lstStyle>
            <a:lvl1pPr>
              <a:lnSpc>
                <a:spcPct val="95000"/>
              </a:lnSpc>
              <a:spcBef>
                <a:spcPts val="1000"/>
              </a:spcBef>
              <a:spcAft>
                <a:spcPts val="1200"/>
              </a:spcAft>
              <a:defRPr sz="2000"/>
            </a:lvl1pPr>
            <a:lvl2pPr>
              <a:lnSpc>
                <a:spcPct val="95000"/>
              </a:lnSpc>
              <a:spcBef>
                <a:spcPts val="1000"/>
              </a:spcBef>
              <a:spcAft>
                <a:spcPts val="1200"/>
              </a:spcAft>
              <a:defRPr sz="1800"/>
            </a:lvl2pPr>
            <a:lvl3pPr>
              <a:lnSpc>
                <a:spcPct val="95000"/>
              </a:lnSpc>
              <a:spcBef>
                <a:spcPts val="1000"/>
              </a:spcBef>
              <a:spcAft>
                <a:spcPts val="1200"/>
              </a:spcAft>
              <a:defRPr sz="1600"/>
            </a:lvl3pPr>
            <a:lvl4pPr>
              <a:lnSpc>
                <a:spcPct val="95000"/>
              </a:lnSpc>
              <a:spcBef>
                <a:spcPts val="1000"/>
              </a:spcBef>
              <a:spcAft>
                <a:spcPts val="1200"/>
              </a:spcAft>
              <a:defRPr sz="1400"/>
            </a:lvl4pPr>
            <a:lvl5pPr>
              <a:lnSpc>
                <a:spcPct val="95000"/>
              </a:lnSpc>
              <a:spcBef>
                <a:spcPts val="1000"/>
              </a:spcBef>
              <a:spcAft>
                <a:spcPts val="1200"/>
              </a:spcAft>
              <a:defRPr sz="14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0C72AFED-AF5A-A2E9-0D36-388733BBE998}"/>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7" name="Frame 6">
            <a:extLst>
              <a:ext uri="{FF2B5EF4-FFF2-40B4-BE49-F238E27FC236}">
                <a16:creationId xmlns:a16="http://schemas.microsoft.com/office/drawing/2014/main" id="{7A42E613-3DCC-07A2-BA9B-74B13F28E591}"/>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613901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30338E2-B50A-8F3E-2CA7-A75753E7ED96}"/>
              </a:ext>
            </a:extLst>
          </p:cNvPr>
          <p:cNvSpPr>
            <a:spLocks noGrp="1"/>
          </p:cNvSpPr>
          <p:nvPr>
            <p:ph type="title" hasCustomPrompt="1"/>
          </p:nvPr>
        </p:nvSpPr>
        <p:spPr>
          <a:xfrm>
            <a:off x="912629" y="598947"/>
            <a:ext cx="10515600" cy="1325563"/>
          </a:xfrm>
        </p:spPr>
        <p:txBody>
          <a:bodyPr>
            <a:normAutofit/>
          </a:bodyPr>
          <a:lstStyle>
            <a:lvl1pPr>
              <a:defRPr sz="3600"/>
            </a:lvl1pPr>
          </a:lstStyle>
          <a:p>
            <a:r>
              <a:rPr lang="en-US" dirty="0"/>
              <a:t>Click to add title</a:t>
            </a:r>
          </a:p>
        </p:txBody>
      </p:sp>
      <p:sp>
        <p:nvSpPr>
          <p:cNvPr id="12" name="Content Placeholder 11">
            <a:extLst>
              <a:ext uri="{FF2B5EF4-FFF2-40B4-BE49-F238E27FC236}">
                <a16:creationId xmlns:a16="http://schemas.microsoft.com/office/drawing/2014/main" id="{CC8DD029-A673-92B9-0343-3B35BE46D2F3}"/>
              </a:ext>
            </a:extLst>
          </p:cNvPr>
          <p:cNvSpPr>
            <a:spLocks noGrp="1"/>
          </p:cNvSpPr>
          <p:nvPr>
            <p:ph sz="quarter" idx="11" hasCustomPrompt="1"/>
          </p:nvPr>
        </p:nvSpPr>
        <p:spPr>
          <a:xfrm>
            <a:off x="929641" y="2153285"/>
            <a:ext cx="3032759" cy="3790310"/>
          </a:xfrm>
        </p:spPr>
        <p:txBody>
          <a:bodyPr lIns="91440">
            <a:normAutofit/>
          </a:bodyPr>
          <a:lstStyle>
            <a:lvl1pPr>
              <a:spcBef>
                <a:spcPts val="1000"/>
              </a:spcBef>
              <a:spcAft>
                <a:spcPts val="1200"/>
              </a:spcAft>
              <a:defRPr sz="1800"/>
            </a:lvl1pPr>
            <a:lvl2pPr>
              <a:spcBef>
                <a:spcPts val="1000"/>
              </a:spcBef>
              <a:spcAft>
                <a:spcPts val="1200"/>
              </a:spcAft>
              <a:defRPr sz="1600"/>
            </a:lvl2pPr>
            <a:lvl3pPr>
              <a:spcBef>
                <a:spcPts val="1000"/>
              </a:spcBef>
              <a:spcAft>
                <a:spcPts val="1200"/>
              </a:spcAft>
              <a:defRPr sz="1400"/>
            </a:lvl3pPr>
            <a:lvl4pPr>
              <a:spcBef>
                <a:spcPts val="1000"/>
              </a:spcBef>
              <a:spcAft>
                <a:spcPts val="1200"/>
              </a:spcAft>
              <a:defRPr sz="1200"/>
            </a:lvl4pPr>
            <a:lvl5pPr>
              <a:spcBef>
                <a:spcPts val="1000"/>
              </a:spcBef>
              <a:spcAft>
                <a:spcPts val="12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able Placeholder 10">
            <a:extLst>
              <a:ext uri="{FF2B5EF4-FFF2-40B4-BE49-F238E27FC236}">
                <a16:creationId xmlns:a16="http://schemas.microsoft.com/office/drawing/2014/main" id="{6E658BA3-0202-C705-7A02-8B70B7884420}"/>
              </a:ext>
            </a:extLst>
          </p:cNvPr>
          <p:cNvSpPr>
            <a:spLocks noGrp="1"/>
          </p:cNvSpPr>
          <p:nvPr>
            <p:ph type="tbl" sz="quarter" idx="10"/>
          </p:nvPr>
        </p:nvSpPr>
        <p:spPr>
          <a:xfrm>
            <a:off x="4724400" y="2170621"/>
            <a:ext cx="6553200" cy="3772974"/>
          </a:xfrm>
        </p:spPr>
        <p:txBody>
          <a:bodyPr>
            <a:normAutofit/>
          </a:bodyPr>
          <a:lstStyle>
            <a:lvl1pPr>
              <a:defRPr sz="2000"/>
            </a:lvl1pPr>
          </a:lstStyle>
          <a:p>
            <a:r>
              <a:rPr lang="en-US"/>
              <a:t>Click icon to add table</a:t>
            </a: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BD761E53-47C7-492A-D5B5-A8C2740B5157}"/>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702953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lumn layout 3">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515600" cy="1531525"/>
          </a:xfrm>
        </p:spPr>
        <p:txBody>
          <a:bodyPr>
            <a:normAutofit/>
          </a:bodyPr>
          <a:lstStyle>
            <a:lvl1pPr>
              <a:defRPr sz="3600"/>
            </a:lvl1pPr>
          </a:lstStyle>
          <a:p>
            <a:r>
              <a:rPr lang="en-US" dirty="0"/>
              <a:t>Click to add title</a:t>
            </a:r>
          </a:p>
        </p:txBody>
      </p:sp>
      <p:sp>
        <p:nvSpPr>
          <p:cNvPr id="7" name="Rectangle 6">
            <a:extLst>
              <a:ext uri="{FF2B5EF4-FFF2-40B4-BE49-F238E27FC236}">
                <a16:creationId xmlns:a16="http://schemas.microsoft.com/office/drawing/2014/main" id="{10F349F3-2C28-5A44-EDFC-75FD6CA95EAD}"/>
              </a:ext>
              <a:ext uri="{C183D7F6-B498-43B3-948B-1728B52AA6E4}">
                <adec:decorative xmlns:adec="http://schemas.microsoft.com/office/drawing/2017/decorative" val="1"/>
              </a:ext>
            </a:extLst>
          </p:cNvPr>
          <p:cNvSpPr/>
          <p:nvPr userDrawn="1"/>
        </p:nvSpPr>
        <p:spPr>
          <a:xfrm>
            <a:off x="6096000" y="0"/>
            <a:ext cx="6096000" cy="73674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ntent Placeholder 11">
            <a:extLst>
              <a:ext uri="{FF2B5EF4-FFF2-40B4-BE49-F238E27FC236}">
                <a16:creationId xmlns:a16="http://schemas.microsoft.com/office/drawing/2014/main" id="{634FD449-C6E0-CF8A-82B2-52438C952C07}"/>
              </a:ext>
            </a:extLst>
          </p:cNvPr>
          <p:cNvSpPr>
            <a:spLocks noGrp="1"/>
          </p:cNvSpPr>
          <p:nvPr>
            <p:ph sz="quarter" idx="10" hasCustomPrompt="1"/>
          </p:nvPr>
        </p:nvSpPr>
        <p:spPr>
          <a:xfrm>
            <a:off x="929642" y="2153285"/>
            <a:ext cx="6925660" cy="3500438"/>
          </a:xfrm>
        </p:spPr>
        <p:txBody>
          <a:bodyPr lIns="91440">
            <a:normAutofit/>
          </a:bodyPr>
          <a:lstStyle>
            <a:lvl1pPr marL="0" indent="0">
              <a:spcBef>
                <a:spcPts val="1000"/>
              </a:spcBef>
              <a:spcAft>
                <a:spcPts val="1200"/>
              </a:spcAft>
              <a:buNone/>
              <a:defRPr sz="1800" b="0"/>
            </a:lvl1pPr>
            <a:lvl2pPr marL="228600">
              <a:spcBef>
                <a:spcPts val="1000"/>
              </a:spcBef>
              <a:spcAft>
                <a:spcPts val="1200"/>
              </a:spcAft>
              <a:defRPr sz="1800" b="0"/>
            </a:lvl2pPr>
            <a:lvl3pPr marL="685800">
              <a:spcBef>
                <a:spcPts val="1000"/>
              </a:spcBef>
              <a:spcAft>
                <a:spcPts val="1200"/>
              </a:spcAft>
              <a:defRPr sz="1800" b="0"/>
            </a:lvl3pPr>
            <a:lvl4pPr marL="868680">
              <a:spcBef>
                <a:spcPts val="1000"/>
              </a:spcBef>
              <a:spcAft>
                <a:spcPts val="1200"/>
              </a:spcAft>
              <a:defRPr sz="1800" b="0"/>
            </a:lvl4pPr>
            <a:lvl5pPr marL="1143000">
              <a:spcBef>
                <a:spcPts val="1000"/>
              </a:spcBef>
              <a:spcAft>
                <a:spcPts val="1200"/>
              </a:spcAft>
              <a:defRPr sz="18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a:extLst>
              <a:ext uri="{FF2B5EF4-FFF2-40B4-BE49-F238E27FC236}">
                <a16:creationId xmlns:a16="http://schemas.microsoft.com/office/drawing/2014/main" id="{F971E741-6253-D410-B562-50CA5976207A}"/>
              </a:ext>
            </a:extLst>
          </p:cNvPr>
          <p:cNvSpPr>
            <a:spLocks noGrp="1"/>
          </p:cNvSpPr>
          <p:nvPr>
            <p:ph sz="quarter" idx="11" hasCustomPrompt="1"/>
          </p:nvPr>
        </p:nvSpPr>
        <p:spPr>
          <a:xfrm>
            <a:off x="8215745" y="2153285"/>
            <a:ext cx="3229495" cy="3500438"/>
          </a:xfrm>
        </p:spPr>
        <p:txBody>
          <a:bodyPr lIns="91440">
            <a:normAutofit/>
          </a:bodyPr>
          <a:lstStyle>
            <a:lvl1pPr>
              <a:spcBef>
                <a:spcPts val="1000"/>
              </a:spcBef>
              <a:spcAft>
                <a:spcPts val="1200"/>
              </a:spcAft>
              <a:defRPr sz="1800" b="1"/>
            </a:lvl1pPr>
            <a:lvl2pPr>
              <a:spcBef>
                <a:spcPts val="1000"/>
              </a:spcBef>
              <a:spcAft>
                <a:spcPts val="1200"/>
              </a:spcAft>
              <a:defRPr sz="1600" b="1"/>
            </a:lvl2pPr>
            <a:lvl3pPr>
              <a:spcBef>
                <a:spcPts val="1000"/>
              </a:spcBef>
              <a:spcAft>
                <a:spcPts val="1200"/>
              </a:spcAft>
              <a:defRPr sz="1400" b="1"/>
            </a:lvl3pPr>
            <a:lvl4pPr>
              <a:spcBef>
                <a:spcPts val="1000"/>
              </a:spcBef>
              <a:spcAft>
                <a:spcPts val="1200"/>
              </a:spcAft>
              <a:defRPr sz="1200" b="1"/>
            </a:lvl4pPr>
            <a:lvl5pPr>
              <a:spcBef>
                <a:spcPts val="1000"/>
              </a:spcBef>
              <a:spcAft>
                <a:spcPts val="1200"/>
              </a:spcAft>
              <a:defRPr sz="12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
        <p:nvSpPr>
          <p:cNvPr id="2" name="Frame 1">
            <a:extLst>
              <a:ext uri="{FF2B5EF4-FFF2-40B4-BE49-F238E27FC236}">
                <a16:creationId xmlns:a16="http://schemas.microsoft.com/office/drawing/2014/main" id="{C9F70CF1-DCAD-AE71-6B34-7BFB25EE530B}"/>
              </a:ext>
            </a:extLst>
          </p:cNvPr>
          <p:cNvSpPr/>
          <p:nvPr userDrawn="1"/>
        </p:nvSpPr>
        <p:spPr>
          <a:xfrm>
            <a:off x="386317" y="352044"/>
            <a:ext cx="11419367" cy="6153912"/>
          </a:xfrm>
          <a:prstGeom prst="frame">
            <a:avLst>
              <a:gd name="adj1" fmla="val 217"/>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154235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2090F11-94D5-C2A6-0759-3E7541B0993A}"/>
              </a:ext>
            </a:extLst>
          </p:cNvPr>
          <p:cNvSpPr>
            <a:spLocks noGrp="1"/>
          </p:cNvSpPr>
          <p:nvPr>
            <p:ph type="title" hasCustomPrompt="1"/>
          </p:nvPr>
        </p:nvSpPr>
        <p:spPr>
          <a:xfrm>
            <a:off x="929640" y="485113"/>
            <a:ext cx="10331450" cy="1531525"/>
          </a:xfrm>
        </p:spPr>
        <p:txBody>
          <a:bodyPr>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id="{0CF90928-AB48-3554-E2B9-417A00F286AD}"/>
              </a:ext>
            </a:extLst>
          </p:cNvPr>
          <p:cNvSpPr>
            <a:spLocks noGrp="1"/>
          </p:cNvSpPr>
          <p:nvPr>
            <p:ph type="tbl" sz="quarter" idx="10" hasCustomPrompt="1"/>
          </p:nvPr>
        </p:nvSpPr>
        <p:spPr>
          <a:xfrm>
            <a:off x="930275" y="2168526"/>
            <a:ext cx="10331450" cy="3939068"/>
          </a:xfrm>
        </p:spPr>
        <p:txBody>
          <a:bodyPr>
            <a:normAutofit/>
          </a:bodyPr>
          <a:lstStyle>
            <a:lvl1pPr>
              <a:defRPr sz="2400"/>
            </a:lvl1pPr>
          </a:lstStyle>
          <a:p>
            <a:r>
              <a:rPr lang="en-US" dirty="0"/>
              <a:t>Click icon to insert table</a:t>
            </a:r>
          </a:p>
        </p:txBody>
      </p:sp>
      <p:sp>
        <p:nvSpPr>
          <p:cNvPr id="8" name="Rectangle 7">
            <a:extLst>
              <a:ext uri="{FF2B5EF4-FFF2-40B4-BE49-F238E27FC236}">
                <a16:creationId xmlns:a16="http://schemas.microsoft.com/office/drawing/2014/main" id="{67D6C0A7-887A-66E2-A954-5E0592B9FD71}"/>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4">
            <a:extLst>
              <a:ext uri="{FF2B5EF4-FFF2-40B4-BE49-F238E27FC236}">
                <a16:creationId xmlns:a16="http://schemas.microsoft.com/office/drawing/2014/main" id="{378552E1-07B0-A631-78D3-D3C0E4C0CD1F}"/>
              </a:ext>
            </a:extLst>
          </p:cNvPr>
          <p:cNvSpPr>
            <a:spLocks noGrp="1"/>
          </p:cNvSpPr>
          <p:nvPr>
            <p:ph type="ftr" sz="quarter" idx="3"/>
          </p:nvPr>
        </p:nvSpPr>
        <p:spPr>
          <a:xfrm>
            <a:off x="914400" y="6121252"/>
            <a:ext cx="41148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5" name="Slide Number Placeholder 5">
            <a:extLst>
              <a:ext uri="{FF2B5EF4-FFF2-40B4-BE49-F238E27FC236}">
                <a16:creationId xmlns:a16="http://schemas.microsoft.com/office/drawing/2014/main" id="{DD635B7F-3E76-4C66-6A5A-9156FCE3D921}"/>
              </a:ext>
            </a:extLst>
          </p:cNvPr>
          <p:cNvSpPr>
            <a:spLocks noGrp="1"/>
          </p:cNvSpPr>
          <p:nvPr>
            <p:ph type="sldNum" sz="quarter" idx="4"/>
          </p:nvPr>
        </p:nvSpPr>
        <p:spPr>
          <a:xfrm>
            <a:off x="8534400" y="6121252"/>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963688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CBB1E76-5845-01C9-1D0D-03CFFE6F06CA}"/>
              </a:ext>
              <a:ext uri="{C183D7F6-B498-43B3-948B-1728B52AA6E4}">
                <adec:decorative xmlns:adec="http://schemas.microsoft.com/office/drawing/2017/decorative" val="1"/>
              </a:ext>
            </a:extLst>
          </p:cNvPr>
          <p:cNvSpPr/>
          <p:nvPr userDrawn="1"/>
        </p:nvSpPr>
        <p:spPr>
          <a:xfrm>
            <a:off x="386316" y="347329"/>
            <a:ext cx="11419368" cy="615270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096C21AF-4286-DECE-37A1-E8980687A168}"/>
              </a:ext>
            </a:extLst>
          </p:cNvPr>
          <p:cNvSpPr>
            <a:spLocks noGrp="1"/>
          </p:cNvSpPr>
          <p:nvPr>
            <p:ph type="title" hasCustomPrompt="1"/>
          </p:nvPr>
        </p:nvSpPr>
        <p:spPr>
          <a:xfrm>
            <a:off x="899160" y="655320"/>
            <a:ext cx="4572000" cy="5486400"/>
          </a:xfrm>
        </p:spPr>
        <p:txBody>
          <a:bodyPr>
            <a:normAutofit/>
          </a:bodyPr>
          <a:lstStyle>
            <a:lvl1pPr>
              <a:defRPr sz="4800"/>
            </a:lvl1pPr>
          </a:lstStyle>
          <a:p>
            <a:r>
              <a:rPr lang="en-US" dirty="0"/>
              <a:t>Click to add title</a:t>
            </a:r>
          </a:p>
        </p:txBody>
      </p:sp>
      <p:sp>
        <p:nvSpPr>
          <p:cNvPr id="9" name="Content Placeholder 8">
            <a:extLst>
              <a:ext uri="{FF2B5EF4-FFF2-40B4-BE49-F238E27FC236}">
                <a16:creationId xmlns:a16="http://schemas.microsoft.com/office/drawing/2014/main" id="{B8E1D6B3-3EC8-6AC4-BE2B-5C732C856791}"/>
              </a:ext>
            </a:extLst>
          </p:cNvPr>
          <p:cNvSpPr>
            <a:spLocks noGrp="1"/>
          </p:cNvSpPr>
          <p:nvPr>
            <p:ph sz="quarter" idx="10" hasCustomPrompt="1"/>
          </p:nvPr>
        </p:nvSpPr>
        <p:spPr>
          <a:xfrm>
            <a:off x="6475413" y="2773680"/>
            <a:ext cx="4572000" cy="3368040"/>
          </a:xfrm>
        </p:spPr>
        <p:txBody>
          <a:bodyPr>
            <a:normAutofit/>
          </a:bodyPr>
          <a:lstStyle>
            <a:lvl1pPr marL="0" indent="0">
              <a:spcBef>
                <a:spcPts val="1000"/>
              </a:spcBef>
              <a:buNone/>
              <a:defRPr sz="1800"/>
            </a:lvl1pPr>
            <a:lvl2pPr marL="457200" indent="0">
              <a:spcBef>
                <a:spcPts val="1000"/>
              </a:spcBef>
              <a:buNone/>
              <a:defRPr sz="1600"/>
            </a:lvl2pPr>
            <a:lvl3pPr marL="914400" indent="0">
              <a:spcBef>
                <a:spcPts val="1000"/>
              </a:spcBef>
              <a:buNone/>
              <a:defRPr sz="1400"/>
            </a:lvl3pPr>
            <a:lvl4pPr marL="1371600" indent="0">
              <a:spcBef>
                <a:spcPts val="1000"/>
              </a:spcBef>
              <a:buNone/>
              <a:defRPr sz="1200"/>
            </a:lvl4pPr>
            <a:lvl5pPr marL="1828800" indent="0">
              <a:spcBef>
                <a:spcPts val="1000"/>
              </a:spcBef>
              <a:buNone/>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11393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Hybrid Static–Trace Interaction Model Synthesis  ·  Prathik Anand Krishnan  ·  UvA  ·  TNO-ESI /</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4452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2">
                    <a:lumMod val="50000"/>
                  </a:schemeClr>
                </a:solidFill>
              </a:defRPr>
            </a:lvl1pPr>
          </a:lstStyle>
          <a:p>
            <a:r>
              <a:rPr lang="en-US"/>
              <a:t>Hybrid Static–Trace Interaction Model Synthesis  ·  Prathik Anand Krishnan  ·  UvA  ·  TNO-ESI /</a:t>
            </a:r>
            <a:endParaRPr lang="en-US" dirty="0"/>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2">
                    <a:lumMod val="5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Lst>
  <p:hf hdr="0" dt="0"/>
  <p:txStyles>
    <p:titleStyle>
      <a:lvl1pPr algn="l" defTabSz="914400" rtl="0" eaLnBrk="1" latinLnBrk="0" hangingPunct="1">
        <a:lnSpc>
          <a:spcPct val="90000"/>
        </a:lnSpc>
        <a:spcBef>
          <a:spcPct val="0"/>
        </a:spcBef>
        <a:buNone/>
        <a:defRPr sz="4400"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pos="1920" userDrawn="1">
          <p15:clr>
            <a:srgbClr val="F26B43"/>
          </p15:clr>
        </p15:guide>
        <p15:guide id="4" pos="5760" userDrawn="1">
          <p15:clr>
            <a:srgbClr val="F26B43"/>
          </p15:clr>
        </p15:guide>
        <p15:guide id="5" pos="7248" userDrawn="1">
          <p15:clr>
            <a:srgbClr val="F26B43"/>
          </p15:clr>
        </p15:guide>
        <p15:guide id="6" pos="4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65_67511C01.xml"/><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5D_52A0B324.xm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7B_0.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7C_0.xml"/><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8" Type="http://schemas.microsoft.com/office/2007/relationships/diagramDrawing" Target="../diagrams/drawing4.xml"/><Relationship Id="rId3" Type="http://schemas.microsoft.com/office/2018/10/relationships/comments" Target="../comments/modernComment_167_90842B7A.xml"/><Relationship Id="rId7" Type="http://schemas.openxmlformats.org/officeDocument/2006/relationships/diagramColors" Target="../diagrams/colors4.xml"/><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304888D-B78B-26F5-9075-CDA3C673C95A}"/>
              </a:ext>
            </a:extLst>
          </p:cNvPr>
          <p:cNvSpPr>
            <a:spLocks noGrp="1"/>
          </p:cNvSpPr>
          <p:nvPr>
            <p:ph type="title"/>
          </p:nvPr>
        </p:nvSpPr>
        <p:spPr>
          <a:xfrm>
            <a:off x="897855" y="771276"/>
            <a:ext cx="10339137" cy="2759243"/>
          </a:xfrm>
        </p:spPr>
        <p:txBody>
          <a:bodyPr>
            <a:normAutofit/>
          </a:bodyPr>
          <a:lstStyle/>
          <a:p>
            <a:r>
              <a:rPr lang="en-GB" sz="4000" b="1" noProof="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Analysis for Synthesizing Interaction Diagrams in Event-Driven Systems</a:t>
            </a:r>
            <a:endParaRPr lang="en-GB" sz="4000"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028" name="Picture 4" descr="Philips presenteert nieuw logo ...">
            <a:extLst>
              <a:ext uri="{FF2B5EF4-FFF2-40B4-BE49-F238E27FC236}">
                <a16:creationId xmlns:a16="http://schemas.microsoft.com/office/drawing/2014/main" id="{11EE4F73-C7C2-102D-6A8F-A82E10C71B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7416" y="5124593"/>
            <a:ext cx="962131" cy="96213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 name="Picture 1" descr="tno_esi.jpg">
            <a:extLst>
              <a:ext uri="{FF2B5EF4-FFF2-40B4-BE49-F238E27FC236}">
                <a16:creationId xmlns:a16="http://schemas.microsoft.com/office/drawing/2014/main" id="{6A37B4F1-FC67-A443-C19C-CDEA24F12629}"/>
              </a:ext>
            </a:extLst>
          </p:cNvPr>
          <p:cNvPicPr>
            <a:picLocks noChangeAspect="1"/>
          </p:cNvPicPr>
          <p:nvPr/>
        </p:nvPicPr>
        <p:blipFill>
          <a:blip r:embed="rId4"/>
          <a:stretch>
            <a:fillRect/>
          </a:stretch>
        </p:blipFill>
        <p:spPr>
          <a:xfrm>
            <a:off x="8995223" y="5217038"/>
            <a:ext cx="1580572" cy="777240"/>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AA025104-E305-DCD7-48A0-21B1E60F4054}"/>
              </a:ext>
            </a:extLst>
          </p:cNvPr>
          <p:cNvSpPr txBox="1"/>
          <p:nvPr/>
        </p:nvSpPr>
        <p:spPr>
          <a:xfrm>
            <a:off x="897855" y="488122"/>
            <a:ext cx="8778240" cy="283154"/>
          </a:xfrm>
          <a:prstGeom prst="rect">
            <a:avLst/>
          </a:prstGeom>
          <a:noFill/>
        </p:spPr>
        <p:txBody>
          <a:bodyPr wrap="square" lIns="45720" tIns="18288" rIns="45720" bIns="18288" anchor="t">
            <a:spAutoFit/>
          </a:bodyPr>
          <a:lstStyle/>
          <a:p>
            <a:r>
              <a:rPr lang="en-GB" sz="1600" b="1" i="0"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MSc Software Engineering  ·  Thesis Defence </a:t>
            </a:r>
            <a:r>
              <a:rPr lang="en-GB" sz="1600" b="1"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 University of Amsterdam </a:t>
            </a:r>
            <a:endParaRPr lang="en-GB" sz="1600" b="1" i="0"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TextBox 8">
            <a:extLst>
              <a:ext uri="{FF2B5EF4-FFF2-40B4-BE49-F238E27FC236}">
                <a16:creationId xmlns:a16="http://schemas.microsoft.com/office/drawing/2014/main" id="{CB96DAB6-6BF6-BBB3-83A9-D9E152C0C022}"/>
              </a:ext>
            </a:extLst>
          </p:cNvPr>
          <p:cNvSpPr txBox="1"/>
          <p:nvPr/>
        </p:nvSpPr>
        <p:spPr>
          <a:xfrm>
            <a:off x="897855" y="3272034"/>
            <a:ext cx="10607040" cy="313932"/>
          </a:xfrm>
          <a:prstGeom prst="rect">
            <a:avLst/>
          </a:prstGeom>
          <a:noFill/>
        </p:spPr>
        <p:txBody>
          <a:bodyPr wrap="square" lIns="45720" tIns="18288" rIns="45720" bIns="18288" anchor="t">
            <a:spAutoFit/>
          </a:bodyPr>
          <a:lstStyle/>
          <a:p>
            <a:pPr algn="l"/>
            <a:r>
              <a:rPr lang="en-GB" b="0" i="1"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Scenario-Specific Interaction Diagrams in </a:t>
            </a:r>
            <a:r>
              <a:rPr lang="en-GB" b="0" i="1" noProof="0" dirty="0" err="1">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b="0" i="1" noProof="0"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v2</a:t>
            </a:r>
          </a:p>
        </p:txBody>
      </p:sp>
      <p:graphicFrame>
        <p:nvGraphicFramePr>
          <p:cNvPr id="10" name="Table 9">
            <a:extLst>
              <a:ext uri="{FF2B5EF4-FFF2-40B4-BE49-F238E27FC236}">
                <a16:creationId xmlns:a16="http://schemas.microsoft.com/office/drawing/2014/main" id="{2FDE0A35-5321-F4D8-375D-F5263EA96C46}"/>
              </a:ext>
            </a:extLst>
          </p:cNvPr>
          <p:cNvGraphicFramePr>
            <a:graphicFrameLocks noGrp="1"/>
          </p:cNvGraphicFramePr>
          <p:nvPr>
            <p:extLst>
              <p:ext uri="{D42A27DB-BD31-4B8C-83A1-F6EECF244321}">
                <p14:modId xmlns:p14="http://schemas.microsoft.com/office/powerpoint/2010/main" val="2004723319"/>
              </p:ext>
            </p:extLst>
          </p:nvPr>
        </p:nvGraphicFramePr>
        <p:xfrm>
          <a:off x="751527" y="4712213"/>
          <a:ext cx="7087547" cy="1767468"/>
        </p:xfrm>
        <a:graphic>
          <a:graphicData uri="http://schemas.openxmlformats.org/drawingml/2006/table">
            <a:tbl>
              <a:tblPr firstRow="1" bandRow="1">
                <a:tableStyleId>{68D230F3-CF80-4859-8CE7-A43EE81993B5}</a:tableStyleId>
              </a:tblPr>
              <a:tblGrid>
                <a:gridCol w="2058348">
                  <a:extLst>
                    <a:ext uri="{9D8B030D-6E8A-4147-A177-3AD203B41FA5}">
                      <a16:colId xmlns:a16="http://schemas.microsoft.com/office/drawing/2014/main" val="3782566438"/>
                    </a:ext>
                  </a:extLst>
                </a:gridCol>
                <a:gridCol w="5029199">
                  <a:extLst>
                    <a:ext uri="{9D8B030D-6E8A-4147-A177-3AD203B41FA5}">
                      <a16:colId xmlns:a16="http://schemas.microsoft.com/office/drawing/2014/main" val="3996036463"/>
                    </a:ext>
                  </a:extLst>
                </a:gridCol>
              </a:tblGrid>
              <a:tr h="247011">
                <a:tc>
                  <a:txBody>
                    <a:bodyPr/>
                    <a:lstStyle/>
                    <a:p>
                      <a:r>
                        <a:rPr lang="en-GB" sz="1600" b="0" noProof="0" dirty="0"/>
                        <a:t>Student: </a:t>
                      </a:r>
                    </a:p>
                  </a:txBody>
                  <a:tcPr/>
                </a:tc>
                <a:tc>
                  <a:txBody>
                    <a:bodyPr/>
                    <a:lstStyle/>
                    <a:p>
                      <a:r>
                        <a:rPr lang="en-GB" sz="1600" b="0" noProof="0" dirty="0"/>
                        <a:t>Prathik Anand Krishnan </a:t>
                      </a:r>
                    </a:p>
                  </a:txBody>
                  <a:tcPr/>
                </a:tc>
                <a:extLst>
                  <a:ext uri="{0D108BD9-81ED-4DB2-BD59-A6C34878D82A}">
                    <a16:rowId xmlns:a16="http://schemas.microsoft.com/office/drawing/2014/main" val="4092784579"/>
                  </a:ext>
                </a:extLst>
              </a:tr>
              <a:tr h="226813">
                <a:tc>
                  <a:txBody>
                    <a:bodyPr/>
                    <a:lstStyle/>
                    <a:p>
                      <a:r>
                        <a:rPr lang="en-GB" sz="1600" noProof="0" dirty="0"/>
                        <a:t>Daily Supervisor: </a:t>
                      </a:r>
                    </a:p>
                  </a:txBody>
                  <a:tcPr/>
                </a:tc>
                <a:tc>
                  <a:txBody>
                    <a:bodyPr/>
                    <a:lstStyle/>
                    <a:p>
                      <a:r>
                        <a:rPr lang="en-GB" sz="1600" noProof="0" dirty="0"/>
                        <a:t>Dr. Rosilde Corvino, TNO – ESI</a:t>
                      </a:r>
                    </a:p>
                  </a:txBody>
                  <a:tcPr/>
                </a:tc>
                <a:extLst>
                  <a:ext uri="{0D108BD9-81ED-4DB2-BD59-A6C34878D82A}">
                    <a16:rowId xmlns:a16="http://schemas.microsoft.com/office/drawing/2014/main" val="3126369861"/>
                  </a:ext>
                </a:extLst>
              </a:tr>
              <a:tr h="263008">
                <a:tc>
                  <a:txBody>
                    <a:bodyPr/>
                    <a:lstStyle/>
                    <a:p>
                      <a:r>
                        <a:rPr lang="en-GB" sz="1600" noProof="0" dirty="0"/>
                        <a:t>Academic Supervisor: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noProof="0" dirty="0"/>
                        <a:t>Dr. L. Thomas van Binsbergen (CCI, </a:t>
                      </a:r>
                      <a:r>
                        <a:rPr lang="en-GB" sz="1600" noProof="0" dirty="0" err="1"/>
                        <a:t>UvA</a:t>
                      </a:r>
                      <a:r>
                        <a:rPr lang="en-GB" sz="1600" noProof="0" dirty="0"/>
                        <a:t>)</a:t>
                      </a:r>
                    </a:p>
                  </a:txBody>
                  <a:tcPr/>
                </a:tc>
                <a:extLst>
                  <a:ext uri="{0D108BD9-81ED-4DB2-BD59-A6C34878D82A}">
                    <a16:rowId xmlns:a16="http://schemas.microsoft.com/office/drawing/2014/main" val="2381025709"/>
                  </a:ext>
                </a:extLst>
              </a:tr>
              <a:tr h="296789">
                <a:tc>
                  <a:txBody>
                    <a:bodyPr/>
                    <a:lstStyle/>
                    <a:p>
                      <a:r>
                        <a:rPr lang="en-GB" sz="1600" noProof="0" dirty="0"/>
                        <a:t>Second Reader: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noProof="0" dirty="0"/>
                        <a:t>Prof. Dr. Benny Åkesson (PCS, </a:t>
                      </a:r>
                      <a:r>
                        <a:rPr lang="en-GB" sz="1600" noProof="0" dirty="0" err="1"/>
                        <a:t>UvA</a:t>
                      </a:r>
                      <a:r>
                        <a:rPr lang="en-GB" sz="1600" noProof="0" dirty="0"/>
                        <a:t>)</a:t>
                      </a:r>
                    </a:p>
                  </a:txBody>
                  <a:tcPr/>
                </a:tc>
                <a:extLst>
                  <a:ext uri="{0D108BD9-81ED-4DB2-BD59-A6C34878D82A}">
                    <a16:rowId xmlns:a16="http://schemas.microsoft.com/office/drawing/2014/main" val="3140636901"/>
                  </a:ext>
                </a:extLst>
              </a:tr>
              <a:tr h="426348">
                <a:tc>
                  <a:txBody>
                    <a:bodyPr/>
                    <a:lstStyle/>
                    <a:p>
                      <a:r>
                        <a:rPr lang="en-GB" sz="1600" noProof="0" dirty="0"/>
                        <a:t>Host Organization: </a:t>
                      </a:r>
                    </a:p>
                  </a:txBody>
                  <a:tcPr/>
                </a:tc>
                <a:tc>
                  <a:txBody>
                    <a:bodyPr/>
                    <a:lstStyle/>
                    <a:p>
                      <a:r>
                        <a:rPr lang="en-GB" sz="1600" noProof="0" dirty="0"/>
                        <a:t>TNO – ESI, Eindhoven, High Tech Campus 25</a:t>
                      </a:r>
                    </a:p>
                  </a:txBody>
                  <a:tcPr/>
                </a:tc>
                <a:extLst>
                  <a:ext uri="{0D108BD9-81ED-4DB2-BD59-A6C34878D82A}">
                    <a16:rowId xmlns:a16="http://schemas.microsoft.com/office/drawing/2014/main" val="1166871269"/>
                  </a:ext>
                </a:extLst>
              </a:tr>
            </a:tbl>
          </a:graphicData>
        </a:graphic>
      </p:graphicFrame>
      <p:sp>
        <p:nvSpPr>
          <p:cNvPr id="3" name="TextBox 2">
            <a:extLst>
              <a:ext uri="{FF2B5EF4-FFF2-40B4-BE49-F238E27FC236}">
                <a16:creationId xmlns:a16="http://schemas.microsoft.com/office/drawing/2014/main" id="{B28E6B06-7E98-8D8B-A031-6061E9E13EC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a:t>
            </a:r>
          </a:p>
        </p:txBody>
      </p:sp>
      <p:sp>
        <p:nvSpPr>
          <p:cNvPr id="4" name="TextBox 3">
            <a:extLst>
              <a:ext uri="{FF2B5EF4-FFF2-40B4-BE49-F238E27FC236}">
                <a16:creationId xmlns:a16="http://schemas.microsoft.com/office/drawing/2014/main" id="{DB1F3E77-C022-72EE-91DF-E49F3FC6F873}"/>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3671577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flipV="1">
            <a:off x="428625" y="967311"/>
            <a:ext cx="11367135" cy="83493"/>
          </a:xfrm>
          <a:prstGeom prst="rect">
            <a:avLst/>
          </a:prstGeom>
          <a:solidFill>
            <a:schemeClr val="accent5">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5" name="TextBox 4"/>
          <p:cNvSpPr txBox="1"/>
          <p:nvPr/>
        </p:nvSpPr>
        <p:spPr>
          <a:xfrm>
            <a:off x="502920" y="481161"/>
            <a:ext cx="10241280" cy="467820"/>
          </a:xfrm>
          <a:prstGeom prst="rect">
            <a:avLst/>
          </a:prstGeom>
          <a:noFill/>
        </p:spPr>
        <p:txBody>
          <a:bodyPr wrap="square" lIns="45720" tIns="18288" rIns="45720" bIns="18288" anchor="t">
            <a:spAutoFit/>
          </a:bodyPr>
          <a:lstStyle/>
          <a:p>
            <a:r>
              <a:rPr lang="en-GB"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Agenda</a:t>
            </a:r>
          </a:p>
        </p:txBody>
      </p:sp>
      <p:sp>
        <p:nvSpPr>
          <p:cNvPr id="7" name="Rounded Rectangle 6"/>
          <p:cNvSpPr/>
          <p:nvPr/>
        </p:nvSpPr>
        <p:spPr>
          <a:xfrm>
            <a:off x="640080" y="1417320"/>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1</a:t>
            </a:r>
          </a:p>
        </p:txBody>
      </p:sp>
      <p:sp>
        <p:nvSpPr>
          <p:cNvPr id="8" name="TextBox 7"/>
          <p:cNvSpPr txBox="1"/>
          <p:nvPr/>
        </p:nvSpPr>
        <p:spPr>
          <a:xfrm>
            <a:off x="1325880" y="1554501"/>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Motivation</a:t>
            </a:r>
          </a:p>
        </p:txBody>
      </p:sp>
      <p:sp>
        <p:nvSpPr>
          <p:cNvPr id="10" name="Rounded Rectangle 9"/>
          <p:cNvSpPr/>
          <p:nvPr/>
        </p:nvSpPr>
        <p:spPr>
          <a:xfrm>
            <a:off x="640080" y="2075688"/>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2</a:t>
            </a:r>
          </a:p>
        </p:txBody>
      </p:sp>
      <p:sp>
        <p:nvSpPr>
          <p:cNvPr id="11" name="TextBox 10"/>
          <p:cNvSpPr txBox="1"/>
          <p:nvPr/>
        </p:nvSpPr>
        <p:spPr>
          <a:xfrm>
            <a:off x="1325880" y="2882056"/>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Research Questions</a:t>
            </a:r>
          </a:p>
        </p:txBody>
      </p:sp>
      <p:sp>
        <p:nvSpPr>
          <p:cNvPr id="13" name="Rounded Rectangle 12"/>
          <p:cNvSpPr/>
          <p:nvPr/>
        </p:nvSpPr>
        <p:spPr>
          <a:xfrm>
            <a:off x="640080" y="2734056"/>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3</a:t>
            </a:r>
          </a:p>
        </p:txBody>
      </p:sp>
      <p:sp>
        <p:nvSpPr>
          <p:cNvPr id="14" name="TextBox 13"/>
          <p:cNvSpPr txBox="1"/>
          <p:nvPr/>
        </p:nvSpPr>
        <p:spPr>
          <a:xfrm>
            <a:off x="1303020" y="2223688"/>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State-of-the-art &amp; Gaps</a:t>
            </a:r>
          </a:p>
        </p:txBody>
      </p:sp>
      <p:sp>
        <p:nvSpPr>
          <p:cNvPr id="16" name="Rounded Rectangle 15"/>
          <p:cNvSpPr/>
          <p:nvPr/>
        </p:nvSpPr>
        <p:spPr>
          <a:xfrm>
            <a:off x="640080" y="3392424"/>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4</a:t>
            </a:r>
          </a:p>
        </p:txBody>
      </p:sp>
      <p:sp>
        <p:nvSpPr>
          <p:cNvPr id="17" name="TextBox 16"/>
          <p:cNvSpPr txBox="1"/>
          <p:nvPr/>
        </p:nvSpPr>
        <p:spPr>
          <a:xfrm>
            <a:off x="1303020" y="3491866"/>
            <a:ext cx="5208312"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Approach, Methodology &amp; Implementation</a:t>
            </a:r>
          </a:p>
        </p:txBody>
      </p:sp>
      <p:sp>
        <p:nvSpPr>
          <p:cNvPr id="19" name="Rounded Rectangle 18"/>
          <p:cNvSpPr/>
          <p:nvPr/>
        </p:nvSpPr>
        <p:spPr>
          <a:xfrm>
            <a:off x="640080" y="4050792"/>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5</a:t>
            </a:r>
          </a:p>
        </p:txBody>
      </p:sp>
      <p:sp>
        <p:nvSpPr>
          <p:cNvPr id="20" name="TextBox 19"/>
          <p:cNvSpPr txBox="1"/>
          <p:nvPr/>
        </p:nvSpPr>
        <p:spPr>
          <a:xfrm>
            <a:off x="1325880" y="4146649"/>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Experiments</a:t>
            </a:r>
          </a:p>
        </p:txBody>
      </p:sp>
      <p:sp>
        <p:nvSpPr>
          <p:cNvPr id="22" name="Rounded Rectangle 21"/>
          <p:cNvSpPr/>
          <p:nvPr/>
        </p:nvSpPr>
        <p:spPr>
          <a:xfrm>
            <a:off x="640080" y="4709160"/>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6</a:t>
            </a:r>
          </a:p>
        </p:txBody>
      </p:sp>
      <p:sp>
        <p:nvSpPr>
          <p:cNvPr id="23" name="TextBox 22"/>
          <p:cNvSpPr txBox="1"/>
          <p:nvPr/>
        </p:nvSpPr>
        <p:spPr>
          <a:xfrm>
            <a:off x="1325880" y="4857160"/>
            <a:ext cx="301752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Results &amp; Findings</a:t>
            </a:r>
          </a:p>
        </p:txBody>
      </p:sp>
      <p:sp>
        <p:nvSpPr>
          <p:cNvPr id="25" name="Rounded Rectangle 24"/>
          <p:cNvSpPr/>
          <p:nvPr/>
        </p:nvSpPr>
        <p:spPr>
          <a:xfrm>
            <a:off x="640080" y="5367528"/>
            <a:ext cx="502920" cy="502920"/>
          </a:xfrm>
          <a:prstGeom prst="roundRect">
            <a:avLst>
              <a:gd name="adj" fmla="val 2500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tIns="9144" bIns="9144" rtlCol="0" anchor="ctr"/>
          <a:lstStyle/>
          <a:p>
            <a:pPr algn="ctr"/>
            <a:r>
              <a:rPr lang="en-GB" sz="1800" b="1" noProof="0"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7</a:t>
            </a:r>
          </a:p>
        </p:txBody>
      </p:sp>
      <p:sp>
        <p:nvSpPr>
          <p:cNvPr id="26" name="TextBox 25"/>
          <p:cNvSpPr txBox="1"/>
          <p:nvPr/>
        </p:nvSpPr>
        <p:spPr>
          <a:xfrm>
            <a:off x="1325880" y="5483669"/>
            <a:ext cx="4865370" cy="313932"/>
          </a:xfrm>
          <a:prstGeom prst="rect">
            <a:avLst/>
          </a:prstGeom>
          <a:noFill/>
        </p:spPr>
        <p:txBody>
          <a:bodyPr wrap="square" lIns="45720" tIns="18288" rIns="45720" bIns="18288" anchor="t">
            <a:spAutoFit/>
          </a:bodyPr>
          <a:lstStyle/>
          <a:p>
            <a:pPr algn="l"/>
            <a:r>
              <a:rPr lang="en-GB" sz="1800" b="1" i="0" noProof="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Contributions, Limitations &amp; Conclusion</a:t>
            </a:r>
          </a:p>
        </p:txBody>
      </p:sp>
      <p:sp>
        <p:nvSpPr>
          <p:cNvPr id="28" name="TextBox 27"/>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a:t>
            </a:r>
          </a:p>
        </p:txBody>
      </p:sp>
      <p:sp>
        <p:nvSpPr>
          <p:cNvPr id="31" name="TextBox 30">
            <a:extLst>
              <a:ext uri="{FF2B5EF4-FFF2-40B4-BE49-F238E27FC236}">
                <a16:creationId xmlns:a16="http://schemas.microsoft.com/office/drawing/2014/main" id="{4D39682C-D4FA-3E18-2354-96D6BEFEC4EB}"/>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9FB9128-2C95-2F26-9AD5-BF40568AFEE5}"/>
              </a:ext>
            </a:extLst>
          </p:cNvPr>
          <p:cNvSpPr>
            <a:spLocks noGrp="1"/>
          </p:cNvSpPr>
          <p:nvPr>
            <p:ph type="title"/>
          </p:nvPr>
        </p:nvSpPr>
        <p:spPr>
          <a:xfrm>
            <a:off x="428625" y="531206"/>
            <a:ext cx="10359659" cy="1325563"/>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Problem Statement &amp; Motivation</a:t>
            </a:r>
          </a:p>
        </p:txBody>
      </p:sp>
      <p:sp>
        <p:nvSpPr>
          <p:cNvPr id="6" name="Content Placeholder 5">
            <a:extLst>
              <a:ext uri="{FF2B5EF4-FFF2-40B4-BE49-F238E27FC236}">
                <a16:creationId xmlns:a16="http://schemas.microsoft.com/office/drawing/2014/main" id="{A9EB73A2-0158-D260-CF98-AE91CC0CE504}"/>
              </a:ext>
            </a:extLst>
          </p:cNvPr>
          <p:cNvSpPr>
            <a:spLocks noGrp="1"/>
          </p:cNvSpPr>
          <p:nvPr>
            <p:ph sz="quarter" idx="10"/>
          </p:nvPr>
        </p:nvSpPr>
        <p:spPr>
          <a:xfrm>
            <a:off x="2417511" y="1687398"/>
            <a:ext cx="7356974" cy="4361122"/>
          </a:xfrm>
        </p:spPr>
        <p:txBody>
          <a:bodyPr>
            <a:normAutofit/>
          </a:bodyPr>
          <a:lstStyle/>
          <a:p>
            <a:pPr marL="0" indent="0" algn="ctr">
              <a:lnSpc>
                <a:spcPts val="1000"/>
              </a:lnSpc>
              <a:buNone/>
            </a:pPr>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Large Mission Critical Event-Driven Systems</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Concurrent &amp; Asynchronous</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Traces - Incomplete / Noisy - often instrumentation limited</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Static Code Analysis - Over-Approximates behaviour</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pPr marL="0" indent="0" algn="ctr">
              <a:lnSpc>
                <a:spcPts val="1000"/>
              </a:lnSpc>
              <a:buNone/>
            </a:pPr>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No Scenario-Specific Accurate Interaction Diagrams</a:t>
            </a:r>
          </a:p>
          <a:p>
            <a:endParaRPr lang="en-GB" noProof="0" dirty="0"/>
          </a:p>
        </p:txBody>
      </p:sp>
      <p:sp>
        <p:nvSpPr>
          <p:cNvPr id="7" name="TextBox 6">
            <a:extLst>
              <a:ext uri="{FF2B5EF4-FFF2-40B4-BE49-F238E27FC236}">
                <a16:creationId xmlns:a16="http://schemas.microsoft.com/office/drawing/2014/main" id="{A5926F1F-4ADB-3D43-114C-249B56C3D910}"/>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1" name="TextBox 10">
            <a:extLst>
              <a:ext uri="{FF2B5EF4-FFF2-40B4-BE49-F238E27FC236}">
                <a16:creationId xmlns:a16="http://schemas.microsoft.com/office/drawing/2014/main" id="{AF0E3B83-CF63-5298-8814-03C33B66D76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nl-NL"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3</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733368833"/>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B0A9F6B-B714-24A4-1731-04239F0C6E2C}"/>
              </a:ext>
            </a:extLst>
          </p:cNvPr>
          <p:cNvSpPr>
            <a:spLocks noGrp="1"/>
          </p:cNvSpPr>
          <p:nvPr>
            <p:ph type="title"/>
          </p:nvPr>
        </p:nvSpPr>
        <p:spPr>
          <a:xfrm>
            <a:off x="575034" y="371623"/>
            <a:ext cx="9762309" cy="1163190"/>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State of the Art &amp; Research Gap</a:t>
            </a:r>
          </a:p>
        </p:txBody>
      </p:sp>
      <p:sp>
        <p:nvSpPr>
          <p:cNvPr id="5" name="Content Placeholder 9">
            <a:extLst>
              <a:ext uri="{FF2B5EF4-FFF2-40B4-BE49-F238E27FC236}">
                <a16:creationId xmlns:a16="http://schemas.microsoft.com/office/drawing/2014/main" id="{3D6F48DD-3E1C-ACE5-C1C5-A45079769380}"/>
              </a:ext>
            </a:extLst>
          </p:cNvPr>
          <p:cNvSpPr txBox="1">
            <a:spLocks/>
          </p:cNvSpPr>
          <p:nvPr/>
        </p:nvSpPr>
        <p:spPr>
          <a:xfrm>
            <a:off x="575034" y="5167029"/>
            <a:ext cx="11001079" cy="1243198"/>
          </a:xfrm>
          <a:prstGeom prst="rect">
            <a:avLst/>
          </a:prstGeom>
        </p:spPr>
        <p:txBody>
          <a:bodyPr vert="horz" lIns="91440" tIns="45720" rIns="91440" bIns="45720" rtlCol="0">
            <a:noAutofit/>
          </a:bodyPr>
          <a:lstStyle>
            <a:lvl1pPr marL="0" indent="0" algn="l" defTabSz="914400" rtl="0" eaLnBrk="1" latinLnBrk="0" hangingPunct="1">
              <a:lnSpc>
                <a:spcPct val="125000"/>
              </a:lnSpc>
              <a:spcBef>
                <a:spcPts val="0"/>
              </a:spcBef>
              <a:buFont typeface="Arial" panose="020B0604020202020204" pitchFamily="34" charset="0"/>
              <a:buNone/>
              <a:defRPr sz="1800" kern="1200">
                <a:solidFill>
                  <a:schemeClr val="tx1">
                    <a:lumMod val="65000"/>
                    <a:lumOff val="35000"/>
                  </a:schemeClr>
                </a:solidFill>
                <a:latin typeface="+mn-lt"/>
                <a:ea typeface="+mn-ea"/>
                <a:cs typeface="+mn-cs"/>
              </a:defRPr>
            </a:lvl1pPr>
            <a:lvl2pPr marL="457200" indent="0" algn="l" defTabSz="914400" rtl="0" eaLnBrk="1" latinLnBrk="0" hangingPunct="1">
              <a:lnSpc>
                <a:spcPct val="125000"/>
              </a:lnSpc>
              <a:spcBef>
                <a:spcPts val="0"/>
              </a:spcBef>
              <a:buFont typeface="Arial" panose="020B0604020202020204" pitchFamily="34" charset="0"/>
              <a:buNone/>
              <a:defRPr sz="1600" kern="1200">
                <a:solidFill>
                  <a:schemeClr val="tx1">
                    <a:lumMod val="65000"/>
                    <a:lumOff val="35000"/>
                  </a:schemeClr>
                </a:solidFill>
                <a:latin typeface="+mn-lt"/>
                <a:ea typeface="+mn-ea"/>
                <a:cs typeface="+mn-cs"/>
              </a:defRPr>
            </a:lvl2pPr>
            <a:lvl3pPr marL="914400" indent="0" algn="l" defTabSz="914400" rtl="0" eaLnBrk="1" latinLnBrk="0" hangingPunct="1">
              <a:lnSpc>
                <a:spcPct val="125000"/>
              </a:lnSpc>
              <a:spcBef>
                <a:spcPts val="0"/>
              </a:spcBef>
              <a:buFont typeface="Arial" panose="020B0604020202020204" pitchFamily="34" charset="0"/>
              <a:buNone/>
              <a:defRPr sz="1400" kern="1200">
                <a:solidFill>
                  <a:schemeClr val="tx1">
                    <a:lumMod val="65000"/>
                    <a:lumOff val="35000"/>
                  </a:schemeClr>
                </a:solidFill>
                <a:latin typeface="+mn-lt"/>
                <a:ea typeface="+mn-ea"/>
                <a:cs typeface="+mn-cs"/>
              </a:defRPr>
            </a:lvl3pPr>
            <a:lvl4pPr marL="1371600" indent="0" algn="l" defTabSz="914400" rtl="0" eaLnBrk="1" latinLnBrk="0" hangingPunct="1">
              <a:lnSpc>
                <a:spcPct val="125000"/>
              </a:lnSpc>
              <a:spcBef>
                <a:spcPts val="0"/>
              </a:spcBef>
              <a:buFont typeface="Arial" panose="020B0604020202020204" pitchFamily="34" charset="0"/>
              <a:buNone/>
              <a:defRPr sz="1200" kern="1200">
                <a:solidFill>
                  <a:schemeClr val="tx1">
                    <a:lumMod val="65000"/>
                    <a:lumOff val="35000"/>
                  </a:schemeClr>
                </a:solidFill>
                <a:latin typeface="+mn-lt"/>
                <a:ea typeface="+mn-ea"/>
                <a:cs typeface="+mn-cs"/>
              </a:defRPr>
            </a:lvl4pPr>
            <a:lvl5pPr marL="1828800" indent="0" algn="l" defTabSz="914400" rtl="0" eaLnBrk="1" latinLnBrk="0" hangingPunct="1">
              <a:lnSpc>
                <a:spcPct val="125000"/>
              </a:lnSpc>
              <a:spcBef>
                <a:spcPts val="0"/>
              </a:spcBef>
              <a:buFont typeface="Arial" panose="020B0604020202020204" pitchFamily="34" charset="0"/>
              <a:buNone/>
              <a:defRPr sz="12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Research Gap:</a:t>
            </a:r>
          </a:p>
          <a:p>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No existing approach infers unobserved interactions by combining static structure and runtime traces for generating scenario-specific interaction models in </a:t>
            </a:r>
            <a:r>
              <a:rPr lang="en-GB" sz="2000"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v2.</a:t>
            </a:r>
          </a:p>
        </p:txBody>
      </p:sp>
      <p:graphicFrame>
        <p:nvGraphicFramePr>
          <p:cNvPr id="6" name="Table 11">
            <a:extLst>
              <a:ext uri="{FF2B5EF4-FFF2-40B4-BE49-F238E27FC236}">
                <a16:creationId xmlns:a16="http://schemas.microsoft.com/office/drawing/2014/main" id="{FB861C55-1872-A622-0070-5A489AABAC03}"/>
              </a:ext>
            </a:extLst>
          </p:cNvPr>
          <p:cNvGraphicFramePr>
            <a:graphicFrameLocks/>
          </p:cNvGraphicFramePr>
          <p:nvPr>
            <p:extLst>
              <p:ext uri="{D42A27DB-BD31-4B8C-83A1-F6EECF244321}">
                <p14:modId xmlns:p14="http://schemas.microsoft.com/office/powerpoint/2010/main" val="1162724711"/>
              </p:ext>
            </p:extLst>
          </p:nvPr>
        </p:nvGraphicFramePr>
        <p:xfrm>
          <a:off x="575035" y="2069678"/>
          <a:ext cx="11001080" cy="2718643"/>
        </p:xfrm>
        <a:graphic>
          <a:graphicData uri="http://schemas.openxmlformats.org/drawingml/2006/table">
            <a:tbl>
              <a:tblPr firstRow="1" bandRow="1">
                <a:tableStyleId>{5FD0F851-EC5A-4D38-B0AD-8093EC10F338}</a:tableStyleId>
              </a:tblPr>
              <a:tblGrid>
                <a:gridCol w="3415940">
                  <a:extLst>
                    <a:ext uri="{9D8B030D-6E8A-4147-A177-3AD203B41FA5}">
                      <a16:colId xmlns:a16="http://schemas.microsoft.com/office/drawing/2014/main" val="3233966979"/>
                    </a:ext>
                  </a:extLst>
                </a:gridCol>
                <a:gridCol w="3095625">
                  <a:extLst>
                    <a:ext uri="{9D8B030D-6E8A-4147-A177-3AD203B41FA5}">
                      <a16:colId xmlns:a16="http://schemas.microsoft.com/office/drawing/2014/main" val="1158840958"/>
                    </a:ext>
                  </a:extLst>
                </a:gridCol>
                <a:gridCol w="4489515">
                  <a:extLst>
                    <a:ext uri="{9D8B030D-6E8A-4147-A177-3AD203B41FA5}">
                      <a16:colId xmlns:a16="http://schemas.microsoft.com/office/drawing/2014/main" val="1014947327"/>
                    </a:ext>
                  </a:extLst>
                </a:gridCol>
              </a:tblGrid>
              <a:tr h="4365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Trace-Based</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Static Analysis</a:t>
                      </a:r>
                    </a:p>
                  </a:txBody>
                  <a:tcPr marL="95186" marR="95186" marT="47593" marB="47593"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Hybrid (Existing)</a:t>
                      </a:r>
                    </a:p>
                  </a:txBody>
                  <a:tcPr marL="95186" marR="95186" marT="47593" marB="47593"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13590700"/>
                  </a:ext>
                </a:extLst>
              </a:tr>
              <a:tr h="760689">
                <a:tc>
                  <a:txBody>
                    <a:bodyPr/>
                    <a:lstStyle/>
                    <a:p>
                      <a:pPr algn="l"/>
                      <a:r>
                        <a:rPr lang="en-GB" sz="2400" b="1" kern="1200" noProof="0" dirty="0">
                          <a:solidFill>
                            <a:schemeClr val="tx1"/>
                          </a:solidFill>
                          <a:latin typeface="+mn-lt"/>
                          <a:ea typeface="+mn-ea"/>
                          <a:cs typeface="+mn-cs"/>
                        </a:rPr>
                        <a:t>+</a:t>
                      </a:r>
                      <a:r>
                        <a:rPr lang="en-GB" sz="2000" noProof="0" dirty="0"/>
                        <a:t> </a:t>
                      </a:r>
                      <a:r>
                        <a:rPr lang="en-GB" sz="2000" b="1" kern="1200" noProof="0" dirty="0">
                          <a:solidFill>
                            <a:schemeClr val="tx1"/>
                          </a:solidFill>
                          <a:latin typeface="+mn-lt"/>
                          <a:ea typeface="+mn-ea"/>
                          <a:cs typeface="+mn-cs"/>
                        </a:rPr>
                        <a:t>Concrete observed behaviour</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kern="1200" noProof="0" dirty="0">
                          <a:solidFill>
                            <a:schemeClr val="tx1"/>
                          </a:solidFill>
                          <a:latin typeface="+mn-lt"/>
                          <a:ea typeface="+mn-ea"/>
                          <a:cs typeface="+mn-cs"/>
                        </a:rPr>
                        <a:t>+</a:t>
                      </a:r>
                      <a:r>
                        <a:rPr lang="en-GB" sz="2000" noProof="0" dirty="0"/>
                        <a:t> </a:t>
                      </a:r>
                      <a:r>
                        <a:rPr lang="en-GB" sz="2000" b="1" kern="1200" noProof="0" dirty="0">
                          <a:solidFill>
                            <a:schemeClr val="tx1"/>
                          </a:solidFill>
                          <a:latin typeface="+mn-lt"/>
                          <a:ea typeface="+mn-ea"/>
                          <a:cs typeface="+mn-cs"/>
                        </a:rPr>
                        <a:t>Complete static structure</a:t>
                      </a:r>
                    </a:p>
                  </a:txBody>
                  <a:tcPr marL="95186" marR="95186" marT="47593" marB="47593" anchor="ctr">
                    <a:lnL>
                      <a:noFill/>
                    </a:lnL>
                    <a:lnR>
                      <a:noFill/>
                    </a:lnR>
                    <a:lnT w="12700" cmpd="sng">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kern="1200" noProof="0" dirty="0">
                          <a:solidFill>
                            <a:schemeClr val="tx1"/>
                          </a:solidFill>
                          <a:latin typeface="+mn-lt"/>
                          <a:ea typeface="+mn-ea"/>
                          <a:cs typeface="+mn-cs"/>
                        </a:rPr>
                        <a:t>+</a:t>
                      </a:r>
                      <a:r>
                        <a:rPr lang="en-GB" sz="2000" noProof="0" dirty="0"/>
                        <a:t> </a:t>
                      </a:r>
                      <a:r>
                        <a:rPr lang="en-GB" sz="2000" b="1" noProof="0" dirty="0"/>
                        <a:t>Used to reduce runtime logging</a:t>
                      </a:r>
                    </a:p>
                  </a:txBody>
                  <a:tcPr marL="95186" marR="95186" marT="47593" marB="47593"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830826746"/>
                  </a:ext>
                </a:extLst>
              </a:tr>
              <a:tr h="7606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b="1" kern="1200" dirty="0">
                          <a:solidFill>
                            <a:schemeClr val="tx1"/>
                          </a:solidFill>
                          <a:latin typeface="+mn-lt"/>
                          <a:ea typeface="+mn-ea"/>
                          <a:cs typeface="+mn-cs"/>
                        </a:rPr>
                        <a:t>—</a:t>
                      </a:r>
                      <a:r>
                        <a:rPr lang="en-GB" sz="2000" b="1" noProof="0" dirty="0"/>
                        <a:t> Incomplete traces</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b="1" kern="1200" dirty="0">
                          <a:solidFill>
                            <a:schemeClr val="tx1"/>
                          </a:solidFill>
                          <a:latin typeface="+mn-lt"/>
                          <a:ea typeface="+mn-ea"/>
                          <a:cs typeface="+mn-cs"/>
                        </a:rPr>
                        <a:t>—</a:t>
                      </a:r>
                      <a:r>
                        <a:rPr lang="en-GB" sz="2000" b="1" noProof="0" dirty="0"/>
                        <a:t> Over-approximation</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b="1" kern="1200" dirty="0">
                          <a:solidFill>
                            <a:schemeClr val="tx1"/>
                          </a:solidFill>
                          <a:latin typeface="+mn-lt"/>
                          <a:ea typeface="+mn-ea"/>
                          <a:cs typeface="+mn-cs"/>
                        </a:rPr>
                        <a:t>—</a:t>
                      </a:r>
                      <a:r>
                        <a:rPr lang="en-GB" sz="2000" noProof="0" dirty="0"/>
                        <a:t> </a:t>
                      </a:r>
                      <a:r>
                        <a:rPr lang="en-GB" sz="2000" b="1" noProof="0" dirty="0"/>
                        <a:t>Assumes observed traces are complete</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17333721"/>
                  </a:ext>
                </a:extLst>
              </a:tr>
              <a:tr h="7606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b="1" kern="1200" dirty="0">
                          <a:solidFill>
                            <a:schemeClr val="tx1"/>
                          </a:solidFill>
                          <a:latin typeface="+mn-lt"/>
                          <a:ea typeface="+mn-ea"/>
                          <a:cs typeface="+mn-cs"/>
                        </a:rPr>
                        <a:t>—</a:t>
                      </a:r>
                      <a:r>
                        <a:rPr lang="en-GB" sz="2000" b="1" noProof="0" dirty="0"/>
                        <a:t> Missing interactions</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b="1" kern="1200" dirty="0">
                          <a:solidFill>
                            <a:schemeClr val="tx1"/>
                          </a:solidFill>
                          <a:latin typeface="+mn-lt"/>
                          <a:ea typeface="+mn-ea"/>
                          <a:cs typeface="+mn-cs"/>
                        </a:rPr>
                        <a:t>—</a:t>
                      </a:r>
                      <a:r>
                        <a:rPr lang="en-GB" sz="2000" b="1" noProof="0" dirty="0"/>
                        <a:t> No scenario focus</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b="1" kern="1200" dirty="0">
                          <a:solidFill>
                            <a:schemeClr val="tx1"/>
                          </a:solidFill>
                          <a:latin typeface="+mn-lt"/>
                          <a:ea typeface="+mn-ea"/>
                          <a:cs typeface="+mn-cs"/>
                        </a:rPr>
                        <a:t>—</a:t>
                      </a:r>
                      <a:r>
                        <a:rPr lang="en-GB" sz="2000" noProof="0" dirty="0"/>
                        <a:t> </a:t>
                      </a:r>
                      <a:r>
                        <a:rPr lang="en-GB" sz="2000" b="1" noProof="0" dirty="0"/>
                        <a:t>Doesn’t complete missing interactions</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321589815"/>
                  </a:ext>
                </a:extLst>
              </a:tr>
            </a:tbl>
          </a:graphicData>
        </a:graphic>
      </p:graphicFrame>
      <p:sp>
        <p:nvSpPr>
          <p:cNvPr id="10" name="TextBox 9">
            <a:extLst>
              <a:ext uri="{FF2B5EF4-FFF2-40B4-BE49-F238E27FC236}">
                <a16:creationId xmlns:a16="http://schemas.microsoft.com/office/drawing/2014/main" id="{CDF981B8-6D37-1DA3-FB3A-7B5D4CC0AAB6}"/>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1" name="TextBox 10">
            <a:extLst>
              <a:ext uri="{FF2B5EF4-FFF2-40B4-BE49-F238E27FC236}">
                <a16:creationId xmlns:a16="http://schemas.microsoft.com/office/drawing/2014/main" id="{5D316AE4-3CC1-39EB-B171-F056FFAC6BE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nl-NL"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4</a:t>
            </a:r>
            <a:endPar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386263332"/>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3BCC3DA-44CF-3B7A-804C-65813CF7001C}"/>
              </a:ext>
            </a:extLst>
          </p:cNvPr>
          <p:cNvSpPr>
            <a:spLocks noGrp="1"/>
          </p:cNvSpPr>
          <p:nvPr>
            <p:ph type="title"/>
          </p:nvPr>
        </p:nvSpPr>
        <p:spPr>
          <a:xfrm>
            <a:off x="912629" y="598947"/>
            <a:ext cx="10515600" cy="1325563"/>
          </a:xfrm>
        </p:spPr>
        <p:txBody>
          <a:bodyPr anchor="ctr">
            <a:normAutofit/>
          </a:bodyPr>
          <a:lstStyle/>
          <a:p>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Research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Questions</a:t>
            </a:r>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13" name="Table Placeholder 10">
            <a:extLst>
              <a:ext uri="{FF2B5EF4-FFF2-40B4-BE49-F238E27FC236}">
                <a16:creationId xmlns:a16="http://schemas.microsoft.com/office/drawing/2014/main" id="{C3318B82-77E9-F5AA-CF25-4DE202CC619E}"/>
              </a:ext>
            </a:extLst>
          </p:cNvPr>
          <p:cNvGraphicFramePr>
            <a:graphicFrameLocks noGrp="1"/>
          </p:cNvGraphicFramePr>
          <p:nvPr>
            <p:ph type="tbl" sz="quarter" idx="10"/>
            <p:extLst>
              <p:ext uri="{D42A27DB-BD31-4B8C-83A1-F6EECF244321}">
                <p14:modId xmlns:p14="http://schemas.microsoft.com/office/powerpoint/2010/main" val="1161022277"/>
              </p:ext>
            </p:extLst>
          </p:nvPr>
        </p:nvGraphicFramePr>
        <p:xfrm>
          <a:off x="4477109" y="1924504"/>
          <a:ext cx="6800491" cy="40190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Content Placeholder 1">
            <a:extLst>
              <a:ext uri="{FF2B5EF4-FFF2-40B4-BE49-F238E27FC236}">
                <a16:creationId xmlns:a16="http://schemas.microsoft.com/office/drawing/2014/main" id="{62E9F026-49B3-CA6B-FA9C-B1B79E760792}"/>
              </a:ext>
            </a:extLst>
          </p:cNvPr>
          <p:cNvGraphicFramePr>
            <a:graphicFrameLocks noGrp="1"/>
          </p:cNvGraphicFramePr>
          <p:nvPr>
            <p:ph sz="quarter" idx="11"/>
            <p:extLst>
              <p:ext uri="{D42A27DB-BD31-4B8C-83A1-F6EECF244321}">
                <p14:modId xmlns:p14="http://schemas.microsoft.com/office/powerpoint/2010/main" val="1182084113"/>
              </p:ext>
            </p:extLst>
          </p:nvPr>
        </p:nvGraphicFramePr>
        <p:xfrm>
          <a:off x="646980" y="1924504"/>
          <a:ext cx="3433313" cy="401909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TextBox 1">
            <a:extLst>
              <a:ext uri="{FF2B5EF4-FFF2-40B4-BE49-F238E27FC236}">
                <a16:creationId xmlns:a16="http://schemas.microsoft.com/office/drawing/2014/main" id="{A022FF79-EC3A-D453-2479-FFFA72B067F5}"/>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5</a:t>
            </a:r>
          </a:p>
        </p:txBody>
      </p:sp>
      <p:sp>
        <p:nvSpPr>
          <p:cNvPr id="4" name="TextBox 3">
            <a:extLst>
              <a:ext uri="{FF2B5EF4-FFF2-40B4-BE49-F238E27FC236}">
                <a16:creationId xmlns:a16="http://schemas.microsoft.com/office/drawing/2014/main" id="{518A4E05-6229-FB6C-8F60-A208087782C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904507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160" y="655320"/>
            <a:ext cx="4406487" cy="5486400"/>
          </a:xfrm>
        </p:spPr>
        <p:txBody>
          <a:bodyPr>
            <a:normAutofit/>
          </a:bodyPr>
          <a:lstStyle/>
          <a:p>
            <a:r>
              <a:rPr sz="4400" dirty="0">
                <a:latin typeface="Sans Serif Collection" panose="020B0502040504020204" pitchFamily="34" charset="0"/>
                <a:ea typeface="Sans Serif Collection" panose="020B0502040504020204" pitchFamily="34" charset="0"/>
                <a:cs typeface="Sans Serif Collection" panose="020B0502040504020204" pitchFamily="34" charset="0"/>
              </a:rPr>
              <a:t>C</a:t>
            </a:r>
            <a:r>
              <a:rPr lang="nl-NL" sz="4400" dirty="0" err="1">
                <a:latin typeface="Sans Serif Collection" panose="020B0502040504020204" pitchFamily="34" charset="0"/>
                <a:ea typeface="Sans Serif Collection" panose="020B0502040504020204" pitchFamily="34" charset="0"/>
                <a:cs typeface="Sans Serif Collection" panose="020B0502040504020204" pitchFamily="34" charset="0"/>
              </a:rPr>
              <a:t>ps</a:t>
            </a:r>
            <a:r>
              <a:rPr sz="4400" dirty="0">
                <a:latin typeface="Sans Serif Collection" panose="020B0502040504020204" pitchFamily="34" charset="0"/>
                <a:ea typeface="Sans Serif Collection" panose="020B0502040504020204" pitchFamily="34" charset="0"/>
                <a:cs typeface="Sans Serif Collection" panose="020B0502040504020204" pitchFamily="34" charset="0"/>
              </a:rPr>
              <a:t>Core: Scale</a:t>
            </a:r>
          </a:p>
        </p:txBody>
      </p:sp>
      <p:sp>
        <p:nvSpPr>
          <p:cNvPr id="3" name="Content Placeholder 2"/>
          <p:cNvSpPr>
            <a:spLocks noGrp="1"/>
          </p:cNvSpPr>
          <p:nvPr>
            <p:ph sz="quarter" idx="10"/>
          </p:nvPr>
        </p:nvSpPr>
        <p:spPr>
          <a:xfrm>
            <a:off x="5770880" y="863600"/>
            <a:ext cx="5791199" cy="4988560"/>
          </a:xfrm>
        </p:spPr>
        <p:txBody>
          <a:bodyPr>
            <a:normAutofit/>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Small codebase: </a:t>
            </a:r>
            <a:endParaRPr lang="nl-NL"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154 source/header files </a:t>
            </a:r>
            <a:endParaRPr lang="nl-NL"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285750" indent="-285750">
              <a:buFont typeface="Arial" panose="020B0604020202020204" pitchFamily="34" charset="0"/>
              <a:buChar char="•"/>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~13,000 LOC (3,800 in .</a:t>
            </a:r>
            <a:r>
              <a:rPr dirty="0" err="1">
                <a:latin typeface="Sans Serif Collection" panose="020B0502040504020204" pitchFamily="34" charset="0"/>
                <a:ea typeface="Sans Serif Collection" panose="020B0502040504020204" pitchFamily="34" charset="0"/>
                <a:cs typeface="Sans Serif Collection" panose="020B0502040504020204" pitchFamily="34" charset="0"/>
              </a:rPr>
              <a:t>cpp</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 files, 9,200 in headers)</a:t>
            </a:r>
          </a:p>
          <a:p>
            <a:endParaRPr lang="nl-NL"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Heavy template-based static polymorphism (~470 occurrences) vs. only 32 virtual method signatures across 12 files</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a:t>
            </a:r>
            <a:r>
              <a:rPr dirty="0" err="1">
                <a:latin typeface="Sans Serif Collection" panose="020B0502040504020204" pitchFamily="34" charset="0"/>
                <a:ea typeface="Sans Serif Collection" panose="020B0502040504020204" pitchFamily="34" charset="0"/>
                <a:cs typeface="Sans Serif Collection" panose="020B0502040504020204" pitchFamily="34" charset="0"/>
              </a:rPr>
              <a:t>ll</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 confined to one module (Utilities) or per-module config boundaries</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nl-NL"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No cross-module call resolves through a virtual table</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I</a:t>
            </a:r>
            <a:r>
              <a:rPr dirty="0" err="1">
                <a:latin typeface="Sans Serif Collection" panose="020B0502040504020204" pitchFamily="34" charset="0"/>
                <a:ea typeface="Sans Serif Collection" panose="020B0502040504020204" pitchFamily="34" charset="0"/>
                <a:cs typeface="Sans Serif Collection" panose="020B0502040504020204" pitchFamily="34" charset="0"/>
              </a:rPr>
              <a:t>nter</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-module calls go through concrete class references or boost::signals2 slot connections</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nl-NL"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Test suite: 1,425 assertions across 61 test cases </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is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the</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ground truth for </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behavioural</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 verification</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5" name="TextBox 4">
            <a:extLst>
              <a:ext uri="{FF2B5EF4-FFF2-40B4-BE49-F238E27FC236}">
                <a16:creationId xmlns:a16="http://schemas.microsoft.com/office/drawing/2014/main" id="{338FC515-45F7-4C71-ECF0-456C813F769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A264E-DCFB-9679-60C3-5EBC1EAA716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DB6F400-8C27-B795-7BA6-8BF2C4DCC1CD}"/>
              </a:ext>
            </a:extLst>
          </p:cNvPr>
          <p:cNvSpPr>
            <a:spLocks noGrp="1"/>
          </p:cNvSpPr>
          <p:nvPr>
            <p:ph type="title"/>
          </p:nvPr>
        </p:nvSpPr>
        <p:spPr>
          <a:xfrm>
            <a:off x="929640" y="485113"/>
            <a:ext cx="10515600" cy="1531525"/>
          </a:xfrm>
        </p:spPr>
        <p:txBody>
          <a:bodyPr vert="horz" lIns="91440" tIns="45720" rIns="91440" bIns="45720" rtlCol="0" anchor="ctr">
            <a:normAutofit/>
          </a:bodyPr>
          <a:lstStyle/>
          <a:p>
            <a:r>
              <a:rPr lang="en-GB" sz="4400" kern="12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Approach: Agent Skill Pipeline</a:t>
            </a:r>
          </a:p>
        </p:txBody>
      </p:sp>
      <p:sp>
        <p:nvSpPr>
          <p:cNvPr id="3" name="Rectangle 1">
            <a:extLst>
              <a:ext uri="{FF2B5EF4-FFF2-40B4-BE49-F238E27FC236}">
                <a16:creationId xmlns:a16="http://schemas.microsoft.com/office/drawing/2014/main" id="{4983592E-EF52-E037-AB61-B0C859B0BA67}"/>
              </a:ext>
            </a:extLst>
          </p:cNvPr>
          <p:cNvSpPr>
            <a:spLocks noChangeArrowheads="1"/>
          </p:cNvSpPr>
          <p:nvPr/>
        </p:nvSpPr>
        <p:spPr bwMode="auto">
          <a:xfrm>
            <a:off x="8496299" y="1658679"/>
            <a:ext cx="3087053" cy="3995044"/>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fontScale="85000" lnSpcReduction="10000"/>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28600" lvl="0" indent="-228600" eaLnBrk="1" hangingPunct="1">
              <a:spcBef>
                <a:spcPts val="1000"/>
              </a:spcBef>
              <a:spcAft>
                <a:spcPts val="1200"/>
              </a:spcAft>
              <a:buFont typeface="Arial" panose="020B0604020202020204" pitchFamily="34" charset="0"/>
              <a:buChar char="•"/>
            </a:pPr>
            <a:r>
              <a:rPr lang="en-US" altLang="en-US" dirty="0">
                <a:solidFill>
                  <a:schemeClr val="tx1">
                    <a:lumMod val="65000"/>
                    <a:lumOff val="35000"/>
                  </a:schemeClr>
                </a:solidFill>
                <a:latin typeface="+mn-lt"/>
                <a:ea typeface="Sans Serif Collection" panose="020B0502040504020204" pitchFamily="34" charset="0"/>
                <a:cs typeface="Sans Serif Collection" panose="020B0502040504020204" pitchFamily="34" charset="0"/>
              </a:rPr>
              <a:t>Twelve modular, composable, LLM-invocable skills: eleven follow a fixed rule set, one (agentic synthesis) applies judgement instead.</a:t>
            </a:r>
          </a:p>
          <a:p>
            <a:pPr marL="228600" lvl="0" indent="-228600" eaLnBrk="1" hangingPunct="1">
              <a:spcBef>
                <a:spcPts val="1000"/>
              </a:spcBef>
              <a:spcAft>
                <a:spcPts val="1200"/>
              </a:spcAft>
              <a:buFont typeface="Arial" panose="020B0604020202020204" pitchFamily="34" charset="0"/>
              <a:buChar char="•"/>
            </a:pPr>
            <a:r>
              <a:rPr lang="en-US" altLang="en-US" dirty="0">
                <a:solidFill>
                  <a:schemeClr val="tx1">
                    <a:lumMod val="65000"/>
                    <a:lumOff val="35000"/>
                  </a:schemeClr>
                </a:solidFill>
                <a:latin typeface="+mn-lt"/>
                <a:ea typeface="Sans Serif Collection" panose="020B0502040504020204" pitchFamily="34" charset="0"/>
                <a:cs typeface="Sans Serif Collection" panose="020B0502040504020204" pitchFamily="34" charset="0"/>
              </a:rPr>
              <a:t>Key design property: each skill is independently testable. Scenario focus is expressed as a natural-language query, translated into a Cypher query that scopes the graph before instrumentation runs — this is what makes guided instrumentation possible, the mechanism RQ2 actually tests (guiding trace collection with the static graph to remove noise without losing coverage).</a:t>
            </a:r>
          </a:p>
        </p:txBody>
      </p:sp>
      <p:sp>
        <p:nvSpPr>
          <p:cNvPr id="4" name="Slide Number Placeholder 3" hidden="1">
            <a:extLst>
              <a:ext uri="{FF2B5EF4-FFF2-40B4-BE49-F238E27FC236}">
                <a16:creationId xmlns:a16="http://schemas.microsoft.com/office/drawing/2014/main" id="{F53C3FC5-C17B-9D1F-A664-ABF4B21D0BB8}"/>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7</a:t>
            </a:fld>
            <a:endParaRPr lang="en-GB" sz="300" noProof="0" dirty="0"/>
          </a:p>
        </p:txBody>
      </p:sp>
      <p:graphicFrame>
        <p:nvGraphicFramePr>
          <p:cNvPr id="2" name="Content Placeholder 1">
            <a:extLst>
              <a:ext uri="{FF2B5EF4-FFF2-40B4-BE49-F238E27FC236}">
                <a16:creationId xmlns:a16="http://schemas.microsoft.com/office/drawing/2014/main" id="{E1E2C492-E755-8476-18BF-466E1303CE7A}"/>
              </a:ext>
            </a:extLst>
          </p:cNvPr>
          <p:cNvGraphicFramePr>
            <a:graphicFrameLocks noGrp="1"/>
          </p:cNvGraphicFramePr>
          <p:nvPr>
            <p:ph sz="quarter" idx="10"/>
            <p:extLst>
              <p:ext uri="{D42A27DB-BD31-4B8C-83A1-F6EECF244321}">
                <p14:modId xmlns:p14="http://schemas.microsoft.com/office/powerpoint/2010/main" val="1602669097"/>
              </p:ext>
            </p:extLst>
          </p:nvPr>
        </p:nvGraphicFramePr>
        <p:xfrm>
          <a:off x="608647" y="2016638"/>
          <a:ext cx="7724775" cy="3506880"/>
        </p:xfrm>
        <a:graphic>
          <a:graphicData uri="http://schemas.openxmlformats.org/drawingml/2006/table">
            <a:tbl>
              <a:tblPr firstRow="1" bandRow="1">
                <a:tableStyleId>{17292A2E-F333-43FB-9621-5CBBE7FDCDCB}</a:tableStyleId>
              </a:tblPr>
              <a:tblGrid>
                <a:gridCol w="3695701">
                  <a:extLst>
                    <a:ext uri="{9D8B030D-6E8A-4147-A177-3AD203B41FA5}">
                      <a16:colId xmlns:a16="http://schemas.microsoft.com/office/drawing/2014/main" val="192472615"/>
                    </a:ext>
                  </a:extLst>
                </a:gridCol>
                <a:gridCol w="4029074">
                  <a:extLst>
                    <a:ext uri="{9D8B030D-6E8A-4147-A177-3AD203B41FA5}">
                      <a16:colId xmlns:a16="http://schemas.microsoft.com/office/drawing/2014/main" val="172023201"/>
                    </a:ext>
                  </a:extLst>
                </a:gridCol>
              </a:tblGrid>
              <a:tr h="371955">
                <a:tc>
                  <a:txBody>
                    <a:bodyPr/>
                    <a:lstStyle/>
                    <a:p>
                      <a:pPr algn="ctr">
                        <a:buNone/>
                      </a:pPr>
                      <a:r>
                        <a:rPr lang="en-GB" sz="1200" b="1" noProof="0" dirty="0">
                          <a:solidFill>
                            <a:srgbClr val="FFFFFF"/>
                          </a:solidFill>
                          <a:effectLst/>
                        </a:rPr>
                        <a:t>Skill</a:t>
                      </a:r>
                      <a:endParaRPr lang="en-GB" sz="1200" b="1" noProof="0" dirty="0">
                        <a:solidFill>
                          <a:srgbClr val="FFFFF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tc>
                  <a:txBody>
                    <a:bodyPr/>
                    <a:lstStyle/>
                    <a:p>
                      <a:pPr algn="ctr">
                        <a:buNone/>
                      </a:pPr>
                      <a:r>
                        <a:rPr lang="en-GB" sz="1200" b="1" dirty="0">
                          <a:solidFill>
                            <a:srgbClr val="FFFFFF"/>
                          </a:solidFill>
                          <a:effectLst/>
                        </a:rPr>
                        <a:t>Role in Final Pipeline</a:t>
                      </a:r>
                      <a:endParaRPr lang="en-GB" sz="1200" b="1" dirty="0">
                        <a:solidFill>
                          <a:srgbClr val="FFFFF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extLst>
                  <a:ext uri="{0D108BD9-81ED-4DB2-BD59-A6C34878D82A}">
                    <a16:rowId xmlns:a16="http://schemas.microsoft.com/office/drawing/2014/main" val="3305239541"/>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get-neo4j-schema</a:t>
                      </a:r>
                    </a:p>
                  </a:txBody>
                  <a:tcPr marL="137900" marR="82740" marT="82740" marB="82740" anchor="ctr"/>
                </a:tc>
                <a:tc>
                  <a:txBody>
                    <a:bodyPr/>
                    <a:lstStyle/>
                    <a:p>
                      <a:pPr>
                        <a:buNone/>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 graph introspection</a:t>
                      </a:r>
                    </a:p>
                  </a:txBody>
                  <a:tcPr marL="137900" marR="82740" marT="82740" marB="82740" anchor="ctr"/>
                </a:tc>
                <a:extLst>
                  <a:ext uri="{0D108BD9-81ED-4DB2-BD59-A6C34878D82A}">
                    <a16:rowId xmlns:a16="http://schemas.microsoft.com/office/drawing/2014/main" val="1423872608"/>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text-to-cypher + get-cypher + </a:t>
                      </a: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cypher-to-output</a:t>
                      </a:r>
                      <a:endPar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tc>
                  <a:txBody>
                    <a:bodyPr/>
                    <a:lstStyle/>
                    <a:p>
                      <a:pPr>
                        <a:buNone/>
                      </a:pP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Scenario-scoped query generation, execution &amp; standalone Cypher authoring</a:t>
                      </a:r>
                    </a:p>
                  </a:txBody>
                  <a:tcPr marL="137900" marR="82740" marT="82740" marB="82740" anchor="ctr"/>
                </a:tc>
                <a:extLst>
                  <a:ext uri="{0D108BD9-81ED-4DB2-BD59-A6C34878D82A}">
                    <a16:rowId xmlns:a16="http://schemas.microsoft.com/office/drawing/2014/main" val="1936271751"/>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get-interface-dependency-table</a:t>
                      </a:r>
                    </a:p>
                  </a:txBody>
                  <a:tcPr marL="137900" marR="82740" marT="82740" marB="827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 </a:t>
                      </a: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Structural dependency extraction</a:t>
                      </a:r>
                    </a:p>
                  </a:txBody>
                  <a:tcPr marL="137900" marR="82740" marT="82740" marB="82740" anchor="ctr"/>
                </a:tc>
                <a:extLst>
                  <a:ext uri="{0D108BD9-81ED-4DB2-BD59-A6C34878D82A}">
                    <a16:rowId xmlns:a16="http://schemas.microsoft.com/office/drawing/2014/main" val="4238485289"/>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get-sequence-dependency-table</a:t>
                      </a:r>
                    </a:p>
                  </a:txBody>
                  <a:tcPr marL="137900" marR="82740" marT="82740" marB="82740" anchor="ctr"/>
                </a:tc>
                <a:tc>
                  <a:txBody>
                    <a:bodyPr/>
                    <a:lstStyle/>
                    <a:p>
                      <a:pPr>
                        <a:buNone/>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Static Analysis – Sequence / call chain extraction</a:t>
                      </a:r>
                    </a:p>
                  </a:txBody>
                  <a:tcPr marL="137900" marR="82740" marT="82740" marB="82740" anchor="ctr"/>
                </a:tc>
                <a:extLst>
                  <a:ext uri="{0D108BD9-81ED-4DB2-BD59-A6C34878D82A}">
                    <a16:rowId xmlns:a16="http://schemas.microsoft.com/office/drawing/2014/main" val="695541207"/>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200" b="1"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-structural-model</a:t>
                      </a:r>
                    </a:p>
                  </a:txBody>
                  <a:tcPr marL="137900" marR="82740" marT="82740" marB="82740" anchor="ctr"/>
                </a:tc>
                <a:tc>
                  <a:txBody>
                    <a:bodyPr/>
                    <a:lstStyle/>
                    <a:p>
                      <a:pPr>
                        <a:buNone/>
                      </a:pPr>
                      <a:r>
                        <a:rPr lang="en-GB" sz="1200"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v2 Output - BDD/IBD</a:t>
                      </a:r>
                    </a:p>
                  </a:txBody>
                  <a:tcPr marL="137900" marR="82740" marT="82740" marB="82740" anchor="ctr"/>
                </a:tc>
                <a:extLst>
                  <a:ext uri="{0D108BD9-81ED-4DB2-BD59-A6C34878D82A}">
                    <a16:rowId xmlns:a16="http://schemas.microsoft.com/office/drawing/2014/main" val="3840244188"/>
                  </a:ext>
                </a:extLst>
              </a:tr>
              <a:tr h="371955">
                <a:tc>
                  <a:txBody>
                    <a:bodyPr/>
                    <a:lstStyle/>
                    <a:p>
                      <a:pPr>
                        <a:buNone/>
                      </a:pP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200" b="1"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b="1"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-sequence-model</a:t>
                      </a:r>
                    </a:p>
                  </a:txBody>
                  <a:tcPr marL="137900" marR="82740" marT="82740" marB="82740" anchor="ctr"/>
                </a:tc>
                <a:tc>
                  <a:txBody>
                    <a:bodyPr/>
                    <a:lstStyle/>
                    <a:p>
                      <a:pPr>
                        <a:buNone/>
                      </a:pPr>
                      <a:r>
                        <a:rPr lang="en-GB" sz="1200" noProof="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v2 Output - Sequence Diagram</a:t>
                      </a:r>
                    </a:p>
                  </a:txBody>
                  <a:tcPr marL="137900" marR="82740" marT="82740" marB="82740" anchor="ctr"/>
                </a:tc>
                <a:extLst>
                  <a:ext uri="{0D108BD9-81ED-4DB2-BD59-A6C34878D82A}">
                    <a16:rowId xmlns:a16="http://schemas.microsoft.com/office/drawing/2014/main" val="797272443"/>
                  </a:ext>
                </a:extLst>
              </a:tr>
              <a:tr h="371955">
                <a:tc>
                  <a:txBody>
                    <a:bodyPr/>
                    <a:lstStyle/>
                    <a:p>
                      <a:pPr>
                        <a:buNone/>
                      </a:pPr>
                      <a:r>
                        <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add-runtime-instrumentation</a:t>
                      </a:r>
                    </a:p>
                  </a:txBody>
                  <a:tcPr marL="137900" marR="82740" marT="82740" marB="827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 </a:t>
                      </a:r>
                      <a:r>
                        <a:rPr lang="en-GB" sz="1200" dirty="0" err="1">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sz="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probe injection</a:t>
                      </a:r>
                      <a:endParaRPr lang="en-GB" sz="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extLst>
                  <a:ext uri="{0D108BD9-81ED-4DB2-BD59-A6C34878D82A}">
                    <a16:rowId xmlns:a16="http://schemas.microsoft.com/office/drawing/2014/main" val="1589877789"/>
                  </a:ext>
                </a:extLst>
              </a:tr>
              <a:tr h="371955">
                <a:tc>
                  <a:txBody>
                    <a:bodyPr/>
                    <a:lstStyle/>
                    <a:p>
                      <a:pPr>
                        <a:buNone/>
                      </a:pPr>
                      <a:r>
                        <a:rPr lang="nl-NL"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agentic-synthesis</a:t>
                      </a:r>
                      <a:endParaRPr lang="en-GB" sz="1200" b="1"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Evidence judgement, pruning false positives</a:t>
                      </a:r>
                      <a:endParaRPr lang="en-GB" sz="1200" kern="1200" noProof="0" dirty="0">
                        <a:solidFill>
                          <a:schemeClr val="tx1">
                            <a:lumMod val="85000"/>
                            <a:lumOff val="15000"/>
                          </a:schemeClr>
                        </a:solidFill>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37900" marR="82740" marT="82740" marB="82740" anchor="ctr"/>
                </a:tc>
                <a:extLst>
                  <a:ext uri="{0D108BD9-81ED-4DB2-BD59-A6C34878D82A}">
                    <a16:rowId xmlns:a16="http://schemas.microsoft.com/office/drawing/2014/main" val="1654161368"/>
                  </a:ext>
                </a:extLst>
              </a:tr>
            </a:tbl>
          </a:graphicData>
        </a:graphic>
      </p:graphicFrame>
      <p:sp>
        <p:nvSpPr>
          <p:cNvPr id="6" name="TextBox 5">
            <a:extLst>
              <a:ext uri="{FF2B5EF4-FFF2-40B4-BE49-F238E27FC236}">
                <a16:creationId xmlns:a16="http://schemas.microsoft.com/office/drawing/2014/main" id="{F62EAA60-68DE-807D-C5E5-CAD34E20E54E}"/>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7</a:t>
            </a:r>
          </a:p>
        </p:txBody>
      </p:sp>
      <p:sp>
        <p:nvSpPr>
          <p:cNvPr id="8" name="TextBox 7">
            <a:extLst>
              <a:ext uri="{FF2B5EF4-FFF2-40B4-BE49-F238E27FC236}">
                <a16:creationId xmlns:a16="http://schemas.microsoft.com/office/drawing/2014/main" id="{EA4222C4-4043-63BF-D489-A9966694E43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297803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Four Evaluation Scenarios</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were</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err="1">
                <a:latin typeface="Sans Serif Collection" panose="020B0502040504020204" pitchFamily="34" charset="0"/>
                <a:ea typeface="Sans Serif Collection" panose="020B0502040504020204" pitchFamily="34" charset="0"/>
                <a:cs typeface="Sans Serif Collection" panose="020B0502040504020204" pitchFamily="34" charset="0"/>
              </a:rPr>
              <a:t>Selected</a:t>
            </a:r>
            <a:endParaRPr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BEF7BFC5-D2EA-7D6A-4FF6-A213076BD6C0}"/>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8</a:t>
            </a:r>
          </a:p>
        </p:txBody>
      </p:sp>
      <p:sp>
        <p:nvSpPr>
          <p:cNvPr id="5" name="TextBox 4">
            <a:extLst>
              <a:ext uri="{FF2B5EF4-FFF2-40B4-BE49-F238E27FC236}">
                <a16:creationId xmlns:a16="http://schemas.microsoft.com/office/drawing/2014/main" id="{2EFDC53F-4B81-85FE-06C0-62DEE2D6CE0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6" name="Table 5">
            <a:extLst>
              <a:ext uri="{FF2B5EF4-FFF2-40B4-BE49-F238E27FC236}">
                <a16:creationId xmlns:a16="http://schemas.microsoft.com/office/drawing/2014/main" id="{7543644A-209D-E4C1-2BAC-78135FD641E7}"/>
              </a:ext>
            </a:extLst>
          </p:cNvPr>
          <p:cNvGraphicFramePr>
            <a:graphicFrameLocks noGrp="1"/>
          </p:cNvGraphicFramePr>
          <p:nvPr>
            <p:extLst>
              <p:ext uri="{D42A27DB-BD31-4B8C-83A1-F6EECF244321}">
                <p14:modId xmlns:p14="http://schemas.microsoft.com/office/powerpoint/2010/main" val="2499938066"/>
              </p:ext>
            </p:extLst>
          </p:nvPr>
        </p:nvGraphicFramePr>
        <p:xfrm>
          <a:off x="1436547" y="1821896"/>
          <a:ext cx="9235086" cy="3675483"/>
        </p:xfrm>
        <a:graphic>
          <a:graphicData uri="http://schemas.openxmlformats.org/drawingml/2006/table">
            <a:tbl>
              <a:tblPr firstRow="1" bandRow="1">
                <a:tableStyleId>{00A15C55-8517-42AA-B614-E9B94910E393}</a:tableStyleId>
              </a:tblPr>
              <a:tblGrid>
                <a:gridCol w="1083369">
                  <a:extLst>
                    <a:ext uri="{9D8B030D-6E8A-4147-A177-3AD203B41FA5}">
                      <a16:colId xmlns:a16="http://schemas.microsoft.com/office/drawing/2014/main" val="3317597387"/>
                    </a:ext>
                  </a:extLst>
                </a:gridCol>
                <a:gridCol w="1272451">
                  <a:extLst>
                    <a:ext uri="{9D8B030D-6E8A-4147-A177-3AD203B41FA5}">
                      <a16:colId xmlns:a16="http://schemas.microsoft.com/office/drawing/2014/main" val="1082157230"/>
                    </a:ext>
                  </a:extLst>
                </a:gridCol>
                <a:gridCol w="2307266">
                  <a:extLst>
                    <a:ext uri="{9D8B030D-6E8A-4147-A177-3AD203B41FA5}">
                      <a16:colId xmlns:a16="http://schemas.microsoft.com/office/drawing/2014/main" val="3974945007"/>
                    </a:ext>
                  </a:extLst>
                </a:gridCol>
                <a:gridCol w="4572000">
                  <a:extLst>
                    <a:ext uri="{9D8B030D-6E8A-4147-A177-3AD203B41FA5}">
                      <a16:colId xmlns:a16="http://schemas.microsoft.com/office/drawing/2014/main" val="1857059950"/>
                    </a:ext>
                  </a:extLst>
                </a:gridCol>
              </a:tblGrid>
              <a:tr h="591695">
                <a:tc>
                  <a:txBody>
                    <a:bodyPr/>
                    <a:lstStyle/>
                    <a:p>
                      <a:r>
                        <a:rPr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Scenario</a:t>
                      </a:r>
                    </a:p>
                  </a:txBody>
                  <a:tcPr anchor="ctr"/>
                </a:tc>
                <a:tc>
                  <a:txBody>
                    <a:bodyPr/>
                    <a:lstStyle/>
                    <a:p>
                      <a:r>
                        <a:rPr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Nature</a:t>
                      </a:r>
                    </a:p>
                  </a:txBody>
                  <a:tcPr anchor="ctr"/>
                </a:tc>
                <a:tc>
                  <a:txBody>
                    <a:bodyPr/>
                    <a:lstStyle/>
                    <a:p>
                      <a:r>
                        <a:rPr sz="1600" b="1" dirty="0">
                          <a:latin typeface="Sans Serif Collection" panose="020B0502040504020204" pitchFamily="34" charset="0"/>
                          <a:ea typeface="Sans Serif Collection" panose="020B0502040504020204" pitchFamily="34" charset="0"/>
                          <a:cs typeface="Sans Serif Collection" panose="020B0502040504020204" pitchFamily="34" charset="0"/>
                        </a:rPr>
                        <a:t>What it exercises</a:t>
                      </a:r>
                    </a:p>
                  </a:txBody>
                  <a:tcPr anchor="ctr"/>
                </a:tc>
                <a:tc>
                  <a:txBody>
                    <a:bodyPr/>
                    <a:lstStyle/>
                    <a:p>
                      <a:r>
                        <a:rPr lang="en-GB" sz="1600" b="1" kern="1200" dirty="0">
                          <a:solidFill>
                            <a:schemeClr val="lt1"/>
                          </a:solidFill>
                          <a:latin typeface="Sans Serif Collection" panose="020B0502040504020204" pitchFamily="34" charset="0"/>
                          <a:ea typeface="Sans Serif Collection" panose="020B0502040504020204" pitchFamily="34" charset="0"/>
                          <a:cs typeface="Sans Serif Collection" panose="020B0502040504020204" pitchFamily="34" charset="0"/>
                        </a:rPr>
                        <a:t>Test Case Reference</a:t>
                      </a:r>
                    </a:p>
                  </a:txBody>
                  <a:tcPr anchor="ctr"/>
                </a:tc>
                <a:extLst>
                  <a:ext uri="{0D108BD9-81ED-4DB2-BD59-A6C34878D82A}">
                    <a16:rowId xmlns:a16="http://schemas.microsoft.com/office/drawing/2014/main" val="1687419732"/>
                  </a:ext>
                </a:extLst>
              </a:tr>
              <a:tr h="607289">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S1</a:t>
                      </a:r>
                    </a:p>
                  </a:txBody>
                  <a:tcPr anchor="ctr"/>
                </a:tc>
                <a:tc>
                  <a:txBody>
                    <a:bodyPr/>
                    <a:lstStyle/>
                    <a:p>
                      <a:pPr marL="0" algn="l" defTabSz="914400" rtl="0" eaLnBrk="1" latinLnBrk="0" hangingPunct="1"/>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Pre-</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a:t>
                      </a:r>
                      <a:endPar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tc>
                  <a:txBody>
                    <a:bodyPr/>
                    <a:lstStyle/>
                    <a:p>
                      <a:pPr marL="0" algn="l" defTabSz="914400" rtl="0" eaLnBrk="1" latinLnBrk="0" hangingPunct="1"/>
                      <a:r>
                        <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Aggregation cha</a:t>
                      </a:r>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in</a:t>
                      </a:r>
                    </a:p>
                  </a:txBody>
                  <a:tcPr anchor="ctr"/>
                </a:tc>
                <a:tc>
                  <a:txBody>
                    <a:bodyPr/>
                    <a:lstStyle/>
                    <a:p>
                      <a:pPr marL="0" algn="l" defTabSz="914400" rtl="0" eaLnBrk="1" latinLnBrk="0" hangingPunct="1">
                        <a:buNone/>
                      </a:pP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RunnerTest.cpp</a:t>
                      </a:r>
                      <a:b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Runner Test"</a:t>
                      </a:r>
                      <a:endPar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12700" marR="12700" marT="12700" marB="12700" anchor="ctr"/>
                </a:tc>
                <a:extLst>
                  <a:ext uri="{0D108BD9-81ED-4DB2-BD59-A6C34878D82A}">
                    <a16:rowId xmlns:a16="http://schemas.microsoft.com/office/drawing/2014/main" val="1138243158"/>
                  </a:ext>
                </a:extLst>
              </a:tr>
              <a:tr h="872671">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S2</a:t>
                      </a:r>
                    </a:p>
                  </a:txBody>
                  <a:tcPr anchor="ctr"/>
                </a:tc>
                <a:tc>
                  <a:txBody>
                    <a:bodyPr/>
                    <a:lstStyle/>
                    <a:p>
                      <a:pPr marL="0" algn="l" defTabSz="914400" rtl="0" eaLnBrk="1" latinLnBrk="0" hangingPunct="1"/>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Pre-</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a:t>
                      </a:r>
                      <a:endPar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Config mapping</a:t>
                      </a:r>
                    </a:p>
                  </a:txBody>
                  <a:tcPr anchor="ctr"/>
                </a:tc>
                <a:tc>
                  <a:txBody>
                    <a:bodyPr/>
                    <a:lstStyle/>
                    <a:p>
                      <a:pPr marL="0" algn="l" defTabSz="914400" rtl="0" eaLnBrk="1" latinLnBrk="0" hangingPunct="1"/>
                      <a:r>
                        <a:rPr lang="nl-NL"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PropertyMapperTest.cpp</a:t>
                      </a:r>
                      <a:b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All</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TEST_CASES (</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one</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per property type)</a:t>
                      </a:r>
                      <a:endPar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extLst>
                  <a:ext uri="{0D108BD9-81ED-4DB2-BD59-A6C34878D82A}">
                    <a16:rowId xmlns:a16="http://schemas.microsoft.com/office/drawing/2014/main" val="1488196117"/>
                  </a:ext>
                </a:extLst>
              </a:tr>
              <a:tr h="801914">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S3</a:t>
                      </a:r>
                    </a:p>
                  </a:txBody>
                  <a:tcPr anchor="ctr"/>
                </a:tc>
                <a:tc>
                  <a:txBody>
                    <a:bodyPr/>
                    <a:lstStyle/>
                    <a:p>
                      <a:pPr marL="0" algn="l" defTabSz="914400" rtl="0" eaLnBrk="1" latinLnBrk="0" hangingPunct="1"/>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Pre-</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existing</a:t>
                      </a:r>
                      <a:endPar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Multi-component runner</a:t>
                      </a:r>
                    </a:p>
                  </a:txBody>
                  <a:tcPr anchor="ctr"/>
                </a:tc>
                <a:tc>
                  <a:txBody>
                    <a:bodyPr/>
                    <a:lstStyle/>
                    <a:p>
                      <a:pPr marL="0" algn="l" defTabSz="914400" rtl="0" eaLnBrk="1" latinLnBrk="0" hangingPunct="1"/>
                      <a:r>
                        <a:rPr lang="nl-NL"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RunnerTest.cpp  </a:t>
                      </a:r>
                      <a:r>
                        <a:rPr lang="nl-NL" sz="1400" b="1"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and</a:t>
                      </a:r>
                      <a:r>
                        <a:rPr lang="nl-NL"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IPCTest.cpp</a:t>
                      </a:r>
                      <a:b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nl-NL" sz="14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a:t>
                      </a: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Runner Test", "IPC Test 1"</a:t>
                      </a:r>
                      <a:endPar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extLst>
                  <a:ext uri="{0D108BD9-81ED-4DB2-BD59-A6C34878D82A}">
                    <a16:rowId xmlns:a16="http://schemas.microsoft.com/office/drawing/2014/main" val="1452621448"/>
                  </a:ext>
                </a:extLst>
              </a:tr>
              <a:tr h="801914">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S4</a:t>
                      </a: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Constructed</a:t>
                      </a:r>
                    </a:p>
                  </a:txBody>
                  <a:tcPr anchor="ct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Publish/subscribe dual-gap fault path</a:t>
                      </a:r>
                    </a:p>
                  </a:txBody>
                  <a:tcPr anchor="ctr"/>
                </a:tc>
                <a:tc>
                  <a:txBody>
                    <a:bodyPr/>
                    <a:lstStyle/>
                    <a:p>
                      <a:pPr marL="0" algn="l" defTabSz="914400" rtl="0" eaLnBrk="1" latinLnBrk="0" hangingPunct="1"/>
                      <a:r>
                        <a:rPr lang="nl-NL"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StageEventBridgeTest.cpp</a:t>
                      </a:r>
                      <a:b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nl-NL"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"Stage Event Bridge Pub-Sub Routing"</a:t>
                      </a:r>
                      <a:endPar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nchor="ctr"/>
                </a:tc>
                <a:extLst>
                  <a:ext uri="{0D108BD9-81ED-4DB2-BD59-A6C34878D82A}">
                    <a16:rowId xmlns:a16="http://schemas.microsoft.com/office/drawing/2014/main" val="729570164"/>
                  </a:ext>
                </a:extLst>
              </a:tr>
            </a:tbl>
          </a:graphicData>
        </a:graphic>
      </p:graphicFrame>
    </p:spTree>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D3F8F970-CA33-DCA4-E937-E4720988CCF9}"/>
              </a:ext>
            </a:extLst>
          </p:cNvPr>
          <p:cNvPicPr>
            <a:picLocks noGrp="1" noChangeAspect="1"/>
          </p:cNvPicPr>
          <p:nvPr>
            <p:ph sz="quarter" idx="11"/>
          </p:nvPr>
        </p:nvPicPr>
        <p:blipFill>
          <a:blip r:embed="rId2"/>
          <a:stretch>
            <a:fillRect/>
          </a:stretch>
        </p:blipFill>
        <p:spPr>
          <a:xfrm>
            <a:off x="6308726" y="2334030"/>
            <a:ext cx="5305821" cy="2695169"/>
          </a:xfrm>
          <a:prstGeom prst="rect">
            <a:avLst/>
          </a:prstGeom>
        </p:spPr>
      </p:pic>
      <p:pic>
        <p:nvPicPr>
          <p:cNvPr id="8" name="Content Placeholder 7">
            <a:extLst>
              <a:ext uri="{FF2B5EF4-FFF2-40B4-BE49-F238E27FC236}">
                <a16:creationId xmlns:a16="http://schemas.microsoft.com/office/drawing/2014/main" id="{AB6993C9-EF92-9AE2-6550-5168BD9C0BA2}"/>
              </a:ext>
            </a:extLst>
          </p:cNvPr>
          <p:cNvPicPr>
            <a:picLocks noGrp="1" noChangeAspect="1"/>
          </p:cNvPicPr>
          <p:nvPr>
            <p:ph sz="quarter" idx="10"/>
          </p:nvPr>
        </p:nvPicPr>
        <p:blipFill>
          <a:blip r:embed="rId3"/>
          <a:stretch>
            <a:fillRect/>
          </a:stretch>
        </p:blipFill>
        <p:spPr>
          <a:xfrm>
            <a:off x="428158" y="2334031"/>
            <a:ext cx="5667842" cy="3590520"/>
          </a:xfrm>
          <a:prstGeom prst="rect">
            <a:avLst/>
          </a:prstGeom>
        </p:spPr>
      </p:pic>
      <p:pic>
        <p:nvPicPr>
          <p:cNvPr id="16" name="Picture 15">
            <a:extLst>
              <a:ext uri="{FF2B5EF4-FFF2-40B4-BE49-F238E27FC236}">
                <a16:creationId xmlns:a16="http://schemas.microsoft.com/office/drawing/2014/main" id="{9CD4E56B-6AFC-F01A-AA48-D5406A1505A7}"/>
              </a:ext>
            </a:extLst>
          </p:cNvPr>
          <p:cNvPicPr>
            <a:picLocks noChangeAspect="1"/>
          </p:cNvPicPr>
          <p:nvPr/>
        </p:nvPicPr>
        <p:blipFill>
          <a:blip r:embed="rId4"/>
          <a:stretch>
            <a:fillRect/>
          </a:stretch>
        </p:blipFill>
        <p:spPr>
          <a:xfrm>
            <a:off x="5712858" y="2387936"/>
            <a:ext cx="5973235" cy="3069889"/>
          </a:xfrm>
          <a:prstGeom prst="rect">
            <a:avLst/>
          </a:prstGeom>
        </p:spPr>
      </p:pic>
      <p:pic>
        <p:nvPicPr>
          <p:cNvPr id="14" name="Picture 13">
            <a:extLst>
              <a:ext uri="{FF2B5EF4-FFF2-40B4-BE49-F238E27FC236}">
                <a16:creationId xmlns:a16="http://schemas.microsoft.com/office/drawing/2014/main" id="{819CB94B-7A11-9D9B-B145-F3F0C72E2E1B}"/>
              </a:ext>
            </a:extLst>
          </p:cNvPr>
          <p:cNvPicPr>
            <a:picLocks noChangeAspect="1"/>
          </p:cNvPicPr>
          <p:nvPr/>
        </p:nvPicPr>
        <p:blipFill>
          <a:blip r:embed="rId5"/>
          <a:stretch>
            <a:fillRect/>
          </a:stretch>
        </p:blipFill>
        <p:spPr>
          <a:xfrm>
            <a:off x="505908" y="2334031"/>
            <a:ext cx="5102692" cy="3651541"/>
          </a:xfrm>
          <a:prstGeom prst="rect">
            <a:avLst/>
          </a:prstGeom>
        </p:spPr>
      </p:pic>
      <p:sp>
        <p:nvSpPr>
          <p:cNvPr id="2" name="Title 1">
            <a:extLst>
              <a:ext uri="{FF2B5EF4-FFF2-40B4-BE49-F238E27FC236}">
                <a16:creationId xmlns:a16="http://schemas.microsoft.com/office/drawing/2014/main" id="{AEADC854-5E2F-BDB8-FF94-963110FBE4C7}"/>
              </a:ext>
            </a:extLst>
          </p:cNvPr>
          <p:cNvSpPr>
            <a:spLocks noGrp="1"/>
          </p:cNvSpPr>
          <p:nvPr>
            <p:ph type="title"/>
          </p:nvPr>
        </p:nvSpPr>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Reference Diagrams - Ground Truths</a:t>
            </a:r>
          </a:p>
        </p:txBody>
      </p:sp>
      <p:sp>
        <p:nvSpPr>
          <p:cNvPr id="11" name="TextBox 10">
            <a:extLst>
              <a:ext uri="{FF2B5EF4-FFF2-40B4-BE49-F238E27FC236}">
                <a16:creationId xmlns:a16="http://schemas.microsoft.com/office/drawing/2014/main" id="{5074E685-A21D-79BB-D884-FB494599D09E}"/>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8</a:t>
            </a:r>
          </a:p>
        </p:txBody>
      </p:sp>
      <p:sp>
        <p:nvSpPr>
          <p:cNvPr id="12" name="TextBox 11">
            <a:extLst>
              <a:ext uri="{FF2B5EF4-FFF2-40B4-BE49-F238E27FC236}">
                <a16:creationId xmlns:a16="http://schemas.microsoft.com/office/drawing/2014/main" id="{BFD5DEAC-2CCE-8107-E8A1-3F655334B653}"/>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860189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EA4BD-C045-D678-F555-4BD7EA8E12F4}"/>
              </a:ext>
            </a:extLst>
          </p:cNvPr>
          <p:cNvSpPr>
            <a:spLocks noGrp="1"/>
          </p:cNvSpPr>
          <p:nvPr>
            <p:ph type="title"/>
          </p:nvPr>
        </p:nvSpPr>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Ground Truth Explanation</a:t>
            </a:r>
          </a:p>
        </p:txBody>
      </p:sp>
      <p:pic>
        <p:nvPicPr>
          <p:cNvPr id="8" name="Content Placeholder 7">
            <a:extLst>
              <a:ext uri="{FF2B5EF4-FFF2-40B4-BE49-F238E27FC236}">
                <a16:creationId xmlns:a16="http://schemas.microsoft.com/office/drawing/2014/main" id="{07DEE5D7-2F88-B852-FB2A-3175B8EF5E50}"/>
              </a:ext>
            </a:extLst>
          </p:cNvPr>
          <p:cNvPicPr>
            <a:picLocks noGrp="1" noChangeAspect="1"/>
          </p:cNvPicPr>
          <p:nvPr>
            <p:ph sz="quarter" idx="10"/>
          </p:nvPr>
        </p:nvPicPr>
        <p:blipFill>
          <a:blip r:embed="rId2"/>
          <a:stretch>
            <a:fillRect/>
          </a:stretch>
        </p:blipFill>
        <p:spPr>
          <a:xfrm>
            <a:off x="428625" y="2124073"/>
            <a:ext cx="6160095" cy="3902357"/>
          </a:xfrm>
          <a:prstGeom prst="rect">
            <a:avLst/>
          </a:prstGeom>
        </p:spPr>
      </p:pic>
      <p:sp>
        <p:nvSpPr>
          <p:cNvPr id="9" name="TextBox 8">
            <a:extLst>
              <a:ext uri="{FF2B5EF4-FFF2-40B4-BE49-F238E27FC236}">
                <a16:creationId xmlns:a16="http://schemas.microsoft.com/office/drawing/2014/main" id="{5D323234-7F1E-72FC-26CB-1022A39C37E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8</a:t>
            </a:r>
          </a:p>
        </p:txBody>
      </p:sp>
      <p:sp>
        <p:nvSpPr>
          <p:cNvPr id="10" name="TextBox 9">
            <a:extLst>
              <a:ext uri="{FF2B5EF4-FFF2-40B4-BE49-F238E27FC236}">
                <a16:creationId xmlns:a16="http://schemas.microsoft.com/office/drawing/2014/main" id="{E186F6DE-281F-2DD9-610A-54263FD28D24}"/>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6" name="Picture 15">
            <a:extLst>
              <a:ext uri="{FF2B5EF4-FFF2-40B4-BE49-F238E27FC236}">
                <a16:creationId xmlns:a16="http://schemas.microsoft.com/office/drawing/2014/main" id="{43CFF186-DD5B-59EB-CDBB-02E7DAD8AFC0}"/>
              </a:ext>
            </a:extLst>
          </p:cNvPr>
          <p:cNvPicPr>
            <a:picLocks noChangeAspect="1"/>
          </p:cNvPicPr>
          <p:nvPr/>
        </p:nvPicPr>
        <p:blipFill>
          <a:blip r:embed="rId3"/>
          <a:stretch>
            <a:fillRect/>
          </a:stretch>
        </p:blipFill>
        <p:spPr>
          <a:xfrm>
            <a:off x="6651035" y="1779304"/>
            <a:ext cx="4888864" cy="4247127"/>
          </a:xfrm>
          <a:prstGeom prst="rect">
            <a:avLst/>
          </a:prstGeom>
        </p:spPr>
      </p:pic>
      <p:pic>
        <p:nvPicPr>
          <p:cNvPr id="18" name="Picture 17">
            <a:extLst>
              <a:ext uri="{FF2B5EF4-FFF2-40B4-BE49-F238E27FC236}">
                <a16:creationId xmlns:a16="http://schemas.microsoft.com/office/drawing/2014/main" id="{9289B3CA-FD2E-1AAF-9DDB-FBCD6B6BD907}"/>
              </a:ext>
            </a:extLst>
          </p:cNvPr>
          <p:cNvPicPr>
            <a:picLocks noChangeAspect="1"/>
          </p:cNvPicPr>
          <p:nvPr/>
        </p:nvPicPr>
        <p:blipFill>
          <a:blip r:embed="rId4"/>
          <a:stretch>
            <a:fillRect/>
          </a:stretch>
        </p:blipFill>
        <p:spPr>
          <a:xfrm>
            <a:off x="7231678" y="1693419"/>
            <a:ext cx="3649757" cy="4679468"/>
          </a:xfrm>
          <a:prstGeom prst="rect">
            <a:avLst/>
          </a:prstGeom>
        </p:spPr>
      </p:pic>
      <p:pic>
        <p:nvPicPr>
          <p:cNvPr id="22" name="Picture 21">
            <a:extLst>
              <a:ext uri="{FF2B5EF4-FFF2-40B4-BE49-F238E27FC236}">
                <a16:creationId xmlns:a16="http://schemas.microsoft.com/office/drawing/2014/main" id="{247C21D5-4C8F-F05C-56D3-AF649F62EB45}"/>
              </a:ext>
            </a:extLst>
          </p:cNvPr>
          <p:cNvPicPr>
            <a:picLocks noChangeAspect="1"/>
          </p:cNvPicPr>
          <p:nvPr/>
        </p:nvPicPr>
        <p:blipFill>
          <a:blip r:embed="rId5"/>
          <a:stretch>
            <a:fillRect/>
          </a:stretch>
        </p:blipFill>
        <p:spPr>
          <a:xfrm>
            <a:off x="6651035" y="1922715"/>
            <a:ext cx="5007565" cy="3866780"/>
          </a:xfrm>
          <a:prstGeom prst="rect">
            <a:avLst/>
          </a:prstGeom>
        </p:spPr>
      </p:pic>
    </p:spTree>
    <p:extLst>
      <p:ext uri="{BB962C8B-B14F-4D97-AF65-F5344CB8AC3E}">
        <p14:creationId xmlns:p14="http://schemas.microsoft.com/office/powerpoint/2010/main" val="1776051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B503F-C8C7-1E25-4E1F-9A0CBEAF0E0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A558886-49C0-70C3-CFE9-C9529F2E70A5}"/>
              </a:ext>
            </a:extLst>
          </p:cNvPr>
          <p:cNvSpPr>
            <a:spLocks noGrp="1"/>
          </p:cNvSpPr>
          <p:nvPr>
            <p:ph type="title"/>
          </p:nvPr>
        </p:nvSpPr>
        <p:spPr>
          <a:xfrm>
            <a:off x="566058" y="371623"/>
            <a:ext cx="9762309" cy="1163190"/>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Methodology </a:t>
            </a:r>
            <a:r>
              <a:rPr lang="en-GB" sz="4400" dirty="0">
                <a:latin typeface="Sans Serif Collection" panose="020B0502040504020204" pitchFamily="34" charset="0"/>
                <a:ea typeface="Sans Serif Collection" panose="020B0502040504020204" pitchFamily="34" charset="0"/>
                <a:cs typeface="Sans Serif Collection" panose="020B0502040504020204" pitchFamily="34" charset="0"/>
              </a:rPr>
              <a:t>- The Hybrid Pipeline </a:t>
            </a:r>
          </a:p>
        </p:txBody>
      </p:sp>
      <p:sp>
        <p:nvSpPr>
          <p:cNvPr id="36" name="TextBox 35">
            <a:extLst>
              <a:ext uri="{FF2B5EF4-FFF2-40B4-BE49-F238E27FC236}">
                <a16:creationId xmlns:a16="http://schemas.microsoft.com/office/drawing/2014/main" id="{27174933-27B1-ABED-4ADC-9C0AD7B6F927}"/>
              </a:ext>
            </a:extLst>
          </p:cNvPr>
          <p:cNvSpPr txBox="1"/>
          <p:nvPr/>
        </p:nvSpPr>
        <p:spPr>
          <a:xfrm>
            <a:off x="434885" y="4939009"/>
            <a:ext cx="10549140" cy="1129796"/>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400" b="1"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Final status:</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All six stages complete, evaluated across four </a:t>
            </a:r>
            <a:r>
              <a:rPr kumimoji="0" lang="en-GB" sz="1400" b="0" i="0" u="none" strike="noStrike" kern="1200" cap="none" spc="0" normalizeH="0" baseline="0" noProof="0" dirty="0" err="1">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kumimoji="0" lang="en-GB" sz="1400" b="0"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 scenarios (S1–S4) + An exploratory practitioner session on a second, much larger industrial codebase.</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prstClr val="black">
                    <a:lumMod val="65000"/>
                    <a:lumOff val="35000"/>
                  </a:prstClr>
                </a:solidFill>
                <a:effectLst/>
                <a:uLnTx/>
                <a:uFillTx/>
                <a:latin typeface="Sans Serif Collection" panose="020B0502040504020204" pitchFamily="34" charset="0"/>
                <a:ea typeface="Sans Serif Collection" panose="020B0502040504020204" pitchFamily="34" charset="0"/>
                <a:cs typeface="Sans Serif Collection" panose="020B0502040504020204" pitchFamily="34" charset="0"/>
              </a:rPr>
              <a:t>Three hypotheses H1, H2, H3 were confirmed.</a:t>
            </a:r>
          </a:p>
        </p:txBody>
      </p:sp>
      <p:sp>
        <p:nvSpPr>
          <p:cNvPr id="22" name="TextBox 21">
            <a:extLst>
              <a:ext uri="{FF2B5EF4-FFF2-40B4-BE49-F238E27FC236}">
                <a16:creationId xmlns:a16="http://schemas.microsoft.com/office/drawing/2014/main" id="{5BA40749-1B04-F722-0888-E58432F7203F}"/>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6</a:t>
            </a:r>
          </a:p>
        </p:txBody>
      </p:sp>
      <p:sp>
        <p:nvSpPr>
          <p:cNvPr id="23" name="TextBox 22">
            <a:extLst>
              <a:ext uri="{FF2B5EF4-FFF2-40B4-BE49-F238E27FC236}">
                <a16:creationId xmlns:a16="http://schemas.microsoft.com/office/drawing/2014/main" id="{0D36927F-FBEE-328A-A0AA-07B023875711}"/>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2" name="Diagram 1">
            <a:extLst>
              <a:ext uri="{FF2B5EF4-FFF2-40B4-BE49-F238E27FC236}">
                <a16:creationId xmlns:a16="http://schemas.microsoft.com/office/drawing/2014/main" id="{4F29B389-FF29-8DEA-573B-B456D3A7C7FB}"/>
              </a:ext>
            </a:extLst>
          </p:cNvPr>
          <p:cNvGraphicFramePr/>
          <p:nvPr>
            <p:extLst>
              <p:ext uri="{D42A27DB-BD31-4B8C-83A1-F6EECF244321}">
                <p14:modId xmlns:p14="http://schemas.microsoft.com/office/powerpoint/2010/main" val="2092698194"/>
              </p:ext>
            </p:extLst>
          </p:nvPr>
        </p:nvGraphicFramePr>
        <p:xfrm>
          <a:off x="779520" y="1698940"/>
          <a:ext cx="10549140" cy="32400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61900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415"/>
            <a:ext cx="10331450" cy="1531525"/>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1 </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Static Extraction: C++ → Property Graph</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88880" y="320040"/>
            <a:ext cx="1737360" cy="384048"/>
          </a:xfrm>
          <a:prstGeom prst="rect">
            <a:avLst/>
          </a:prstGeom>
          <a:noFill/>
        </p:spPr>
        <p:txBody>
          <a:bodyPr wrap="square" lIns="45720" tIns="18288" rIns="45720" bIns="18288" anchor="ctr">
            <a:spAutoFit/>
          </a:bodyPr>
          <a:lstStyle/>
          <a:p>
            <a:pPr algn="ctr"/>
            <a:r>
              <a:rPr sz="1200" b="1" i="0">
                <a:solidFill>
                  <a:srgbClr val="FFFFFF"/>
                </a:solidFill>
                <a:latin typeface="Calibri"/>
              </a:rPr>
              <a:t>STAGE 1 / 6</a:t>
            </a:r>
          </a:p>
        </p:txBody>
      </p:sp>
      <p:sp>
        <p:nvSpPr>
          <p:cNvPr id="8" name="TextBox 7"/>
          <p:cNvSpPr txBox="1"/>
          <p:nvPr/>
        </p:nvSpPr>
        <p:spPr>
          <a:xfrm>
            <a:off x="457200" y="2331720"/>
            <a:ext cx="11247120" cy="467820"/>
          </a:xfrm>
          <a:prstGeom prst="rect">
            <a:avLst/>
          </a:prstGeom>
          <a:noFill/>
        </p:spPr>
        <p:txBody>
          <a:bodyPr wrap="square" lIns="45720" tIns="18288" rIns="45720" bIns="18288" anchor="t">
            <a:spAutoFit/>
          </a:bodyPr>
          <a:lstStyle/>
          <a:p>
            <a:pPr algn="l"/>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Renaissance</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tool</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parses the whole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codebase</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into a Neo4j property graph: one node per declaration, definition, header, source file and folder</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O</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ne edge per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CppCalls</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CppContains</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CppUses</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 Include / Source /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ParentFolder</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relationship.</a:t>
            </a:r>
          </a:p>
        </p:txBody>
      </p:sp>
      <p:sp>
        <p:nvSpPr>
          <p:cNvPr id="9" name="Rounded Rectangle 8"/>
          <p:cNvSpPr/>
          <p:nvPr/>
        </p:nvSpPr>
        <p:spPr>
          <a:xfrm>
            <a:off x="1145309" y="3592116"/>
            <a:ext cx="1923924" cy="777240"/>
          </a:xfrm>
          <a:prstGeom prst="roundRect">
            <a:avLst>
              <a:gd name="adj" fmla="val 4000"/>
            </a:avLst>
          </a:prstGeom>
          <a:solidFill>
            <a:srgbClr val="E4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28188" y="3683556"/>
            <a:ext cx="1741045" cy="606320"/>
          </a:xfrm>
          <a:prstGeom prst="rect">
            <a:avLst/>
          </a:prstGeom>
          <a:noFill/>
        </p:spPr>
        <p:txBody>
          <a:bodyPr wrap="square" lIns="45720" tIns="18288" rIns="45720" bIns="18288" anchor="t">
            <a:spAutoFit/>
          </a:bodyPr>
          <a:lstStyle/>
          <a:p>
            <a:pPr algn="l"/>
            <a:r>
              <a:rPr sz="2600" b="1" i="0" dirty="0">
                <a:solidFill>
                  <a:srgbClr val="55736D"/>
                </a:solidFill>
                <a:latin typeface="Calibri"/>
              </a:rPr>
              <a:t>67,104</a:t>
            </a:r>
          </a:p>
          <a:p>
            <a:pPr algn="l"/>
            <a:r>
              <a:rPr sz="1100" b="0" i="0" dirty="0">
                <a:solidFill>
                  <a:srgbClr val="5A636E"/>
                </a:solidFill>
                <a:latin typeface="Calibri"/>
              </a:rPr>
              <a:t>nodes in the </a:t>
            </a:r>
            <a:r>
              <a:rPr lang="nl-NL" sz="1100" b="0" i="0" dirty="0">
                <a:solidFill>
                  <a:srgbClr val="5A636E"/>
                </a:solidFill>
                <a:latin typeface="Calibri"/>
              </a:rPr>
              <a:t>property</a:t>
            </a:r>
            <a:r>
              <a:rPr sz="1100" b="0" i="0" dirty="0">
                <a:solidFill>
                  <a:srgbClr val="5A636E"/>
                </a:solidFill>
                <a:latin typeface="Calibri"/>
              </a:rPr>
              <a:t> graph</a:t>
            </a:r>
          </a:p>
        </p:txBody>
      </p:sp>
      <p:sp>
        <p:nvSpPr>
          <p:cNvPr id="11" name="Rounded Rectangle 10"/>
          <p:cNvSpPr/>
          <p:nvPr/>
        </p:nvSpPr>
        <p:spPr>
          <a:xfrm>
            <a:off x="4184073" y="3012948"/>
            <a:ext cx="6862618" cy="1920240"/>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21233" y="3104388"/>
            <a:ext cx="7772400" cy="1737360"/>
          </a:xfrm>
          <a:prstGeom prst="rect">
            <a:avLst/>
          </a:prstGeom>
          <a:noFill/>
        </p:spPr>
        <p:txBody>
          <a:bodyPr wrap="square">
            <a:spAutoFit/>
          </a:bodyPr>
          <a:lstStyle/>
          <a:p>
            <a:pPr>
              <a:spcAft>
                <a:spcPts val="100"/>
              </a:spcAft>
            </a:pPr>
            <a:r>
              <a:rPr sz="1100" dirty="0">
                <a:solidFill>
                  <a:srgbClr val="ECE8DD"/>
                </a:solidFill>
                <a:latin typeface="Consolas"/>
              </a:rPr>
              <a:t>type=</a:t>
            </a:r>
            <a:r>
              <a:rPr sz="1100" dirty="0" err="1">
                <a:solidFill>
                  <a:srgbClr val="ECE8DD"/>
                </a:solidFill>
                <a:latin typeface="Consolas"/>
              </a:rPr>
              <a:t>CppCalls</a:t>
            </a:r>
            <a:endParaRPr sz="1100" dirty="0">
              <a:solidFill>
                <a:srgbClr val="ECE8DD"/>
              </a:solidFill>
              <a:latin typeface="Consolas"/>
            </a:endParaRPr>
          </a:p>
          <a:p>
            <a:pPr>
              <a:spcAft>
                <a:spcPts val="100"/>
              </a:spcAft>
            </a:pPr>
            <a:r>
              <a:rPr sz="1100" dirty="0">
                <a:solidFill>
                  <a:srgbClr val="ECE8DD"/>
                </a:solidFill>
                <a:latin typeface="Consolas"/>
              </a:rPr>
              <a:t>source=</a:t>
            </a:r>
            <a:r>
              <a:rPr sz="1100" dirty="0" err="1">
                <a:solidFill>
                  <a:srgbClr val="ECE8DD"/>
                </a:solidFill>
                <a:latin typeface="Consolas"/>
              </a:rPr>
              <a:t>cpp_funcdef</a:t>
            </a:r>
            <a:r>
              <a:rPr sz="1100" dirty="0">
                <a:solidFill>
                  <a:srgbClr val="ECE8DD"/>
                </a:solidFill>
                <a:latin typeface="Consolas"/>
              </a:rPr>
              <a:t>//</a:t>
            </a:r>
            <a:r>
              <a:rPr sz="1100" dirty="0" err="1">
                <a:solidFill>
                  <a:srgbClr val="ECE8DD"/>
                </a:solidFill>
                <a:latin typeface="Consolas"/>
              </a:rPr>
              <a:t>src</a:t>
            </a:r>
            <a:r>
              <a:rPr sz="1100" dirty="0">
                <a:solidFill>
                  <a:srgbClr val="ECE8DD"/>
                </a:solidFill>
                <a:latin typeface="Consolas"/>
              </a:rPr>
              <a:t>/Synchronization/SynchronizedRunner.cpp/</a:t>
            </a:r>
          </a:p>
          <a:p>
            <a:pPr>
              <a:spcAft>
                <a:spcPts val="100"/>
              </a:spcAft>
            </a:pPr>
            <a:r>
              <a:rPr sz="1100" dirty="0">
                <a:solidFill>
                  <a:srgbClr val="ECE8DD"/>
                </a:solidFill>
                <a:latin typeface="Consolas"/>
              </a:rPr>
              <a:t>        </a:t>
            </a:r>
            <a:r>
              <a:rPr sz="1100" dirty="0" err="1">
                <a:solidFill>
                  <a:srgbClr val="ECE8DD"/>
                </a:solidFill>
                <a:latin typeface="Consolas"/>
              </a:rPr>
              <a:t>SynchronizedRunner.runSynchronized</a:t>
            </a:r>
            <a:endParaRPr sz="1100" dirty="0">
              <a:solidFill>
                <a:srgbClr val="ECE8DD"/>
              </a:solidFill>
              <a:latin typeface="Consolas"/>
            </a:endParaRPr>
          </a:p>
          <a:p>
            <a:pPr>
              <a:spcAft>
                <a:spcPts val="100"/>
              </a:spcAft>
            </a:pPr>
            <a:r>
              <a:rPr sz="1100" b="1" dirty="0">
                <a:solidFill>
                  <a:srgbClr val="E0B96F"/>
                </a:solidFill>
                <a:latin typeface="Consolas"/>
              </a:rPr>
              <a:t>target=</a:t>
            </a:r>
            <a:r>
              <a:rPr sz="1100" b="1" dirty="0" err="1">
                <a:solidFill>
                  <a:srgbClr val="E0B96F"/>
                </a:solidFill>
                <a:latin typeface="Consolas"/>
              </a:rPr>
              <a:t>cpp_funcdec</a:t>
            </a:r>
            <a:r>
              <a:rPr sz="1100" b="1" dirty="0">
                <a:solidFill>
                  <a:srgbClr val="E0B96F"/>
                </a:solidFill>
                <a:latin typeface="Consolas"/>
              </a:rPr>
              <a:t>//include/</a:t>
            </a:r>
            <a:r>
              <a:rPr sz="1100" b="1" dirty="0" err="1">
                <a:solidFill>
                  <a:srgbClr val="E0B96F"/>
                </a:solidFill>
                <a:latin typeface="Consolas"/>
              </a:rPr>
              <a:t>cpsCore</a:t>
            </a:r>
            <a:r>
              <a:rPr sz="1100" b="1" dirty="0">
                <a:solidFill>
                  <a:srgbClr val="E0B96F"/>
                </a:solidFill>
                <a:latin typeface="Consolas"/>
              </a:rPr>
              <a:t>/Logging/</a:t>
            </a:r>
            <a:r>
              <a:rPr sz="1100" b="1" dirty="0" err="1">
                <a:solidFill>
                  <a:srgbClr val="E0B96F"/>
                </a:solidFill>
                <a:latin typeface="Consolas"/>
              </a:rPr>
              <a:t>CPSLogger.h</a:t>
            </a:r>
            <a:r>
              <a:rPr sz="1100" b="1" dirty="0">
                <a:solidFill>
                  <a:srgbClr val="E0B96F"/>
                </a:solidFill>
                <a:latin typeface="Consolas"/>
              </a:rPr>
              <a:t>/</a:t>
            </a:r>
            <a:r>
              <a:rPr sz="1100" b="1" dirty="0" err="1">
                <a:solidFill>
                  <a:srgbClr val="E0B96F"/>
                </a:solidFill>
                <a:latin typeface="Consolas"/>
              </a:rPr>
              <a:t>CPSLogger.instance</a:t>
            </a:r>
            <a:endParaRPr sz="1100" b="1" dirty="0">
              <a:solidFill>
                <a:srgbClr val="E0B96F"/>
              </a:solidFill>
              <a:latin typeface="Consolas"/>
            </a:endParaRPr>
          </a:p>
          <a:p>
            <a:pPr>
              <a:spcAft>
                <a:spcPts val="100"/>
              </a:spcAft>
            </a:pPr>
            <a:endParaRPr sz="1100" b="1" dirty="0">
              <a:solidFill>
                <a:srgbClr val="E0B96F"/>
              </a:solidFill>
              <a:latin typeface="Consolas"/>
            </a:endParaRPr>
          </a:p>
          <a:p>
            <a:pPr>
              <a:spcAft>
                <a:spcPts val="100"/>
              </a:spcAft>
            </a:pPr>
            <a:r>
              <a:rPr sz="1100" dirty="0">
                <a:solidFill>
                  <a:srgbClr val="ECE8DD"/>
                </a:solidFill>
                <a:latin typeface="Consolas"/>
              </a:rPr>
              <a:t># sibling edge, same call site, different target:</a:t>
            </a:r>
          </a:p>
          <a:p>
            <a:pPr>
              <a:spcAft>
                <a:spcPts val="100"/>
              </a:spcAft>
            </a:pPr>
            <a:r>
              <a:rPr sz="1100" dirty="0">
                <a:solidFill>
                  <a:srgbClr val="ECE8DD"/>
                </a:solidFill>
                <a:latin typeface="Consolas"/>
              </a:rPr>
              <a:t>type=</a:t>
            </a:r>
            <a:r>
              <a:rPr sz="1100" dirty="0" err="1">
                <a:solidFill>
                  <a:srgbClr val="ECE8DD"/>
                </a:solidFill>
                <a:latin typeface="Consolas"/>
              </a:rPr>
              <a:t>CppCalls</a:t>
            </a:r>
            <a:r>
              <a:rPr sz="1100" dirty="0">
                <a:solidFill>
                  <a:srgbClr val="ECE8DD"/>
                </a:solidFill>
                <a:latin typeface="Consolas"/>
              </a:rPr>
              <a:t>  ...  target=.../</a:t>
            </a:r>
            <a:r>
              <a:rPr sz="1100" dirty="0" err="1">
                <a:solidFill>
                  <a:srgbClr val="ECE8DD"/>
                </a:solidFill>
                <a:latin typeface="Consolas"/>
              </a:rPr>
              <a:t>CPSLogger.h</a:t>
            </a:r>
            <a:r>
              <a:rPr sz="1100" dirty="0">
                <a:solidFill>
                  <a:srgbClr val="ECE8DD"/>
                </a:solidFill>
                <a:latin typeface="Consolas"/>
              </a:rPr>
              <a:t>/</a:t>
            </a:r>
            <a:r>
              <a:rPr sz="1100" dirty="0" err="1">
                <a:solidFill>
                  <a:srgbClr val="ECE8DD"/>
                </a:solidFill>
                <a:latin typeface="Consolas"/>
              </a:rPr>
              <a:t>CPSLogger.flush</a:t>
            </a:r>
            <a:endParaRPr sz="1100" dirty="0">
              <a:solidFill>
                <a:srgbClr val="ECE8DD"/>
              </a:solidFill>
              <a:latin typeface="Consolas"/>
            </a:endParaRPr>
          </a:p>
        </p:txBody>
      </p:sp>
      <p:sp>
        <p:nvSpPr>
          <p:cNvPr id="13" name="TextBox 12"/>
          <p:cNvSpPr txBox="1"/>
          <p:nvPr/>
        </p:nvSpPr>
        <p:spPr>
          <a:xfrm>
            <a:off x="457200" y="5340096"/>
            <a:ext cx="11247120" cy="637097"/>
          </a:xfrm>
          <a:prstGeom prst="rect">
            <a:avLst/>
          </a:prstGeom>
          <a:noFill/>
        </p:spPr>
        <p:txBody>
          <a:bodyPr wrap="square" lIns="45720" tIns="18288" rIns="45720" bIns="18288" anchor="t">
            <a:spAutoFit/>
          </a:bodyPr>
          <a:lstStyle/>
          <a:p>
            <a:pPr algn="l"/>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Our running edge exists as a raw </a:t>
            </a:r>
            <a:r>
              <a:rPr sz="1300" b="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CppCalls</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relationship between two function nodes, with a near-identical sibling edge to </a:t>
            </a:r>
            <a:r>
              <a:rPr sz="1300" b="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CPSLogger.flush</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both fired from the exact same C++ statement. Nothing scenario-specific has happened yet</a:t>
            </a:r>
            <a:r>
              <a:rPr lang="nl-NL"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endParaRPr lang="nl-NL"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Stage 2 is what carves S1 out of the other 67k nodes.</a:t>
            </a:r>
          </a:p>
        </p:txBody>
      </p:sp>
      <p:sp>
        <p:nvSpPr>
          <p:cNvPr id="14" name="Rounded Rectangle 4">
            <a:extLst>
              <a:ext uri="{FF2B5EF4-FFF2-40B4-BE49-F238E27FC236}">
                <a16:creationId xmlns:a16="http://schemas.microsoft.com/office/drawing/2014/main" id="{A287BC65-1EBD-BC50-1C21-748FCCF28995}"/>
              </a:ext>
            </a:extLst>
          </p:cNvPr>
          <p:cNvSpPr/>
          <p:nvPr/>
        </p:nvSpPr>
        <p:spPr>
          <a:xfrm>
            <a:off x="457200" y="1508760"/>
            <a:ext cx="11274552" cy="612648"/>
          </a:xfrm>
          <a:prstGeom prst="roundRect">
            <a:avLst>
              <a:gd name="adj" fmla="val 4000"/>
            </a:avLst>
          </a:prstGeom>
          <a:solidFill>
            <a:srgbClr val="F7ECDD"/>
          </a:solidFill>
          <a:ln w="12700">
            <a:solidFill>
              <a:srgbClr val="B879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7140F2D6-9AA8-C35C-3936-F5414E2C08B4}"/>
              </a:ext>
            </a:extLst>
          </p:cNvPr>
          <p:cNvSpPr txBox="1"/>
          <p:nvPr/>
        </p:nvSpPr>
        <p:spPr>
          <a:xfrm>
            <a:off x="640080" y="1554480"/>
            <a:ext cx="10972800" cy="274320"/>
          </a:xfrm>
          <a:prstGeom prst="rect">
            <a:avLst/>
          </a:prstGeom>
          <a:noFill/>
        </p:spPr>
        <p:txBody>
          <a:bodyPr wrap="square" lIns="45720" tIns="18288" rIns="45720" bIns="18288" anchor="t">
            <a:spAutoFit/>
          </a:bodyPr>
          <a:lstStyle/>
          <a:p>
            <a:pPr algn="l"/>
            <a:r>
              <a:rPr sz="1000" b="1" i="0" dirty="0">
                <a:solidFill>
                  <a:srgbClr val="B8792F"/>
                </a:solidFill>
                <a:latin typeface="Calibri"/>
              </a:rPr>
              <a:t>RUNNING EDGE, ALL SIX STAGES</a:t>
            </a:r>
          </a:p>
        </p:txBody>
      </p:sp>
      <p:sp>
        <p:nvSpPr>
          <p:cNvPr id="16" name="TextBox 15">
            <a:extLst>
              <a:ext uri="{FF2B5EF4-FFF2-40B4-BE49-F238E27FC236}">
                <a16:creationId xmlns:a16="http://schemas.microsoft.com/office/drawing/2014/main" id="{1523D8A4-5BDF-4D5C-2B89-B3BCE11520D0}"/>
              </a:ext>
            </a:extLst>
          </p:cNvPr>
          <p:cNvSpPr txBox="1"/>
          <p:nvPr/>
        </p:nvSpPr>
        <p:spPr>
          <a:xfrm>
            <a:off x="640080" y="1737360"/>
            <a:ext cx="10972800" cy="267766"/>
          </a:xfrm>
          <a:prstGeom prst="rect">
            <a:avLst/>
          </a:prstGeom>
          <a:noFill/>
        </p:spPr>
        <p:txBody>
          <a:bodyPr wrap="square" lIns="45720" tIns="18288" rIns="45720" bIns="18288" anchor="t">
            <a:spAutoFit/>
          </a:bodyPr>
          <a:lstStyle/>
          <a:p>
            <a:pPr algn="l"/>
            <a:r>
              <a:rPr sz="1500" i="0" dirty="0">
                <a:solidFill>
                  <a:srgbClr val="222A33"/>
                </a:solidFill>
                <a:latin typeface="Consolas"/>
              </a:rPr>
              <a:t>Synchronization::</a:t>
            </a:r>
            <a:r>
              <a:rPr sz="1500" i="0" dirty="0" err="1">
                <a:solidFill>
                  <a:srgbClr val="222A33"/>
                </a:solidFill>
                <a:latin typeface="Consolas"/>
              </a:rPr>
              <a:t>SynchronizedRunner</a:t>
            </a:r>
            <a:r>
              <a:rPr sz="1500" i="0" dirty="0">
                <a:solidFill>
                  <a:srgbClr val="222A33"/>
                </a:solidFill>
                <a:latin typeface="Consolas"/>
              </a:rPr>
              <a:t>::</a:t>
            </a:r>
            <a:r>
              <a:rPr sz="1500" i="0" dirty="0" err="1">
                <a:solidFill>
                  <a:srgbClr val="222A33"/>
                </a:solidFill>
                <a:latin typeface="Consolas"/>
              </a:rPr>
              <a:t>runSynchronized</a:t>
            </a:r>
            <a:r>
              <a:rPr sz="1500" i="0" dirty="0">
                <a:solidFill>
                  <a:srgbClr val="222A33"/>
                </a:solidFill>
                <a:latin typeface="Consolas"/>
              </a:rPr>
              <a:t>  →  Logging::</a:t>
            </a:r>
            <a:r>
              <a:rPr sz="1500" i="0" dirty="0" err="1">
                <a:solidFill>
                  <a:srgbClr val="222A33"/>
                </a:solidFill>
                <a:latin typeface="Consolas"/>
              </a:rPr>
              <a:t>CPSLogger</a:t>
            </a:r>
            <a:r>
              <a:rPr sz="1500" i="0" dirty="0">
                <a:solidFill>
                  <a:srgbClr val="222A33"/>
                </a:solidFill>
                <a:latin typeface="Consolas"/>
              </a:rPr>
              <a:t>::instance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99654"/>
            <a:ext cx="10739882" cy="1069367"/>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2 </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Code Graph Query: Property Graph → S1 Subgraph</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88880" y="320040"/>
            <a:ext cx="1737360" cy="384048"/>
          </a:xfrm>
          <a:prstGeom prst="rect">
            <a:avLst/>
          </a:prstGeom>
          <a:noFill/>
        </p:spPr>
        <p:txBody>
          <a:bodyPr wrap="square" lIns="45720" tIns="18288" rIns="45720" bIns="18288" anchor="ctr">
            <a:spAutoFit/>
          </a:bodyPr>
          <a:lstStyle/>
          <a:p>
            <a:pPr algn="ctr"/>
            <a:r>
              <a:rPr sz="1200" b="1" i="0" dirty="0">
                <a:solidFill>
                  <a:srgbClr val="FFFFFF"/>
                </a:solidFill>
                <a:latin typeface="Calibri"/>
              </a:rPr>
              <a:t>STAGE 2 / 6</a:t>
            </a:r>
          </a:p>
        </p:txBody>
      </p:sp>
      <p:sp>
        <p:nvSpPr>
          <p:cNvPr id="5" name="Rounded Rectangle 4"/>
          <p:cNvSpPr/>
          <p:nvPr/>
        </p:nvSpPr>
        <p:spPr>
          <a:xfrm>
            <a:off x="457200" y="1568082"/>
            <a:ext cx="11274552" cy="437043"/>
          </a:xfrm>
          <a:prstGeom prst="roundRect">
            <a:avLst>
              <a:gd name="adj" fmla="val 4000"/>
            </a:avLst>
          </a:prstGeom>
          <a:solidFill>
            <a:srgbClr val="F7ECDD"/>
          </a:solidFill>
          <a:ln w="12700">
            <a:solidFill>
              <a:srgbClr val="B879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91424"/>
            <a:ext cx="10972800" cy="274320"/>
          </a:xfrm>
          <a:prstGeom prst="rect">
            <a:avLst/>
          </a:prstGeom>
          <a:noFill/>
        </p:spPr>
        <p:txBody>
          <a:bodyPr wrap="square" lIns="45720" tIns="18288" rIns="45720" bIns="18288" anchor="t">
            <a:spAutoFit/>
          </a:bodyPr>
          <a:lstStyle/>
          <a:p>
            <a:pPr algn="l"/>
            <a:r>
              <a:rPr sz="1000" b="1" i="0" dirty="0">
                <a:solidFill>
                  <a:srgbClr val="B8792F"/>
                </a:solidFill>
                <a:latin typeface="Calibri"/>
              </a:rPr>
              <a:t>RUNNING EDGE, ALL SIX STAGES</a:t>
            </a:r>
          </a:p>
        </p:txBody>
      </p:sp>
      <p:sp>
        <p:nvSpPr>
          <p:cNvPr id="7" name="TextBox 6"/>
          <p:cNvSpPr txBox="1"/>
          <p:nvPr/>
        </p:nvSpPr>
        <p:spPr>
          <a:xfrm>
            <a:off x="640080" y="1737360"/>
            <a:ext cx="10972800" cy="267766"/>
          </a:xfrm>
          <a:prstGeom prst="rect">
            <a:avLst/>
          </a:prstGeom>
          <a:noFill/>
        </p:spPr>
        <p:txBody>
          <a:bodyPr wrap="square" lIns="45720" tIns="18288" rIns="45720" bIns="18288" anchor="t">
            <a:spAutoFit/>
          </a:bodyPr>
          <a:lstStyle/>
          <a:p>
            <a:pPr algn="l"/>
            <a:r>
              <a:rPr sz="1500" i="0" dirty="0">
                <a:solidFill>
                  <a:srgbClr val="222A33"/>
                </a:solidFill>
                <a:latin typeface="Consolas"/>
              </a:rPr>
              <a:t>Synchronization::</a:t>
            </a:r>
            <a:r>
              <a:rPr sz="1500" i="0" dirty="0" err="1">
                <a:solidFill>
                  <a:srgbClr val="222A33"/>
                </a:solidFill>
                <a:latin typeface="Consolas"/>
              </a:rPr>
              <a:t>SynchronizedRunner</a:t>
            </a:r>
            <a:r>
              <a:rPr sz="1500" i="0" dirty="0">
                <a:solidFill>
                  <a:srgbClr val="222A33"/>
                </a:solidFill>
                <a:latin typeface="Consolas"/>
              </a:rPr>
              <a:t>::</a:t>
            </a:r>
            <a:r>
              <a:rPr sz="1500" i="0" dirty="0" err="1">
                <a:solidFill>
                  <a:srgbClr val="222A33"/>
                </a:solidFill>
                <a:latin typeface="Consolas"/>
              </a:rPr>
              <a:t>runSynchronized</a:t>
            </a:r>
            <a:r>
              <a:rPr sz="1500" i="0" dirty="0">
                <a:solidFill>
                  <a:srgbClr val="222A33"/>
                </a:solidFill>
                <a:latin typeface="Consolas"/>
              </a:rPr>
              <a:t>  →  Logging::</a:t>
            </a:r>
            <a:r>
              <a:rPr sz="1500" i="0" dirty="0" err="1">
                <a:solidFill>
                  <a:srgbClr val="222A33"/>
                </a:solidFill>
                <a:latin typeface="Consolas"/>
              </a:rPr>
              <a:t>CPSLogger</a:t>
            </a:r>
            <a:r>
              <a:rPr sz="1500" i="0" dirty="0">
                <a:solidFill>
                  <a:srgbClr val="222A33"/>
                </a:solidFill>
                <a:latin typeface="Consolas"/>
              </a:rPr>
              <a:t>::instance</a:t>
            </a:r>
          </a:p>
        </p:txBody>
      </p:sp>
      <p:sp>
        <p:nvSpPr>
          <p:cNvPr id="8" name="TextBox 7"/>
          <p:cNvSpPr txBox="1"/>
          <p:nvPr/>
        </p:nvSpPr>
        <p:spPr>
          <a:xfrm>
            <a:off x="457200" y="2251041"/>
            <a:ext cx="11247120" cy="467820"/>
          </a:xfrm>
          <a:prstGeom prst="rect">
            <a:avLst/>
          </a:prstGeom>
          <a:noFill/>
        </p:spPr>
        <p:txBody>
          <a:bodyPr wrap="square" lIns="45720" tIns="18288" rIns="45720" bIns="18288" anchor="t">
            <a:spAutoFit/>
          </a:bodyPr>
          <a:lstStyle/>
          <a:p>
            <a:pPr algn="l"/>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User text: S1 scenario → Cypher query via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text-to-cypher</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(schema-aware, built on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get-neo4j-schema</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cypher-to-output</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skill then executes that query against the live graph, returning the S1-scoped subgraph.</a:t>
            </a:r>
            <a:endParaRPr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Rounded Rectangle 8"/>
          <p:cNvSpPr/>
          <p:nvPr/>
        </p:nvSpPr>
        <p:spPr>
          <a:xfrm>
            <a:off x="1978891" y="3048418"/>
            <a:ext cx="7968673" cy="2181444"/>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16051" y="3139858"/>
            <a:ext cx="8213605" cy="1782539"/>
          </a:xfrm>
          <a:prstGeom prst="rect">
            <a:avLst/>
          </a:prstGeom>
          <a:noFill/>
        </p:spPr>
        <p:txBody>
          <a:bodyPr wrap="square">
            <a:spAutoFit/>
          </a:bodyPr>
          <a:lstStyle/>
          <a:p>
            <a:pPr>
              <a:spcAft>
                <a:spcPts val="100"/>
              </a:spcAft>
            </a:pPr>
            <a:r>
              <a:rPr sz="1300" dirty="0">
                <a:solidFill>
                  <a:srgbClr val="ECE8DD"/>
                </a:solidFill>
                <a:latin typeface="Consolas"/>
              </a:rPr>
              <a:t>// scoped to S1: Synchronization / Aggregation / Logging</a:t>
            </a:r>
          </a:p>
          <a:p>
            <a:pPr>
              <a:spcAft>
                <a:spcPts val="100"/>
              </a:spcAft>
            </a:pPr>
            <a:r>
              <a:rPr sz="1300" dirty="0">
                <a:solidFill>
                  <a:srgbClr val="ECE8DD"/>
                </a:solidFill>
                <a:latin typeface="Consolas"/>
              </a:rPr>
              <a:t>MATCH (caller)-[:</a:t>
            </a:r>
            <a:r>
              <a:rPr sz="1300" dirty="0" err="1">
                <a:solidFill>
                  <a:srgbClr val="ECE8DD"/>
                </a:solidFill>
                <a:latin typeface="Consolas"/>
              </a:rPr>
              <a:t>CppCalls</a:t>
            </a:r>
            <a:r>
              <a:rPr sz="1300" dirty="0">
                <a:solidFill>
                  <a:srgbClr val="ECE8DD"/>
                </a:solidFill>
                <a:latin typeface="Consolas"/>
              </a:rPr>
              <a:t>]-&gt;(callee)</a:t>
            </a:r>
          </a:p>
          <a:p>
            <a:pPr>
              <a:spcAft>
                <a:spcPts val="100"/>
              </a:spcAft>
            </a:pPr>
            <a:r>
              <a:rPr sz="1300" dirty="0">
                <a:solidFill>
                  <a:srgbClr val="ECE8DD"/>
                </a:solidFill>
                <a:latin typeface="Consolas"/>
              </a:rPr>
              <a:t>WHERE (caller.name CONTAINS '/</a:t>
            </a:r>
            <a:r>
              <a:rPr sz="1300" dirty="0" err="1">
                <a:solidFill>
                  <a:srgbClr val="ECE8DD"/>
                </a:solidFill>
                <a:latin typeface="Consolas"/>
              </a:rPr>
              <a:t>src</a:t>
            </a:r>
            <a:r>
              <a:rPr sz="1300" dirty="0">
                <a:solidFill>
                  <a:srgbClr val="ECE8DD"/>
                </a:solidFill>
                <a:latin typeface="Consolas"/>
              </a:rPr>
              <a:t>/Synchronization/'</a:t>
            </a:r>
          </a:p>
          <a:p>
            <a:pPr>
              <a:spcAft>
                <a:spcPts val="100"/>
              </a:spcAft>
            </a:pPr>
            <a:r>
              <a:rPr sz="1300" dirty="0">
                <a:solidFill>
                  <a:srgbClr val="ECE8DD"/>
                </a:solidFill>
                <a:latin typeface="Consolas"/>
              </a:rPr>
              <a:t>    OR caller.name CONTAINS '/include/</a:t>
            </a:r>
            <a:r>
              <a:rPr sz="1300" dirty="0" err="1">
                <a:solidFill>
                  <a:srgbClr val="ECE8DD"/>
                </a:solidFill>
                <a:latin typeface="Consolas"/>
              </a:rPr>
              <a:t>cpsCore</a:t>
            </a:r>
            <a:r>
              <a:rPr sz="1300" dirty="0">
                <a:solidFill>
                  <a:srgbClr val="ECE8DD"/>
                </a:solidFill>
                <a:latin typeface="Consolas"/>
              </a:rPr>
              <a:t>/Synchronization/')</a:t>
            </a:r>
          </a:p>
          <a:p>
            <a:pPr>
              <a:spcAft>
                <a:spcPts val="100"/>
              </a:spcAft>
            </a:pPr>
            <a:r>
              <a:rPr sz="1300" dirty="0">
                <a:solidFill>
                  <a:srgbClr val="ECE8DD"/>
                </a:solidFill>
                <a:latin typeface="Consolas"/>
              </a:rPr>
              <a:t>  AND (callee.name CONTAINS '/Aggregation/' OR callee.name CONTAINS '/Logging/')</a:t>
            </a:r>
          </a:p>
          <a:p>
            <a:pPr>
              <a:spcAft>
                <a:spcPts val="100"/>
              </a:spcAft>
            </a:pPr>
            <a:r>
              <a:rPr sz="1300" dirty="0">
                <a:solidFill>
                  <a:srgbClr val="ECE8DD"/>
                </a:solidFill>
                <a:latin typeface="Consolas"/>
              </a:rPr>
              <a:t>RETURN DISTINCT</a:t>
            </a:r>
          </a:p>
          <a:p>
            <a:pPr>
              <a:spcAft>
                <a:spcPts val="100"/>
              </a:spcAft>
            </a:pPr>
            <a:r>
              <a:rPr sz="1300" dirty="0">
                <a:solidFill>
                  <a:srgbClr val="ECE8DD"/>
                </a:solidFill>
                <a:latin typeface="Consolas"/>
              </a:rPr>
              <a:t>    caller.name AS </a:t>
            </a:r>
            <a:r>
              <a:rPr sz="1300" dirty="0" err="1">
                <a:solidFill>
                  <a:srgbClr val="ECE8DD"/>
                </a:solidFill>
                <a:latin typeface="Consolas"/>
              </a:rPr>
              <a:t>callerName</a:t>
            </a:r>
            <a:r>
              <a:rPr sz="1300" dirty="0">
                <a:solidFill>
                  <a:srgbClr val="ECE8DD"/>
                </a:solidFill>
                <a:latin typeface="Consolas"/>
              </a:rPr>
              <a:t>, </a:t>
            </a:r>
            <a:r>
              <a:rPr sz="1300" dirty="0" err="1">
                <a:solidFill>
                  <a:srgbClr val="ECE8DD"/>
                </a:solidFill>
                <a:latin typeface="Consolas"/>
              </a:rPr>
              <a:t>caller.symbol</a:t>
            </a:r>
            <a:r>
              <a:rPr sz="1300" dirty="0">
                <a:solidFill>
                  <a:srgbClr val="ECE8DD"/>
                </a:solidFill>
                <a:latin typeface="Consolas"/>
              </a:rPr>
              <a:t> AS </a:t>
            </a:r>
            <a:r>
              <a:rPr sz="1300" dirty="0" err="1">
                <a:solidFill>
                  <a:srgbClr val="ECE8DD"/>
                </a:solidFill>
                <a:latin typeface="Consolas"/>
              </a:rPr>
              <a:t>callerSymbol</a:t>
            </a:r>
            <a:r>
              <a:rPr sz="1300" dirty="0">
                <a:solidFill>
                  <a:srgbClr val="ECE8DD"/>
                </a:solidFill>
                <a:latin typeface="Consolas"/>
              </a:rPr>
              <a:t>,</a:t>
            </a:r>
          </a:p>
          <a:p>
            <a:pPr>
              <a:spcAft>
                <a:spcPts val="100"/>
              </a:spcAft>
            </a:pPr>
            <a:r>
              <a:rPr sz="1300" dirty="0">
                <a:solidFill>
                  <a:srgbClr val="ECE8DD"/>
                </a:solidFill>
                <a:latin typeface="Consolas"/>
              </a:rPr>
              <a:t>    callee.name AS </a:t>
            </a:r>
            <a:r>
              <a:rPr sz="1300" dirty="0" err="1">
                <a:solidFill>
                  <a:srgbClr val="ECE8DD"/>
                </a:solidFill>
                <a:latin typeface="Consolas"/>
              </a:rPr>
              <a:t>calleeName</a:t>
            </a:r>
            <a:r>
              <a:rPr sz="1300" dirty="0">
                <a:solidFill>
                  <a:srgbClr val="ECE8DD"/>
                </a:solidFill>
                <a:latin typeface="Consolas"/>
              </a:rPr>
              <a:t>, </a:t>
            </a:r>
            <a:r>
              <a:rPr sz="1300" dirty="0" err="1">
                <a:solidFill>
                  <a:srgbClr val="ECE8DD"/>
                </a:solidFill>
                <a:latin typeface="Consolas"/>
              </a:rPr>
              <a:t>callee.symbol</a:t>
            </a:r>
            <a:r>
              <a:rPr sz="1300" dirty="0">
                <a:solidFill>
                  <a:srgbClr val="ECE8DD"/>
                </a:solidFill>
                <a:latin typeface="Consolas"/>
              </a:rPr>
              <a:t> AS </a:t>
            </a:r>
            <a:r>
              <a:rPr sz="1300" dirty="0" err="1">
                <a:solidFill>
                  <a:srgbClr val="ECE8DD"/>
                </a:solidFill>
                <a:latin typeface="Consolas"/>
              </a:rPr>
              <a:t>calleeSymbol</a:t>
            </a:r>
            <a:endParaRPr sz="1300" dirty="0">
              <a:solidFill>
                <a:srgbClr val="ECE8DD"/>
              </a:solidFill>
              <a:latin typeface="Consolas"/>
            </a:endParaRPr>
          </a:p>
        </p:txBody>
      </p:sp>
      <p:sp>
        <p:nvSpPr>
          <p:cNvPr id="11" name="TextBox 10"/>
          <p:cNvSpPr txBox="1"/>
          <p:nvPr/>
        </p:nvSpPr>
        <p:spPr>
          <a:xfrm>
            <a:off x="502920" y="5708073"/>
            <a:ext cx="11247120" cy="437043"/>
          </a:xfrm>
          <a:prstGeom prst="rect">
            <a:avLst/>
          </a:prstGeom>
          <a:noFill/>
        </p:spPr>
        <p:txBody>
          <a:bodyPr wrap="square" lIns="45720" tIns="18288" rIns="45720" bIns="18288" anchor="t">
            <a:spAutoFit/>
          </a:bodyPr>
          <a:lstStyle/>
          <a:p>
            <a:pPr algn="l"/>
            <a:r>
              <a:rPr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Our running edge survives the filter — SynchronizedRunner.cpp is under /</a:t>
            </a:r>
            <a:r>
              <a:rPr sz="130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src</a:t>
            </a:r>
            <a:r>
              <a:rPr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/Synchronization/ </a:t>
            </a:r>
            <a:endParaRPr lang="nl-NL"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r>
              <a:rPr sz="130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CPSLogger.h</a:t>
            </a:r>
            <a:r>
              <a:rPr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is under /include/</a:t>
            </a:r>
            <a:r>
              <a:rPr sz="130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/Logging/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8" y="485114"/>
            <a:ext cx="10739882" cy="1177892"/>
          </a:xfrm>
        </p:spPr>
        <p:txBody>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3</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Dependency Matrix Extraction: Subgraph → Call Table</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p:cNvSpPr txBox="1"/>
          <p:nvPr/>
        </p:nvSpPr>
        <p:spPr>
          <a:xfrm>
            <a:off x="10088880" y="401264"/>
            <a:ext cx="1737360" cy="221599"/>
          </a:xfrm>
          <a:prstGeom prst="rect">
            <a:avLst/>
          </a:prstGeom>
          <a:noFill/>
        </p:spPr>
        <p:txBody>
          <a:bodyPr wrap="square" lIns="45720" tIns="18288" rIns="45720" bIns="18288" anchor="ctr">
            <a:spAutoFit/>
          </a:bodyPr>
          <a:lstStyle/>
          <a:p>
            <a:pPr algn="ctr"/>
            <a:r>
              <a:rPr sz="1200" b="1" i="0" dirty="0">
                <a:solidFill>
                  <a:srgbClr val="FFFFFF"/>
                </a:solidFill>
                <a:latin typeface="Calibri" panose="020F0502020204030204" pitchFamily="34" charset="0"/>
                <a:ea typeface="Calibri" panose="020F0502020204030204" pitchFamily="34" charset="0"/>
                <a:cs typeface="Calibri" panose="020F0502020204030204" pitchFamily="34" charset="0"/>
              </a:rPr>
              <a:t>STAGE 3 / 6</a:t>
            </a:r>
          </a:p>
        </p:txBody>
      </p:sp>
      <p:sp>
        <p:nvSpPr>
          <p:cNvPr id="8" name="TextBox 7"/>
          <p:cNvSpPr txBox="1"/>
          <p:nvPr/>
        </p:nvSpPr>
        <p:spPr>
          <a:xfrm>
            <a:off x="457200" y="1838035"/>
            <a:ext cx="11247120" cy="467820"/>
          </a:xfrm>
          <a:prstGeom prst="rect">
            <a:avLst/>
          </a:prstGeom>
          <a:noFill/>
        </p:spPr>
        <p:txBody>
          <a:bodyPr wrap="square" lIns="45720" tIns="18288" rIns="45720" bIns="18288" anchor="t">
            <a:spAutoFit/>
          </a:bodyPr>
          <a:lstStyle/>
          <a:p>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The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get-sequence-dependency-table</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skill flattens the graph into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sequence_dependency_table.csv :  </a:t>
            </a:r>
            <a:r>
              <a:rPr lang="en-GB" sz="140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one row per edge. O</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ne row per </a:t>
            </a:r>
            <a:r>
              <a:rPr lang="en-GB"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CppCalls</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edge via a direct Cypher query </a:t>
            </a:r>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with file paths standing in for components</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This is the static ground truth.</a:t>
            </a:r>
            <a:endPar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3778124203"/>
              </p:ext>
            </p:extLst>
          </p:nvPr>
        </p:nvGraphicFramePr>
        <p:xfrm>
          <a:off x="470921" y="2480884"/>
          <a:ext cx="11247115" cy="2743200"/>
        </p:xfrm>
        <a:graphic>
          <a:graphicData uri="http://schemas.openxmlformats.org/drawingml/2006/table">
            <a:tbl>
              <a:tblPr firstRow="1" bandRow="1">
                <a:tableStyleId>{5C22544A-7EE6-4342-B048-85BDC9FD1C3A}</a:tableStyleId>
              </a:tblPr>
              <a:tblGrid>
                <a:gridCol w="811647">
                  <a:extLst>
                    <a:ext uri="{9D8B030D-6E8A-4147-A177-3AD203B41FA5}">
                      <a16:colId xmlns:a16="http://schemas.microsoft.com/office/drawing/2014/main" val="20000"/>
                    </a:ext>
                  </a:extLst>
                </a:gridCol>
                <a:gridCol w="1275446">
                  <a:extLst>
                    <a:ext uri="{9D8B030D-6E8A-4147-A177-3AD203B41FA5}">
                      <a16:colId xmlns:a16="http://schemas.microsoft.com/office/drawing/2014/main" val="20001"/>
                    </a:ext>
                  </a:extLst>
                </a:gridCol>
                <a:gridCol w="3014691">
                  <a:extLst>
                    <a:ext uri="{9D8B030D-6E8A-4147-A177-3AD203B41FA5}">
                      <a16:colId xmlns:a16="http://schemas.microsoft.com/office/drawing/2014/main" val="20002"/>
                    </a:ext>
                  </a:extLst>
                </a:gridCol>
                <a:gridCol w="2318993">
                  <a:extLst>
                    <a:ext uri="{9D8B030D-6E8A-4147-A177-3AD203B41FA5}">
                      <a16:colId xmlns:a16="http://schemas.microsoft.com/office/drawing/2014/main" val="20003"/>
                    </a:ext>
                  </a:extLst>
                </a:gridCol>
                <a:gridCol w="2318993">
                  <a:extLst>
                    <a:ext uri="{9D8B030D-6E8A-4147-A177-3AD203B41FA5}">
                      <a16:colId xmlns:a16="http://schemas.microsoft.com/office/drawing/2014/main" val="20004"/>
                    </a:ext>
                  </a:extLst>
                </a:gridCol>
                <a:gridCol w="1507345">
                  <a:extLst>
                    <a:ext uri="{9D8B030D-6E8A-4147-A177-3AD203B41FA5}">
                      <a16:colId xmlns:a16="http://schemas.microsoft.com/office/drawing/2014/main" val="20005"/>
                    </a:ext>
                  </a:extLst>
                </a:gridCol>
              </a:tblGrid>
              <a:tr h="457200">
                <a:tc>
                  <a:txBody>
                    <a:bodyPr/>
                    <a:lstStyle/>
                    <a:p>
                      <a:pPr algn="ctr"/>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Seq</a:t>
                      </a:r>
                    </a:p>
                  </a:txBody>
                  <a:tcPr marL="54864" marR="54864" anchor="ctr">
                    <a:solidFill>
                      <a:srgbClr val="55736D"/>
                    </a:solidFill>
                  </a:tcPr>
                </a:tc>
                <a:tc>
                  <a:txBody>
                    <a:bodyPr/>
                    <a:lstStyle/>
                    <a:p>
                      <a:pPr algn="ctr"/>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Event</a:t>
                      </a:r>
                    </a:p>
                  </a:txBody>
                  <a:tcPr marL="54864" marR="54864" anchor="ctr">
                    <a:solidFill>
                      <a:srgbClr val="55736D"/>
                    </a:solidFill>
                  </a:tcPr>
                </a:tc>
                <a:tc>
                  <a:txBody>
                    <a:bodyPr/>
                    <a:lstStyle/>
                    <a:p>
                      <a:pPr algn="l"/>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Client file</a:t>
                      </a:r>
                    </a:p>
                  </a:txBody>
                  <a:tcPr marL="54864" marR="54864" anchor="ctr">
                    <a:solidFill>
                      <a:srgbClr val="55736D"/>
                    </a:solidFill>
                  </a:tcPr>
                </a:tc>
                <a:tc>
                  <a:txBody>
                    <a:bodyPr/>
                    <a:lstStyle/>
                    <a:p>
                      <a:pPr algn="l"/>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Client </a:t>
                      </a:r>
                      <a:r>
                        <a:rPr sz="1200" b="1" dirty="0" err="1">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fn</a:t>
                      </a:r>
                      <a:endPar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4864" marR="54864" anchor="ctr">
                    <a:solidFill>
                      <a:srgbClr val="55736D"/>
                    </a:solidFill>
                  </a:tcPr>
                </a:tc>
                <a:tc>
                  <a:txBody>
                    <a:bodyPr/>
                    <a:lstStyle/>
                    <a:p>
                      <a:pPr algn="l"/>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Server file</a:t>
                      </a:r>
                    </a:p>
                  </a:txBody>
                  <a:tcPr marL="54864" marR="54864" anchor="ctr">
                    <a:solidFill>
                      <a:srgbClr val="55736D"/>
                    </a:solidFill>
                  </a:tcPr>
                </a:tc>
                <a:tc>
                  <a:txBody>
                    <a:bodyPr/>
                    <a:lstStyle/>
                    <a:p>
                      <a:pPr algn="l"/>
                      <a:r>
                        <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Server </a:t>
                      </a:r>
                      <a:r>
                        <a:rPr sz="1200" b="1" dirty="0" err="1">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rPr>
                        <a:t>fn</a:t>
                      </a:r>
                      <a:endParaRPr sz="1200" b="1" dirty="0">
                        <a:solidFill>
                          <a:srgbClr val="FFFFFF"/>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4864" marR="54864" anchor="ctr">
                    <a:solidFill>
                      <a:srgbClr val="55736D"/>
                    </a:solidFill>
                  </a:tcPr>
                </a:tc>
                <a:extLst>
                  <a:ext uri="{0D108BD9-81ED-4DB2-BD59-A6C34878D82A}">
                    <a16:rowId xmlns:a16="http://schemas.microsoft.com/office/drawing/2014/main" val="10000"/>
                  </a:ext>
                </a:extLst>
              </a:tr>
              <a:tr h="457200">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149</a:t>
                      </a:r>
                    </a:p>
                  </a:txBody>
                  <a:tcPr marL="54864" marR="54864" anchor="ctr">
                    <a:solidFill>
                      <a:srgbClr val="FFFFFF"/>
                    </a:solidFill>
                  </a:tcPr>
                </a:tc>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getAll</a:t>
                      </a:r>
                    </a:p>
                  </a:txBody>
                  <a:tcPr marL="54864" marR="54864" anchor="ctr">
                    <a:solidFill>
                      <a:srgbClr val="FFFFFF"/>
                    </a:solidFill>
                  </a:tcPr>
                </a:tc>
                <a:tc>
                  <a:txBody>
                    <a:bodyPr/>
                    <a:lstStyle/>
                    <a:p>
                      <a:pPr algn="l"/>
                      <a:r>
                        <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SynchronizedRunner.cpp</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runSynchronized</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Aggregator.h</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getAll</a:t>
                      </a:r>
                    </a:p>
                  </a:txBody>
                  <a:tcPr marL="54864" marR="54864" anchor="ctr">
                    <a:solidFill>
                      <a:srgbClr val="FFFFFF"/>
                    </a:solidFill>
                  </a:tcPr>
                </a:tc>
                <a:extLst>
                  <a:ext uri="{0D108BD9-81ED-4DB2-BD59-A6C34878D82A}">
                    <a16:rowId xmlns:a16="http://schemas.microsoft.com/office/drawing/2014/main" val="10001"/>
                  </a:ext>
                </a:extLst>
              </a:tr>
              <a:tr h="457200">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264</a:t>
                      </a:r>
                    </a:p>
                  </a:txBody>
                  <a:tcPr marL="54864" marR="54864" anchor="ctr">
                    <a:solidFill>
                      <a:srgbClr val="F4F6F8"/>
                    </a:solidFill>
                  </a:tcPr>
                </a:tc>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a:t>
                      </a:r>
                    </a:p>
                  </a:txBody>
                  <a:tcPr marL="54864" marR="54864" anchor="ctr">
                    <a:solidFill>
                      <a:srgbClr val="F4F6F8"/>
                    </a:solidFill>
                  </a:tcPr>
                </a:tc>
                <a:tc>
                  <a:txBody>
                    <a:bodyPr/>
                    <a:lstStyle/>
                    <a:p>
                      <a:pPr algn="l"/>
                      <a:r>
                        <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SynchronizedRunner.cpp</a:t>
                      </a:r>
                    </a:p>
                  </a:txBody>
                  <a:tcPr marL="54864" marR="54864" anchor="ctr">
                    <a:solidFill>
                      <a:srgbClr val="F4F6F8"/>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runSynchronized</a:t>
                      </a:r>
                    </a:p>
                  </a:txBody>
                  <a:tcPr marL="54864" marR="54864" anchor="ctr">
                    <a:solidFill>
                      <a:srgbClr val="F4F6F8"/>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IRunnableObject.h</a:t>
                      </a:r>
                    </a:p>
                  </a:txBody>
                  <a:tcPr marL="54864" marR="54864" anchor="ctr">
                    <a:solidFill>
                      <a:srgbClr val="F4F6F8"/>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a:t>
                      </a:r>
                    </a:p>
                  </a:txBody>
                  <a:tcPr marL="54864" marR="54864" anchor="ctr">
                    <a:solidFill>
                      <a:srgbClr val="F4F6F8"/>
                    </a:solidFill>
                  </a:tcPr>
                </a:tc>
                <a:extLst>
                  <a:ext uri="{0D108BD9-81ED-4DB2-BD59-A6C34878D82A}">
                    <a16:rowId xmlns:a16="http://schemas.microsoft.com/office/drawing/2014/main" val="10002"/>
                  </a:ext>
                </a:extLst>
              </a:tr>
              <a:tr h="457200">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291</a:t>
                      </a:r>
                    </a:p>
                  </a:txBody>
                  <a:tcPr marL="54864" marR="54864" anchor="ctr">
                    <a:solidFill>
                      <a:srgbClr val="F7ECDD"/>
                    </a:solidFill>
                  </a:tcPr>
                </a:tc>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flush</a:t>
                      </a:r>
                    </a:p>
                  </a:txBody>
                  <a:tcPr marL="54864" marR="54864" anchor="ctr">
                    <a:solidFill>
                      <a:srgbClr val="F7ECDD"/>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SynchronizedRunner.cpp</a:t>
                      </a:r>
                    </a:p>
                  </a:txBody>
                  <a:tcPr marL="54864" marR="54864" anchor="ctr">
                    <a:solidFill>
                      <a:srgbClr val="F7ECDD"/>
                    </a:solidFill>
                  </a:tcPr>
                </a:tc>
                <a:tc>
                  <a:txBody>
                    <a:bodyPr/>
                    <a:lstStyle/>
                    <a:p>
                      <a:pPr algn="l"/>
                      <a:r>
                        <a:rPr sz="1200" b="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runSynchronized</a:t>
                      </a:r>
                      <a:endPar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4864" marR="54864" anchor="ctr">
                    <a:solidFill>
                      <a:srgbClr val="F7ECDD"/>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CPSLogger.h</a:t>
                      </a:r>
                    </a:p>
                  </a:txBody>
                  <a:tcPr marL="54864" marR="54864" anchor="ctr">
                    <a:solidFill>
                      <a:srgbClr val="F7ECDD"/>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flush</a:t>
                      </a:r>
                    </a:p>
                  </a:txBody>
                  <a:tcPr marL="54864" marR="54864" anchor="ctr">
                    <a:solidFill>
                      <a:srgbClr val="F7ECDD"/>
                    </a:solidFill>
                  </a:tcPr>
                </a:tc>
                <a:extLst>
                  <a:ext uri="{0D108BD9-81ED-4DB2-BD59-A6C34878D82A}">
                    <a16:rowId xmlns:a16="http://schemas.microsoft.com/office/drawing/2014/main" val="10003"/>
                  </a:ext>
                </a:extLst>
              </a:tr>
              <a:tr h="457200">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292</a:t>
                      </a:r>
                    </a:p>
                  </a:txBody>
                  <a:tcPr marL="54864" marR="54864" anchor="ctr">
                    <a:solidFill>
                      <a:srgbClr val="F7ECDD"/>
                    </a:solidFill>
                  </a:tcPr>
                </a:tc>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instance</a:t>
                      </a:r>
                    </a:p>
                  </a:txBody>
                  <a:tcPr marL="54864" marR="54864" anchor="ctr">
                    <a:solidFill>
                      <a:srgbClr val="F7ECDD"/>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SynchronizedRunner.cpp</a:t>
                      </a:r>
                    </a:p>
                  </a:txBody>
                  <a:tcPr marL="54864" marR="54864" anchor="ctr">
                    <a:solidFill>
                      <a:srgbClr val="F7ECDD"/>
                    </a:solidFill>
                  </a:tcPr>
                </a:tc>
                <a:tc>
                  <a:txBody>
                    <a:bodyPr/>
                    <a:lstStyle/>
                    <a:p>
                      <a:pPr algn="l"/>
                      <a:r>
                        <a:rPr sz="1200" b="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runSynchronized</a:t>
                      </a:r>
                      <a:endPar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4864" marR="54864" anchor="ctr">
                    <a:solidFill>
                      <a:srgbClr val="F7ECDD"/>
                    </a:solidFill>
                  </a:tcPr>
                </a:tc>
                <a:tc>
                  <a:txBody>
                    <a:bodyPr/>
                    <a:lstStyle/>
                    <a:p>
                      <a:pPr algn="l"/>
                      <a:r>
                        <a:rPr sz="1200" b="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CPSLogger.h</a:t>
                      </a:r>
                      <a:endPar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marL="54864" marR="54864" anchor="ctr">
                    <a:solidFill>
                      <a:srgbClr val="F7ECDD"/>
                    </a:solidFill>
                  </a:tcPr>
                </a:tc>
                <a:tc>
                  <a:txBody>
                    <a:bodyPr/>
                    <a:lstStyle/>
                    <a:p>
                      <a:pPr algn="l"/>
                      <a:r>
                        <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instance</a:t>
                      </a:r>
                    </a:p>
                  </a:txBody>
                  <a:tcPr marL="54864" marR="54864" anchor="ctr">
                    <a:solidFill>
                      <a:srgbClr val="F7ECDD"/>
                    </a:solidFill>
                  </a:tcPr>
                </a:tc>
                <a:extLst>
                  <a:ext uri="{0D108BD9-81ED-4DB2-BD59-A6C34878D82A}">
                    <a16:rowId xmlns:a16="http://schemas.microsoft.com/office/drawing/2014/main" val="10004"/>
                  </a:ext>
                </a:extLst>
              </a:tr>
              <a:tr h="457200">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139</a:t>
                      </a:r>
                    </a:p>
                  </a:txBody>
                  <a:tcPr marL="54864" marR="54864" anchor="ctr">
                    <a:solidFill>
                      <a:srgbClr val="FFFFFF"/>
                    </a:solidFill>
                  </a:tcPr>
                </a:tc>
                <a:tc>
                  <a:txBody>
                    <a:bodyPr/>
                    <a:lstStyle/>
                    <a:p>
                      <a:pPr algn="ctr"/>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stream</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SynchronizedRunnerMaster.cpp</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SynchronizedRunnerMaster</a:t>
                      </a:r>
                    </a:p>
                  </a:txBody>
                  <a:tcPr marL="54864" marR="54864" anchor="ctr">
                    <a:solidFill>
                      <a:srgbClr val="FFFFFF"/>
                    </a:solidFill>
                  </a:tcPr>
                </a:tc>
                <a:tc>
                  <a:txBody>
                    <a:bodyPr/>
                    <a:lstStyle/>
                    <a:p>
                      <a:pPr algn="l"/>
                      <a:r>
                        <a:rPr sz="1200" b="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CPSLogger.h</a:t>
                      </a:r>
                    </a:p>
                  </a:txBody>
                  <a:tcPr marL="54864" marR="54864" anchor="ctr">
                    <a:solidFill>
                      <a:srgbClr val="FFFFFF"/>
                    </a:solidFill>
                  </a:tcPr>
                </a:tc>
                <a:tc>
                  <a:txBody>
                    <a:bodyPr/>
                    <a:lstStyle/>
                    <a:p>
                      <a:pPr algn="l"/>
                      <a:r>
                        <a:rPr sz="1200" b="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stream</a:t>
                      </a:r>
                    </a:p>
                  </a:txBody>
                  <a:tcPr marL="54864" marR="54864" anchor="ctr">
                    <a:solidFill>
                      <a:srgbClr val="FFFFFF"/>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470916" y="5798589"/>
            <a:ext cx="11247120" cy="437043"/>
          </a:xfrm>
          <a:prstGeom prst="rect">
            <a:avLst/>
          </a:prstGeom>
          <a:noFill/>
        </p:spPr>
        <p:txBody>
          <a:bodyPr wrap="square" lIns="45720" tIns="18288" rIns="45720" bIns="18288" anchor="t">
            <a:spAutoFit/>
          </a:bodyPr>
          <a:lstStyle/>
          <a:p>
            <a:pPr algn="l"/>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Highlighted rows 291–292: two separate </a:t>
            </a:r>
            <a:r>
              <a:rPr sz="1300" b="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CppCalls</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edges from the exact same call site (</a:t>
            </a:r>
            <a:r>
              <a:rPr sz="1300" b="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CPSLogger</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::instance()-&gt;flush();) </a:t>
            </a:r>
            <a:endParaRPr lang="nl-NL"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r>
              <a:rPr lang="en-GB" sz="13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E</a:t>
            </a:r>
            <a:r>
              <a:rPr sz="1300" b="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xtracted</a:t>
            </a:r>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as two rows because they're two distinct function calls chained on one line.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12064"/>
            <a:ext cx="10331450" cy="795047"/>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4 </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Trace Instrumentation &amp; Runtime Tracing</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88880" y="320040"/>
            <a:ext cx="1737360" cy="384048"/>
          </a:xfrm>
          <a:prstGeom prst="rect">
            <a:avLst/>
          </a:prstGeom>
          <a:noFill/>
        </p:spPr>
        <p:txBody>
          <a:bodyPr wrap="square" lIns="45720" tIns="18288" rIns="45720" bIns="18288" anchor="ctr">
            <a:spAutoFit/>
          </a:bodyPr>
          <a:lstStyle/>
          <a:p>
            <a:pPr algn="ctr"/>
            <a:r>
              <a:rPr sz="1200" b="1" i="0" dirty="0">
                <a:solidFill>
                  <a:srgbClr val="FFFFFF"/>
                </a:solidFill>
                <a:latin typeface="Calibri"/>
              </a:rPr>
              <a:t>STAGE 4 / 6</a:t>
            </a:r>
          </a:p>
        </p:txBody>
      </p:sp>
      <p:sp>
        <p:nvSpPr>
          <p:cNvPr id="5" name="Rounded Rectangle 4"/>
          <p:cNvSpPr/>
          <p:nvPr/>
        </p:nvSpPr>
        <p:spPr>
          <a:xfrm>
            <a:off x="457200" y="1527048"/>
            <a:ext cx="11274552" cy="504952"/>
          </a:xfrm>
          <a:prstGeom prst="roundRect">
            <a:avLst>
              <a:gd name="adj" fmla="val 4000"/>
            </a:avLst>
          </a:prstGeom>
          <a:solidFill>
            <a:srgbClr val="F7ECDD"/>
          </a:solidFill>
          <a:ln w="12700">
            <a:solidFill>
              <a:srgbClr val="B879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546167"/>
            <a:ext cx="10972800" cy="274320"/>
          </a:xfrm>
          <a:prstGeom prst="rect">
            <a:avLst/>
          </a:prstGeom>
          <a:noFill/>
        </p:spPr>
        <p:txBody>
          <a:bodyPr wrap="square" lIns="45720" tIns="18288" rIns="45720" bIns="18288" anchor="t">
            <a:spAutoFit/>
          </a:bodyPr>
          <a:lstStyle/>
          <a:p>
            <a:pPr algn="l"/>
            <a:r>
              <a:rPr sz="1000" b="1" i="0" dirty="0">
                <a:solidFill>
                  <a:srgbClr val="B8792F"/>
                </a:solidFill>
                <a:latin typeface="Calibri"/>
              </a:rPr>
              <a:t>RUNNING EDGE, ALL SIX STAGES</a:t>
            </a:r>
          </a:p>
        </p:txBody>
      </p:sp>
      <p:sp>
        <p:nvSpPr>
          <p:cNvPr id="7" name="TextBox 6"/>
          <p:cNvSpPr txBox="1"/>
          <p:nvPr/>
        </p:nvSpPr>
        <p:spPr>
          <a:xfrm>
            <a:off x="640080" y="1737360"/>
            <a:ext cx="10972800" cy="267766"/>
          </a:xfrm>
          <a:prstGeom prst="rect">
            <a:avLst/>
          </a:prstGeom>
          <a:noFill/>
        </p:spPr>
        <p:txBody>
          <a:bodyPr wrap="square" lIns="45720" tIns="18288" rIns="45720" bIns="18288" anchor="t">
            <a:spAutoFit/>
          </a:bodyPr>
          <a:lstStyle/>
          <a:p>
            <a:pPr algn="l"/>
            <a:r>
              <a:rPr sz="1500" i="0" dirty="0">
                <a:solidFill>
                  <a:srgbClr val="222A33"/>
                </a:solidFill>
                <a:latin typeface="Consolas"/>
              </a:rPr>
              <a:t>Synchronization::</a:t>
            </a:r>
            <a:r>
              <a:rPr sz="1500" i="0" dirty="0" err="1">
                <a:solidFill>
                  <a:srgbClr val="222A33"/>
                </a:solidFill>
                <a:latin typeface="Consolas"/>
              </a:rPr>
              <a:t>SynchronizedRunner</a:t>
            </a:r>
            <a:r>
              <a:rPr sz="1500" i="0" dirty="0">
                <a:solidFill>
                  <a:srgbClr val="222A33"/>
                </a:solidFill>
                <a:latin typeface="Consolas"/>
              </a:rPr>
              <a:t>::</a:t>
            </a:r>
            <a:r>
              <a:rPr sz="1500" i="0" dirty="0" err="1">
                <a:solidFill>
                  <a:srgbClr val="222A33"/>
                </a:solidFill>
                <a:latin typeface="Consolas"/>
              </a:rPr>
              <a:t>runSynchronized</a:t>
            </a:r>
            <a:r>
              <a:rPr sz="1500" i="0" dirty="0">
                <a:solidFill>
                  <a:srgbClr val="222A33"/>
                </a:solidFill>
                <a:latin typeface="Consolas"/>
              </a:rPr>
              <a:t>  →  Logging::</a:t>
            </a:r>
            <a:r>
              <a:rPr sz="1500" i="0" dirty="0" err="1">
                <a:solidFill>
                  <a:srgbClr val="222A33"/>
                </a:solidFill>
                <a:latin typeface="Consolas"/>
              </a:rPr>
              <a:t>CPSLogger</a:t>
            </a:r>
            <a:r>
              <a:rPr sz="1500" i="0" dirty="0">
                <a:solidFill>
                  <a:srgbClr val="222A33"/>
                </a:solidFill>
                <a:latin typeface="Consolas"/>
              </a:rPr>
              <a:t>::instance</a:t>
            </a:r>
          </a:p>
        </p:txBody>
      </p:sp>
      <p:sp>
        <p:nvSpPr>
          <p:cNvPr id="8" name="TextBox 7"/>
          <p:cNvSpPr txBox="1"/>
          <p:nvPr/>
        </p:nvSpPr>
        <p:spPr>
          <a:xfrm>
            <a:off x="457200" y="2286000"/>
            <a:ext cx="11247120" cy="683264"/>
          </a:xfrm>
          <a:prstGeom prst="rect">
            <a:avLst/>
          </a:prstGeom>
          <a:noFill/>
        </p:spPr>
        <p:txBody>
          <a:bodyPr wrap="square" lIns="45720" tIns="18288" rIns="45720" bIns="18288" anchor="t">
            <a:spAutoFit/>
          </a:bodyPr>
          <a:lstStyle/>
          <a:p>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The </a:t>
            </a:r>
            <a:r>
              <a:rPr lang="en-GB" sz="1400" b="1"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add-runtime-instrumentation</a:t>
            </a:r>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skill injects trace emission points at the relevant call sites. rebuilds and runs the binary ("</a:t>
            </a:r>
            <a:r>
              <a:rPr lang="en-GB" sz="140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MultiThreaded</a:t>
            </a:r>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Test 1", "IPC Test 1", "Synchronized Runner Test"), turning the captured [TRACE] output into </a:t>
            </a:r>
            <a:r>
              <a:rPr lang="en-GB" sz="1400" b="1"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runtime_traces.txt.</a:t>
            </a:r>
          </a:p>
          <a:p>
            <a:r>
              <a:rPr lang="en-GB"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Every call the dependency matrix said could happen is now checked against what did happen, in real chronological order.</a:t>
            </a:r>
          </a:p>
        </p:txBody>
      </p:sp>
      <p:sp>
        <p:nvSpPr>
          <p:cNvPr id="9" name="Rounded Rectangle 8"/>
          <p:cNvSpPr/>
          <p:nvPr/>
        </p:nvSpPr>
        <p:spPr>
          <a:xfrm>
            <a:off x="1510145" y="3100415"/>
            <a:ext cx="8963891" cy="2542309"/>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647305" y="3191855"/>
            <a:ext cx="8745260" cy="2172390"/>
          </a:xfrm>
          <a:prstGeom prst="rect">
            <a:avLst/>
          </a:prstGeom>
          <a:noFill/>
        </p:spPr>
        <p:txBody>
          <a:bodyPr wrap="square">
            <a:spAutoFit/>
          </a:bodyPr>
          <a:lstStyle/>
          <a:p>
            <a:pPr>
              <a:spcAft>
                <a:spcPts val="100"/>
              </a:spcAft>
            </a:pPr>
            <a:r>
              <a:rPr sz="1050">
                <a:solidFill>
                  <a:srgbClr val="ECE8DD"/>
                </a:solidFill>
                <a:latin typeface="Consolas"/>
              </a:rPr>
              <a:t>EventTimestamp | EventName | ClientComponent | ClientFunction | ServerComponent | ServerFunction</a:t>
            </a:r>
          </a:p>
          <a:p>
            <a:pPr>
              <a:spcAft>
                <a:spcPts val="100"/>
              </a:spcAft>
            </a:pPr>
            <a:r>
              <a:rPr sz="1050">
                <a:solidFill>
                  <a:srgbClr val="ECE8DD"/>
                </a:solidFill>
                <a:latin typeface="Consolas"/>
              </a:rPr>
              <a:t>...686645Z|Aggregator.getAll|Synchronization|AggregatableRunner.notifyAggregationOnUpdate|Aggregation|...</a:t>
            </a:r>
          </a:p>
          <a:p>
            <a:pPr>
              <a:spcAft>
                <a:spcPts val="100"/>
              </a:spcAft>
            </a:pPr>
            <a:r>
              <a:rPr sz="1050">
                <a:solidFill>
                  <a:srgbClr val="ECE8DD"/>
                </a:solidFill>
                <a:latin typeface="Consolas"/>
              </a:rPr>
              <a:t>...687645Z|RAIILogStream.stream|Synchronization|SimpleRunner.runAllStages|Logging|...</a:t>
            </a:r>
          </a:p>
          <a:p>
            <a:pPr>
              <a:spcAft>
                <a:spcPts val="100"/>
              </a:spcAft>
            </a:pPr>
            <a:r>
              <a:rPr sz="1050">
                <a:solidFill>
                  <a:srgbClr val="ECE8DD"/>
                </a:solidFill>
                <a:latin typeface="Consolas"/>
              </a:rPr>
              <a:t>...688645Z|Aggregator.getAll|Synchronization|SimpleRunner.runStage|Aggregation|...</a:t>
            </a:r>
          </a:p>
          <a:p>
            <a:pPr>
              <a:spcAft>
                <a:spcPts val="100"/>
              </a:spcAft>
            </a:pPr>
            <a:r>
              <a:rPr sz="1050">
                <a:solidFill>
                  <a:srgbClr val="ECE8DD"/>
                </a:solidFill>
                <a:latin typeface="Consolas"/>
              </a:rPr>
              <a:t>...689645Z|RAIILogStream.stream|Synchronization|SimpleRunner.runStage|Logging|...</a:t>
            </a:r>
          </a:p>
          <a:p>
            <a:pPr>
              <a:spcAft>
                <a:spcPts val="100"/>
              </a:spcAft>
            </a:pPr>
            <a:r>
              <a:rPr sz="1050">
                <a:solidFill>
                  <a:srgbClr val="ECE8DD"/>
                </a:solidFill>
                <a:latin typeface="Consolas"/>
              </a:rPr>
              <a:t>...691645Z|RAIILogStream.stream|Synchronization|SimpleRunner.runStages|Logging|...</a:t>
            </a:r>
          </a:p>
          <a:p>
            <a:pPr>
              <a:spcAft>
                <a:spcPts val="100"/>
              </a:spcAft>
            </a:pPr>
            <a:r>
              <a:rPr sz="1050">
                <a:solidFill>
                  <a:srgbClr val="ECE8DD"/>
                </a:solidFill>
                <a:latin typeface="Consolas"/>
              </a:rPr>
              <a:t>...693645Z|Aggregator.getAll|Synchronization|SynchronizedRunner.runSynchronized|Aggregation|...</a:t>
            </a:r>
          </a:p>
          <a:p>
            <a:pPr>
              <a:spcAft>
                <a:spcPts val="100"/>
              </a:spcAft>
            </a:pPr>
            <a:r>
              <a:rPr sz="1050" b="1">
                <a:solidFill>
                  <a:srgbClr val="E0B96F"/>
                </a:solidFill>
                <a:latin typeface="Consolas"/>
              </a:rPr>
              <a:t>...694645Z|CPSLogger.flush|Synchronization|SynchronizedRunner.runSynchronized|Logging|CPSLogger.flush</a:t>
            </a:r>
          </a:p>
          <a:p>
            <a:pPr>
              <a:spcAft>
                <a:spcPts val="100"/>
              </a:spcAft>
            </a:pPr>
            <a:r>
              <a:rPr sz="1050" b="1">
                <a:solidFill>
                  <a:srgbClr val="E0B96F"/>
                </a:solidFill>
                <a:latin typeface="Consolas"/>
              </a:rPr>
              <a:t>...695645Z|CPSLogger.instance|Synchronization|SynchronizedRunner.runSynchronized|Logging|CPSLogger.instance</a:t>
            </a:r>
          </a:p>
          <a:p>
            <a:pPr>
              <a:spcAft>
                <a:spcPts val="100"/>
              </a:spcAft>
            </a:pPr>
            <a:r>
              <a:rPr sz="1050">
                <a:solidFill>
                  <a:srgbClr val="ECE8DD"/>
                </a:solidFill>
                <a:latin typeface="Consolas"/>
              </a:rPr>
              <a:t>...696645Z|RAIILogStream.stream|Synchronization|SynchronizedRunnerMaster.SynchronizedRunnerMaster|...</a:t>
            </a:r>
          </a:p>
          <a:p>
            <a:pPr>
              <a:spcAft>
                <a:spcPts val="100"/>
              </a:spcAft>
            </a:pPr>
            <a:r>
              <a:rPr sz="1050">
                <a:solidFill>
                  <a:srgbClr val="ECE8DD"/>
                </a:solidFill>
                <a:latin typeface="Consolas"/>
              </a:rPr>
              <a:t>...697645Z|RAIILogStream.stream|Synchronization|SynchronizedRunnerMaster.runAllStages|Logging|...</a:t>
            </a:r>
          </a:p>
          <a:p>
            <a:pPr>
              <a:spcAft>
                <a:spcPts val="100"/>
              </a:spcAft>
            </a:pPr>
            <a:r>
              <a:rPr sz="1050">
                <a:solidFill>
                  <a:srgbClr val="ECE8DD"/>
                </a:solidFill>
                <a:latin typeface="Consolas"/>
              </a:rPr>
              <a:t>...698645Z|RAIILogStream.stream|Synchronization|SynchronizedRunnerMaster.runStage|Logging|...</a:t>
            </a:r>
          </a:p>
        </p:txBody>
      </p:sp>
      <p:sp>
        <p:nvSpPr>
          <p:cNvPr id="11" name="TextBox 10"/>
          <p:cNvSpPr txBox="1"/>
          <p:nvPr/>
        </p:nvSpPr>
        <p:spPr>
          <a:xfrm>
            <a:off x="457200" y="5989320"/>
            <a:ext cx="11247120" cy="236988"/>
          </a:xfrm>
          <a:prstGeom prst="rect">
            <a:avLst/>
          </a:prstGeom>
          <a:noFill/>
        </p:spPr>
        <p:txBody>
          <a:bodyPr wrap="square" lIns="45720" tIns="18288" rIns="45720" bIns="18288" anchor="t">
            <a:spAutoFit/>
          </a:bodyPr>
          <a:lstStyle/>
          <a:p>
            <a:pPr algn="l"/>
            <a:r>
              <a:rPr sz="130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11 rows, all corroborating a static edge — our running edge is row 8, with its sibling flush at row 7, one millisecond earlier.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3560"/>
            <a:ext cx="10331450" cy="932207"/>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5 </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Agentic Synthesis: Static + Dynamic → Elements</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b="1" dirty="0">
                <a:solidFill>
                  <a:srgbClr val="FFFFFF"/>
                </a:solidFill>
                <a:latin typeface="Calibri"/>
              </a:rPr>
              <a:t>STAGE 5/6</a:t>
            </a:r>
          </a:p>
        </p:txBody>
      </p:sp>
      <p:sp>
        <p:nvSpPr>
          <p:cNvPr id="8" name="TextBox 7"/>
          <p:cNvSpPr txBox="1"/>
          <p:nvPr/>
        </p:nvSpPr>
        <p:spPr>
          <a:xfrm>
            <a:off x="457200" y="1699287"/>
            <a:ext cx="11247120" cy="660181"/>
          </a:xfrm>
          <a:prstGeom prst="rect">
            <a:avLst/>
          </a:prstGeom>
          <a:noFill/>
        </p:spPr>
        <p:txBody>
          <a:bodyPr wrap="square" lIns="45720" tIns="18288" rIns="45720" bIns="18288" anchor="t">
            <a:spAutoFit/>
          </a:bodyPr>
          <a:lstStyle/>
          <a:p>
            <a:pPr algn="l"/>
            <a:r>
              <a:rPr lang="en-GB" sz="135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This is the stage where an LLM touches the pipeline (gpt-5 via Azure OpenAI) independently. It receives static and dynamic evidence as two separately-</a:t>
            </a:r>
            <a:r>
              <a:rPr lang="en-GB" sz="135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labeled</a:t>
            </a:r>
            <a:r>
              <a:rPr lang="en-GB" sz="135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un-merged sources and reasons about corroboration, suppression and indirect dispatch itself. Outputs </a:t>
            </a:r>
            <a:r>
              <a:rPr lang="en-GB" sz="1350" b="1"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elements.json</a:t>
            </a:r>
            <a:r>
              <a:rPr lang="en-GB" sz="135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35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and </a:t>
            </a:r>
            <a:r>
              <a:rPr lang="en-GB" sz="1350" b="1"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sequence.json</a:t>
            </a:r>
            <a:r>
              <a:rPr lang="en-GB" sz="135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used to construct the </a:t>
            </a:r>
            <a:r>
              <a:rPr lang="en-GB" sz="135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35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diagrams.</a:t>
            </a:r>
            <a:endParaRPr sz="135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Rounded Rectangle 8"/>
          <p:cNvSpPr/>
          <p:nvPr/>
        </p:nvSpPr>
        <p:spPr>
          <a:xfrm>
            <a:off x="457200" y="2712258"/>
            <a:ext cx="5486400" cy="3017520"/>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803698"/>
            <a:ext cx="5212080" cy="2834640"/>
          </a:xfrm>
          <a:prstGeom prst="rect">
            <a:avLst/>
          </a:prstGeom>
          <a:noFill/>
        </p:spPr>
        <p:txBody>
          <a:bodyPr wrap="square">
            <a:spAutoFit/>
          </a:bodyPr>
          <a:lstStyle/>
          <a:p>
            <a:pPr>
              <a:spcAft>
                <a:spcPts val="100"/>
              </a:spcAft>
            </a:pPr>
            <a:r>
              <a:rPr sz="1050" dirty="0">
                <a:solidFill>
                  <a:srgbClr val="ECE8DD"/>
                </a:solidFill>
                <a:latin typeface="Consolas"/>
              </a:rPr>
              <a:t>## STATIC EVIDENCE (no execution order)</a:t>
            </a:r>
          </a:p>
          <a:p>
            <a:pPr>
              <a:spcAft>
                <a:spcPts val="100"/>
              </a:spcAft>
            </a:pPr>
            <a:r>
              <a:rPr sz="1050" dirty="0">
                <a:solidFill>
                  <a:srgbClr val="ECE8DD"/>
                </a:solidFill>
                <a:latin typeface="Consolas"/>
              </a:rPr>
              <a:t># (a) suppressed at runtime -&gt; still real, KEEP</a:t>
            </a:r>
          </a:p>
          <a:p>
            <a:pPr>
              <a:spcAft>
                <a:spcPts val="100"/>
              </a:spcAft>
            </a:pPr>
            <a:r>
              <a:rPr sz="1050" dirty="0">
                <a:solidFill>
                  <a:srgbClr val="ECE8DD"/>
                </a:solidFill>
                <a:latin typeface="Consolas"/>
              </a:rPr>
              <a:t># (b) over-approximation -&gt; safe to DROP</a:t>
            </a:r>
          </a:p>
          <a:p>
            <a:pPr>
              <a:spcAft>
                <a:spcPts val="100"/>
              </a:spcAft>
            </a:pPr>
            <a:r>
              <a:rPr sz="1050" dirty="0">
                <a:solidFill>
                  <a:srgbClr val="ECE8DD"/>
                </a:solidFill>
                <a:latin typeface="Consolas"/>
              </a:rPr>
              <a:t>Synchronization -&gt; Logging : flush     [ALSO dynamic]</a:t>
            </a:r>
          </a:p>
          <a:p>
            <a:pPr>
              <a:spcAft>
                <a:spcPts val="100"/>
              </a:spcAft>
            </a:pPr>
            <a:r>
              <a:rPr sz="1050" b="1" dirty="0">
                <a:solidFill>
                  <a:srgbClr val="E0B96F"/>
                </a:solidFill>
                <a:latin typeface="Consolas"/>
              </a:rPr>
              <a:t>Synchronization -&gt; Logging : instance  [ALSO dynamic]</a:t>
            </a:r>
          </a:p>
          <a:p>
            <a:pPr>
              <a:spcAft>
                <a:spcPts val="100"/>
              </a:spcAft>
            </a:pPr>
            <a:endParaRPr sz="1050" b="1" dirty="0">
              <a:solidFill>
                <a:srgbClr val="E0B96F"/>
              </a:solidFill>
              <a:latin typeface="Consolas"/>
            </a:endParaRPr>
          </a:p>
          <a:p>
            <a:pPr>
              <a:spcAft>
                <a:spcPts val="100"/>
              </a:spcAft>
            </a:pPr>
            <a:r>
              <a:rPr sz="1050" dirty="0">
                <a:solidFill>
                  <a:srgbClr val="ECE8DD"/>
                </a:solidFill>
                <a:latin typeface="Consolas"/>
              </a:rPr>
              <a:t>## DYNAMIC EVIDENCE (real execution order)</a:t>
            </a:r>
          </a:p>
          <a:p>
            <a:pPr>
              <a:spcAft>
                <a:spcPts val="100"/>
              </a:spcAft>
            </a:pPr>
            <a:r>
              <a:rPr sz="1050" dirty="0">
                <a:solidFill>
                  <a:srgbClr val="ECE8DD"/>
                </a:solidFill>
                <a:latin typeface="Consolas"/>
              </a:rPr>
              <a:t>[7] Sync -&gt; Logging : flush</a:t>
            </a:r>
          </a:p>
          <a:p>
            <a:pPr>
              <a:spcAft>
                <a:spcPts val="100"/>
              </a:spcAft>
            </a:pPr>
            <a:r>
              <a:rPr sz="1050" dirty="0">
                <a:solidFill>
                  <a:srgbClr val="ECE8DD"/>
                </a:solidFill>
                <a:latin typeface="Consolas"/>
              </a:rPr>
              <a:t>     (from </a:t>
            </a:r>
            <a:r>
              <a:rPr sz="1050" dirty="0" err="1">
                <a:solidFill>
                  <a:srgbClr val="ECE8DD"/>
                </a:solidFill>
                <a:latin typeface="Consolas"/>
              </a:rPr>
              <a:t>SynchronizedRunner.runSynchronized</a:t>
            </a:r>
            <a:r>
              <a:rPr sz="1050" dirty="0">
                <a:solidFill>
                  <a:srgbClr val="ECE8DD"/>
                </a:solidFill>
                <a:latin typeface="Consolas"/>
              </a:rPr>
              <a:t>)</a:t>
            </a:r>
          </a:p>
          <a:p>
            <a:pPr>
              <a:spcAft>
                <a:spcPts val="100"/>
              </a:spcAft>
            </a:pPr>
            <a:r>
              <a:rPr sz="1050" b="1" dirty="0">
                <a:solidFill>
                  <a:srgbClr val="E0B96F"/>
                </a:solidFill>
                <a:latin typeface="Consolas"/>
              </a:rPr>
              <a:t>[8] Sync -&gt; Logging : instance</a:t>
            </a:r>
          </a:p>
          <a:p>
            <a:pPr>
              <a:spcAft>
                <a:spcPts val="100"/>
              </a:spcAft>
            </a:pPr>
            <a:r>
              <a:rPr sz="1050" dirty="0">
                <a:solidFill>
                  <a:srgbClr val="ECE8DD"/>
                </a:solidFill>
                <a:latin typeface="Consolas"/>
              </a:rPr>
              <a:t>     (from </a:t>
            </a:r>
            <a:r>
              <a:rPr sz="1050" dirty="0" err="1">
                <a:solidFill>
                  <a:srgbClr val="ECE8DD"/>
                </a:solidFill>
                <a:latin typeface="Consolas"/>
              </a:rPr>
              <a:t>SynchronizedRunner.runSynchronized</a:t>
            </a:r>
            <a:r>
              <a:rPr sz="1050" dirty="0">
                <a:solidFill>
                  <a:srgbClr val="ECE8DD"/>
                </a:solidFill>
                <a:latin typeface="Consolas"/>
              </a:rPr>
              <a:t>)</a:t>
            </a:r>
          </a:p>
        </p:txBody>
      </p:sp>
      <p:sp>
        <p:nvSpPr>
          <p:cNvPr id="11" name="Rounded Rectangle 10"/>
          <p:cNvSpPr/>
          <p:nvPr/>
        </p:nvSpPr>
        <p:spPr>
          <a:xfrm>
            <a:off x="6172200" y="2712258"/>
            <a:ext cx="5532120" cy="3017520"/>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0" y="2803698"/>
            <a:ext cx="5257800" cy="2834640"/>
          </a:xfrm>
          <a:prstGeom prst="rect">
            <a:avLst/>
          </a:prstGeom>
          <a:noFill/>
        </p:spPr>
        <p:txBody>
          <a:bodyPr wrap="square">
            <a:spAutoFit/>
          </a:bodyPr>
          <a:lstStyle/>
          <a:p>
            <a:pPr>
              <a:spcAft>
                <a:spcPts val="100"/>
              </a:spcAft>
            </a:pPr>
            <a:r>
              <a:rPr sz="1050">
                <a:solidFill>
                  <a:srgbClr val="ECE8DD"/>
                </a:solidFill>
                <a:latin typeface="Consolas"/>
              </a:rPr>
              <a:t>// elements.json (final set)</a:t>
            </a:r>
          </a:p>
          <a:p>
            <a:pPr>
              <a:spcAft>
                <a:spcPts val="100"/>
              </a:spcAft>
            </a:pPr>
            <a:r>
              <a:rPr sz="1050">
                <a:solidFill>
                  <a:srgbClr val="ECE8DD"/>
                </a:solidFill>
                <a:latin typeface="Consolas"/>
              </a:rPr>
              <a:t>{"source":"Synchronization","target":"Logging",</a:t>
            </a:r>
          </a:p>
          <a:p>
            <a:pPr>
              <a:spcAft>
                <a:spcPts val="100"/>
              </a:spcAft>
            </a:pPr>
            <a:r>
              <a:rPr sz="1050">
                <a:solidFill>
                  <a:srgbClr val="ECE8DD"/>
                </a:solidFill>
                <a:latin typeface="Consolas"/>
              </a:rPr>
              <a:t>  "interaction":"flush"},</a:t>
            </a:r>
          </a:p>
          <a:p>
            <a:pPr>
              <a:spcAft>
                <a:spcPts val="100"/>
              </a:spcAft>
            </a:pPr>
            <a:r>
              <a:rPr sz="1050" b="1">
                <a:solidFill>
                  <a:srgbClr val="E0B96F"/>
                </a:solidFill>
                <a:latin typeface="Consolas"/>
              </a:rPr>
              <a:t>{"source":"Synchronization","target":"Logging",</a:t>
            </a:r>
          </a:p>
          <a:p>
            <a:pPr>
              <a:spcAft>
                <a:spcPts val="100"/>
              </a:spcAft>
            </a:pPr>
            <a:r>
              <a:rPr sz="1050" b="1">
                <a:solidFill>
                  <a:srgbClr val="E0B96F"/>
                </a:solidFill>
                <a:latin typeface="Consolas"/>
              </a:rPr>
              <a:t>  "interaction":"instance"},</a:t>
            </a:r>
          </a:p>
          <a:p>
            <a:pPr>
              <a:spcAft>
                <a:spcPts val="100"/>
              </a:spcAft>
            </a:pPr>
            <a:r>
              <a:rPr sz="1050">
                <a:solidFill>
                  <a:srgbClr val="ECE8DD"/>
                </a:solidFill>
                <a:latin typeface="Consolas"/>
              </a:rPr>
              <a:t>...</a:t>
            </a:r>
          </a:p>
          <a:p>
            <a:pPr>
              <a:spcAft>
                <a:spcPts val="100"/>
              </a:spcAft>
            </a:pPr>
            <a:endParaRPr sz="1050">
              <a:solidFill>
                <a:srgbClr val="ECE8DD"/>
              </a:solidFill>
              <a:latin typeface="Consolas"/>
            </a:endParaRPr>
          </a:p>
          <a:p>
            <a:pPr>
              <a:spcAft>
                <a:spcPts val="100"/>
              </a:spcAft>
            </a:pPr>
            <a:r>
              <a:rPr sz="1050">
                <a:solidFill>
                  <a:srgbClr val="ECE8DD"/>
                </a:solidFill>
                <a:latin typeface="Consolas"/>
              </a:rPr>
              <a:t>// sequence.json, steps 7-8</a:t>
            </a:r>
          </a:p>
          <a:p>
            <a:pPr>
              <a:spcAft>
                <a:spcPts val="100"/>
              </a:spcAft>
            </a:pPr>
            <a:r>
              <a:rPr sz="1050">
                <a:solidFill>
                  <a:srgbClr val="ECE8DD"/>
                </a:solidFill>
                <a:latin typeface="Consolas"/>
              </a:rPr>
              <a:t>{"step":7,  ...,"interaction":"flush",   "note":""}</a:t>
            </a:r>
          </a:p>
          <a:p>
            <a:pPr>
              <a:spcAft>
                <a:spcPts val="100"/>
              </a:spcAft>
            </a:pPr>
            <a:r>
              <a:rPr sz="1050" b="1">
                <a:solidFill>
                  <a:srgbClr val="E0B96F"/>
                </a:solidFill>
                <a:latin typeface="Consolas"/>
              </a:rPr>
              <a:t>{"step":8,  ...,"interaction":"instance","note":""}</a:t>
            </a:r>
          </a:p>
        </p:txBody>
      </p:sp>
      <p:sp>
        <p:nvSpPr>
          <p:cNvPr id="13" name="TextBox 12"/>
          <p:cNvSpPr txBox="1"/>
          <p:nvPr/>
        </p:nvSpPr>
        <p:spPr>
          <a:xfrm>
            <a:off x="472440" y="6035040"/>
            <a:ext cx="11247120" cy="421654"/>
          </a:xfrm>
          <a:prstGeom prst="rect">
            <a:avLst/>
          </a:prstGeom>
          <a:noFill/>
        </p:spPr>
        <p:txBody>
          <a:bodyPr wrap="square" lIns="45720" tIns="18288" rIns="45720" bIns="18288" anchor="t">
            <a:spAutoFit/>
          </a:bodyPr>
          <a:lstStyle/>
          <a:p>
            <a:pPr algn="l"/>
            <a:r>
              <a:rPr sz="1250" b="1"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Empty "note" fields matter</a:t>
            </a:r>
            <a:r>
              <a:rPr sz="125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25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T</a:t>
            </a:r>
            <a:r>
              <a:rPr sz="1250" b="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he agent notes a step ONLY when it came from a single source. All 11 S1 steps corroborate both ways — the agent's judgment call is trivial here.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48247"/>
            <a:ext cx="10803890" cy="1048123"/>
          </a:xfrm>
        </p:spPr>
        <p:txBody>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Stage 6 </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28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 v2 Generation: Elements → Scenario Diagram</a:t>
            </a: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88880" y="320040"/>
            <a:ext cx="1737360" cy="384048"/>
          </a:xfrm>
          <a:prstGeom prst="rect">
            <a:avLst/>
          </a:prstGeom>
          <a:noFill/>
        </p:spPr>
        <p:txBody>
          <a:bodyPr wrap="square" lIns="45720" tIns="18288" rIns="45720" bIns="18288" anchor="ctr">
            <a:spAutoFit/>
          </a:bodyPr>
          <a:lstStyle/>
          <a:p>
            <a:pPr algn="ctr"/>
            <a:r>
              <a:rPr sz="1200" b="1" i="0">
                <a:solidFill>
                  <a:srgbClr val="FFFFFF"/>
                </a:solidFill>
                <a:latin typeface="Calibri"/>
              </a:rPr>
              <a:t>STAGE 6 / 6</a:t>
            </a:r>
          </a:p>
        </p:txBody>
      </p:sp>
      <p:sp>
        <p:nvSpPr>
          <p:cNvPr id="8" name="TextBox 7"/>
          <p:cNvSpPr txBox="1"/>
          <p:nvPr/>
        </p:nvSpPr>
        <p:spPr>
          <a:xfrm>
            <a:off x="457200" y="2003601"/>
            <a:ext cx="11247120" cy="467820"/>
          </a:xfrm>
          <a:prstGeom prst="rect">
            <a:avLst/>
          </a:prstGeom>
          <a:noFill/>
        </p:spPr>
        <p:txBody>
          <a:bodyPr wrap="square" lIns="45720" tIns="18288" rIns="45720" bIns="18288" anchor="t">
            <a:spAutoFit/>
          </a:bodyPr>
          <a:lstStyle/>
          <a:p>
            <a:pPr algn="l"/>
            <a:r>
              <a:rPr lang="en-GB"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v2 structural and sequence models are generated using the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400" b="1"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-structural-model</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and </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draw-</a:t>
            </a:r>
            <a:r>
              <a:rPr lang="en-GB" sz="1400" b="1"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400" b="1"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-sequence-model</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agent skills. Each element becomes a typed port pair and each sequence step becomes a labelled </a:t>
            </a:r>
            <a:r>
              <a:rPr lang="en-GB"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SynchronousCall</a:t>
            </a:r>
            <a:r>
              <a:rPr lang="en-GB"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Rounded Rectangle 8"/>
          <p:cNvSpPr/>
          <p:nvPr/>
        </p:nvSpPr>
        <p:spPr>
          <a:xfrm>
            <a:off x="2424545" y="2751051"/>
            <a:ext cx="7042727" cy="2834640"/>
          </a:xfrm>
          <a:prstGeom prst="roundRect">
            <a:avLst/>
          </a:prstGeom>
          <a:solidFill>
            <a:srgbClr val="201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61705" y="2842491"/>
            <a:ext cx="6369858" cy="2926442"/>
          </a:xfrm>
          <a:prstGeom prst="rect">
            <a:avLst/>
          </a:prstGeom>
          <a:noFill/>
        </p:spPr>
        <p:txBody>
          <a:bodyPr wrap="square">
            <a:spAutoFit/>
          </a:bodyPr>
          <a:lstStyle/>
          <a:p>
            <a:pPr>
              <a:spcAft>
                <a:spcPts val="100"/>
              </a:spcAft>
            </a:pPr>
            <a:r>
              <a:rPr sz="1150">
                <a:solidFill>
                  <a:srgbClr val="ECE8DD"/>
                </a:solidFill>
                <a:latin typeface="Consolas"/>
              </a:rPr>
              <a:t>package ComponentModel_S1 {</a:t>
            </a:r>
          </a:p>
          <a:p>
            <a:pPr>
              <a:spcAft>
                <a:spcPts val="100"/>
              </a:spcAft>
            </a:pPr>
            <a:r>
              <a:rPr sz="1150">
                <a:solidFill>
                  <a:srgbClr val="ECE8DD"/>
                </a:solidFill>
                <a:latin typeface="Consolas"/>
              </a:rPr>
              <a:t>    port def Instance;  // ...Flush, GetAll, Stream</a:t>
            </a:r>
          </a:p>
          <a:p>
            <a:pPr>
              <a:spcAft>
                <a:spcPts val="100"/>
              </a:spcAft>
            </a:pPr>
            <a:r>
              <a:rPr sz="1150">
                <a:solidFill>
                  <a:srgbClr val="ECE8DD"/>
                </a:solidFill>
                <a:latin typeface="Consolas"/>
              </a:rPr>
              <a:t>    part def Logging { port serverInstance : Instance; }</a:t>
            </a:r>
          </a:p>
          <a:p>
            <a:pPr>
              <a:spcAft>
                <a:spcPts val="100"/>
              </a:spcAft>
            </a:pPr>
            <a:r>
              <a:rPr sz="1150">
                <a:solidFill>
                  <a:srgbClr val="ECE8DD"/>
                </a:solidFill>
                <a:latin typeface="Consolas"/>
              </a:rPr>
              <a:t>    part def Synchronization { port clientInstance : Instance; }</a:t>
            </a:r>
          </a:p>
          <a:p>
            <a:pPr>
              <a:spcAft>
                <a:spcPts val="100"/>
              </a:spcAft>
            </a:pPr>
            <a:r>
              <a:rPr sz="1150">
                <a:solidFill>
                  <a:srgbClr val="ECE8DD"/>
                </a:solidFill>
                <a:latin typeface="Consolas"/>
              </a:rPr>
              <a:t>    part def S1System {</a:t>
            </a:r>
          </a:p>
          <a:p>
            <a:pPr>
              <a:spcAft>
                <a:spcPts val="100"/>
              </a:spcAft>
            </a:pPr>
            <a:r>
              <a:rPr sz="1150" b="1">
                <a:solidFill>
                  <a:srgbClr val="E0B96F"/>
                </a:solidFill>
                <a:latin typeface="Consolas"/>
              </a:rPr>
              <a:t>        connect logging.serverInstance to synchronization.clientInstance;</a:t>
            </a:r>
          </a:p>
          <a:p>
            <a:pPr>
              <a:spcAft>
                <a:spcPts val="100"/>
              </a:spcAft>
            </a:pPr>
            <a:r>
              <a:rPr sz="1150">
                <a:solidFill>
                  <a:srgbClr val="ECE8DD"/>
                </a:solidFill>
                <a:latin typeface="Consolas"/>
              </a:rPr>
              <a:t>    }</a:t>
            </a:r>
          </a:p>
          <a:p>
            <a:pPr>
              <a:spcAft>
                <a:spcPts val="100"/>
              </a:spcAft>
            </a:pPr>
            <a:r>
              <a:rPr sz="1150">
                <a:solidFill>
                  <a:srgbClr val="ECE8DD"/>
                </a:solidFill>
                <a:latin typeface="Consolas"/>
              </a:rPr>
              <a:t>}</a:t>
            </a:r>
          </a:p>
          <a:p>
            <a:pPr>
              <a:spcAft>
                <a:spcPts val="100"/>
              </a:spcAft>
            </a:pPr>
            <a:r>
              <a:rPr sz="1150">
                <a:solidFill>
                  <a:srgbClr val="ECE8DD"/>
                </a:solidFill>
                <a:latin typeface="Consolas"/>
              </a:rPr>
              <a:t>package CPScoreInteractionModels_S1 {</a:t>
            </a:r>
          </a:p>
          <a:p>
            <a:pPr>
              <a:spcAft>
                <a:spcPts val="100"/>
              </a:spcAft>
            </a:pPr>
            <a:r>
              <a:rPr sz="1150" b="1">
                <a:solidFill>
                  <a:srgbClr val="E0B96F"/>
                </a:solidFill>
                <a:latin typeface="Consolas"/>
              </a:rPr>
              <a:t>    part m8_instance : SynchronousCall {</a:t>
            </a:r>
          </a:p>
          <a:p>
            <a:pPr>
              <a:spcAft>
                <a:spcPts val="100"/>
              </a:spcAft>
            </a:pPr>
            <a:r>
              <a:rPr sz="1150" b="1">
                <a:solidFill>
                  <a:srgbClr val="E0B96F"/>
                </a:solidFill>
                <a:latin typeface="Consolas"/>
              </a:rPr>
              <a:t>        ref from : Lifeline = synchronization;</a:t>
            </a:r>
          </a:p>
          <a:p>
            <a:pPr>
              <a:spcAft>
                <a:spcPts val="100"/>
              </a:spcAft>
            </a:pPr>
            <a:r>
              <a:rPr sz="1150" b="1">
                <a:solidFill>
                  <a:srgbClr val="E0B96F"/>
                </a:solidFill>
                <a:latin typeface="Consolas"/>
              </a:rPr>
              <a:t>        ref to   : Lifeline = logging;</a:t>
            </a:r>
          </a:p>
          <a:p>
            <a:pPr>
              <a:spcAft>
                <a:spcPts val="100"/>
              </a:spcAft>
            </a:pPr>
            <a:r>
              <a:rPr sz="1150" b="1">
                <a:solidFill>
                  <a:srgbClr val="E0B96F"/>
                </a:solidFill>
                <a:latin typeface="Consolas"/>
              </a:rPr>
              <a:t>        attribute :&gt;&gt; label = "8. instance";</a:t>
            </a:r>
          </a:p>
          <a:p>
            <a:pPr>
              <a:spcAft>
                <a:spcPts val="100"/>
              </a:spcAft>
            </a:pPr>
            <a:r>
              <a:rPr sz="1150">
                <a:solidFill>
                  <a:srgbClr val="ECE8DD"/>
                </a:solidFill>
                <a:latin typeface="Consolas"/>
              </a:rPr>
              <a:t>    }</a:t>
            </a:r>
          </a:p>
          <a:p>
            <a:pPr>
              <a:spcAft>
                <a:spcPts val="100"/>
              </a:spcAft>
            </a:pPr>
            <a:r>
              <a:rPr sz="1150">
                <a:solidFill>
                  <a:srgbClr val="ECE8DD"/>
                </a:solidFill>
                <a:latin typeface="Consolas"/>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064" y="631417"/>
            <a:ext cx="10331450" cy="862151"/>
          </a:xfrm>
        </p:spPr>
        <p:txBody>
          <a:bodyPr/>
          <a:lstStyle/>
          <a:p>
            <a:r>
              <a:rPr lang="nl-NL" sz="2800" dirty="0" err="1">
                <a:latin typeface="Sans Serif Collection" panose="020B0502040504020204" pitchFamily="34" charset="0"/>
                <a:ea typeface="Sans Serif Collection" panose="020B0502040504020204" pitchFamily="34" charset="0"/>
                <a:cs typeface="Sans Serif Collection" panose="020B0502040504020204" pitchFamily="34" charset="0"/>
              </a:rPr>
              <a:t>Whole</a:t>
            </a:r>
            <a:r>
              <a:rPr lang="nl-NL" sz="2800" dirty="0">
                <a:latin typeface="Sans Serif Collection" panose="020B0502040504020204" pitchFamily="34" charset="0"/>
                <a:ea typeface="Sans Serif Collection" panose="020B0502040504020204" pitchFamily="34" charset="0"/>
                <a:cs typeface="Sans Serif Collection" panose="020B0502040504020204" pitchFamily="34" charset="0"/>
              </a:rPr>
              <a:t> Pipeline Summary</a:t>
            </a:r>
            <a:endParaRPr sz="28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Rounded Rectangle 2"/>
          <p:cNvSpPr/>
          <p:nvPr/>
        </p:nvSpPr>
        <p:spPr>
          <a:xfrm>
            <a:off x="10088880" y="320040"/>
            <a:ext cx="1737360" cy="384048"/>
          </a:xfrm>
          <a:prstGeom prst="roundRect">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nl-NL" sz="1200" b="1" dirty="0">
                <a:latin typeface="Calibri" panose="020F0502020204030204" pitchFamily="34" charset="0"/>
                <a:ea typeface="Calibri" panose="020F0502020204030204" pitchFamily="34" charset="0"/>
                <a:cs typeface="Calibri" panose="020F0502020204030204" pitchFamily="34" charset="0"/>
              </a:rPr>
              <a:t>SUMMARY</a:t>
            </a:r>
            <a:endParaRPr sz="1200" b="1" dirty="0">
              <a:latin typeface="Calibri" panose="020F0502020204030204" pitchFamily="34" charset="0"/>
              <a:ea typeface="Calibri" panose="020F0502020204030204" pitchFamily="34" charset="0"/>
              <a:cs typeface="Calibri" panose="020F0502020204030204" pitchFamily="34" charset="0"/>
            </a:endParaRPr>
          </a:p>
        </p:txBody>
      </p:sp>
      <p:sp>
        <p:nvSpPr>
          <p:cNvPr id="6" name="Rounded Rectangle 5"/>
          <p:cNvSpPr/>
          <p:nvPr/>
        </p:nvSpPr>
        <p:spPr>
          <a:xfrm>
            <a:off x="427055"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7055" y="2493776"/>
            <a:ext cx="1783080" cy="320040"/>
          </a:xfrm>
          <a:prstGeom prst="rect">
            <a:avLst/>
          </a:prstGeom>
          <a:noFill/>
        </p:spPr>
        <p:txBody>
          <a:bodyPr wrap="square" lIns="45720" tIns="18288" rIns="45720" bIns="18288" anchor="t">
            <a:spAutoFit/>
          </a:bodyPr>
          <a:lstStyle/>
          <a:p>
            <a:pPr algn="ctr"/>
            <a:r>
              <a:rPr sz="1600" b="1" i="0">
                <a:solidFill>
                  <a:srgbClr val="FFFFFF"/>
                </a:solidFill>
                <a:latin typeface="Calibri"/>
              </a:rPr>
              <a:t>1</a:t>
            </a:r>
          </a:p>
        </p:txBody>
      </p:sp>
      <p:sp>
        <p:nvSpPr>
          <p:cNvPr id="8" name="TextBox 7"/>
          <p:cNvSpPr txBox="1"/>
          <p:nvPr/>
        </p:nvSpPr>
        <p:spPr>
          <a:xfrm>
            <a:off x="500207" y="2859536"/>
            <a:ext cx="1636776" cy="548640"/>
          </a:xfrm>
          <a:prstGeom prst="rect">
            <a:avLst/>
          </a:prstGeom>
          <a:noFill/>
        </p:spPr>
        <p:txBody>
          <a:bodyPr wrap="square" lIns="45720" tIns="18288" rIns="45720" bIns="18288" anchor="t">
            <a:spAutoFit/>
          </a:bodyPr>
          <a:lstStyle/>
          <a:p>
            <a:pPr algn="ctr"/>
            <a:r>
              <a:rPr sz="1250" b="1" i="0">
                <a:solidFill>
                  <a:srgbClr val="FFFFFF"/>
                </a:solidFill>
                <a:latin typeface="Calibri"/>
              </a:rPr>
              <a:t>Static Extraction</a:t>
            </a:r>
          </a:p>
        </p:txBody>
      </p:sp>
      <p:sp>
        <p:nvSpPr>
          <p:cNvPr id="9" name="TextBox 8"/>
          <p:cNvSpPr txBox="1"/>
          <p:nvPr/>
        </p:nvSpPr>
        <p:spPr>
          <a:xfrm>
            <a:off x="500207" y="3380744"/>
            <a:ext cx="1636776" cy="274320"/>
          </a:xfrm>
          <a:prstGeom prst="rect">
            <a:avLst/>
          </a:prstGeom>
          <a:noFill/>
        </p:spPr>
        <p:txBody>
          <a:bodyPr wrap="square" lIns="45720" tIns="18288" rIns="45720" bIns="18288" anchor="t">
            <a:spAutoFit/>
          </a:bodyPr>
          <a:lstStyle/>
          <a:p>
            <a:pPr algn="ctr"/>
            <a:r>
              <a:rPr sz="1000" b="0" i="0" dirty="0">
                <a:solidFill>
                  <a:srgbClr val="DCE6F0"/>
                </a:solidFill>
                <a:latin typeface="Calibri"/>
              </a:rPr>
              <a:t>Renaissance</a:t>
            </a:r>
          </a:p>
        </p:txBody>
      </p:sp>
      <p:sp>
        <p:nvSpPr>
          <p:cNvPr id="10" name="Rounded Rectangle 9"/>
          <p:cNvSpPr/>
          <p:nvPr/>
        </p:nvSpPr>
        <p:spPr>
          <a:xfrm>
            <a:off x="2319863"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19863" y="2493776"/>
            <a:ext cx="1783080" cy="320040"/>
          </a:xfrm>
          <a:prstGeom prst="rect">
            <a:avLst/>
          </a:prstGeom>
          <a:noFill/>
        </p:spPr>
        <p:txBody>
          <a:bodyPr wrap="square" lIns="45720" tIns="18288" rIns="45720" bIns="18288" anchor="t">
            <a:spAutoFit/>
          </a:bodyPr>
          <a:lstStyle/>
          <a:p>
            <a:pPr algn="ctr"/>
            <a:r>
              <a:rPr sz="1600" b="1" i="0">
                <a:solidFill>
                  <a:srgbClr val="FFFFFF"/>
                </a:solidFill>
                <a:latin typeface="Calibri"/>
              </a:rPr>
              <a:t>2</a:t>
            </a:r>
          </a:p>
        </p:txBody>
      </p:sp>
      <p:sp>
        <p:nvSpPr>
          <p:cNvPr id="12" name="TextBox 11"/>
          <p:cNvSpPr txBox="1"/>
          <p:nvPr/>
        </p:nvSpPr>
        <p:spPr>
          <a:xfrm>
            <a:off x="2393015" y="2859536"/>
            <a:ext cx="1636776" cy="548640"/>
          </a:xfrm>
          <a:prstGeom prst="rect">
            <a:avLst/>
          </a:prstGeom>
          <a:noFill/>
        </p:spPr>
        <p:txBody>
          <a:bodyPr wrap="square" lIns="45720" tIns="18288" rIns="45720" bIns="18288" anchor="t">
            <a:spAutoFit/>
          </a:bodyPr>
          <a:lstStyle/>
          <a:p>
            <a:pPr algn="ctr"/>
            <a:r>
              <a:rPr sz="1250" b="1" i="0" dirty="0">
                <a:solidFill>
                  <a:srgbClr val="FFFFFF"/>
                </a:solidFill>
                <a:latin typeface="Calibri"/>
              </a:rPr>
              <a:t>Code Graph Query</a:t>
            </a:r>
          </a:p>
        </p:txBody>
      </p:sp>
      <p:sp>
        <p:nvSpPr>
          <p:cNvPr id="13" name="TextBox 12"/>
          <p:cNvSpPr txBox="1"/>
          <p:nvPr/>
        </p:nvSpPr>
        <p:spPr>
          <a:xfrm>
            <a:off x="2393015" y="3380744"/>
            <a:ext cx="1636776" cy="274320"/>
          </a:xfrm>
          <a:prstGeom prst="rect">
            <a:avLst/>
          </a:prstGeom>
          <a:noFill/>
        </p:spPr>
        <p:txBody>
          <a:bodyPr wrap="square" lIns="45720" tIns="18288" rIns="45720" bIns="18288" anchor="t">
            <a:spAutoFit/>
          </a:bodyPr>
          <a:lstStyle/>
          <a:p>
            <a:pPr algn="ctr"/>
            <a:r>
              <a:rPr sz="1000" b="0" i="0">
                <a:solidFill>
                  <a:srgbClr val="DCE6F0"/>
                </a:solidFill>
                <a:latin typeface="Calibri"/>
              </a:rPr>
              <a:t>Cypher</a:t>
            </a:r>
          </a:p>
        </p:txBody>
      </p:sp>
      <p:sp>
        <p:nvSpPr>
          <p:cNvPr id="14" name="Rounded Rectangle 13"/>
          <p:cNvSpPr/>
          <p:nvPr/>
        </p:nvSpPr>
        <p:spPr>
          <a:xfrm>
            <a:off x="4212671"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12671" y="2493776"/>
            <a:ext cx="1783080" cy="320040"/>
          </a:xfrm>
          <a:prstGeom prst="rect">
            <a:avLst/>
          </a:prstGeom>
          <a:noFill/>
        </p:spPr>
        <p:txBody>
          <a:bodyPr wrap="square" lIns="45720" tIns="18288" rIns="45720" bIns="18288" anchor="t">
            <a:spAutoFit/>
          </a:bodyPr>
          <a:lstStyle/>
          <a:p>
            <a:pPr algn="ctr"/>
            <a:r>
              <a:rPr sz="1600" b="1" i="0">
                <a:solidFill>
                  <a:srgbClr val="FFFFFF"/>
                </a:solidFill>
                <a:latin typeface="Calibri"/>
              </a:rPr>
              <a:t>3</a:t>
            </a:r>
          </a:p>
        </p:txBody>
      </p:sp>
      <p:sp>
        <p:nvSpPr>
          <p:cNvPr id="16" name="TextBox 15"/>
          <p:cNvSpPr txBox="1"/>
          <p:nvPr/>
        </p:nvSpPr>
        <p:spPr>
          <a:xfrm>
            <a:off x="4285823" y="2859536"/>
            <a:ext cx="1636776" cy="548640"/>
          </a:xfrm>
          <a:prstGeom prst="rect">
            <a:avLst/>
          </a:prstGeom>
          <a:noFill/>
        </p:spPr>
        <p:txBody>
          <a:bodyPr wrap="square" lIns="45720" tIns="18288" rIns="45720" bIns="18288" anchor="t">
            <a:spAutoFit/>
          </a:bodyPr>
          <a:lstStyle/>
          <a:p>
            <a:pPr algn="ctr"/>
            <a:r>
              <a:rPr sz="1250" b="1" i="0">
                <a:solidFill>
                  <a:srgbClr val="FFFFFF"/>
                </a:solidFill>
                <a:latin typeface="Calibri"/>
              </a:rPr>
              <a:t>Dependency Matrix</a:t>
            </a:r>
          </a:p>
        </p:txBody>
      </p:sp>
      <p:sp>
        <p:nvSpPr>
          <p:cNvPr id="17" name="TextBox 16"/>
          <p:cNvSpPr txBox="1"/>
          <p:nvPr/>
        </p:nvSpPr>
        <p:spPr>
          <a:xfrm>
            <a:off x="4285823" y="3380744"/>
            <a:ext cx="1636776" cy="274320"/>
          </a:xfrm>
          <a:prstGeom prst="rect">
            <a:avLst/>
          </a:prstGeom>
          <a:noFill/>
        </p:spPr>
        <p:txBody>
          <a:bodyPr wrap="square" lIns="45720" tIns="18288" rIns="45720" bIns="18288" anchor="t">
            <a:spAutoFit/>
          </a:bodyPr>
          <a:lstStyle/>
          <a:p>
            <a:pPr algn="ctr"/>
            <a:r>
              <a:rPr sz="1000" b="0" i="0">
                <a:solidFill>
                  <a:srgbClr val="DCE6F0"/>
                </a:solidFill>
                <a:latin typeface="Calibri"/>
              </a:rPr>
              <a:t>CSV export</a:t>
            </a:r>
          </a:p>
        </p:txBody>
      </p:sp>
      <p:sp>
        <p:nvSpPr>
          <p:cNvPr id="18" name="Rounded Rectangle 17"/>
          <p:cNvSpPr/>
          <p:nvPr/>
        </p:nvSpPr>
        <p:spPr>
          <a:xfrm>
            <a:off x="6105479"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05479" y="2493776"/>
            <a:ext cx="1783080" cy="320040"/>
          </a:xfrm>
          <a:prstGeom prst="rect">
            <a:avLst/>
          </a:prstGeom>
          <a:noFill/>
        </p:spPr>
        <p:txBody>
          <a:bodyPr wrap="square" lIns="45720" tIns="18288" rIns="45720" bIns="18288" anchor="t">
            <a:spAutoFit/>
          </a:bodyPr>
          <a:lstStyle/>
          <a:p>
            <a:pPr algn="ctr"/>
            <a:r>
              <a:rPr sz="1600" b="1" i="0">
                <a:solidFill>
                  <a:srgbClr val="FFFFFF"/>
                </a:solidFill>
                <a:latin typeface="Calibri"/>
              </a:rPr>
              <a:t>4</a:t>
            </a:r>
          </a:p>
        </p:txBody>
      </p:sp>
      <p:sp>
        <p:nvSpPr>
          <p:cNvPr id="20" name="TextBox 19"/>
          <p:cNvSpPr txBox="1"/>
          <p:nvPr/>
        </p:nvSpPr>
        <p:spPr>
          <a:xfrm>
            <a:off x="6178631" y="2859536"/>
            <a:ext cx="1636776" cy="229294"/>
          </a:xfrm>
          <a:prstGeom prst="rect">
            <a:avLst/>
          </a:prstGeom>
          <a:noFill/>
        </p:spPr>
        <p:txBody>
          <a:bodyPr wrap="square" lIns="45720" tIns="18288" rIns="45720" bIns="18288" anchor="t">
            <a:spAutoFit/>
          </a:bodyPr>
          <a:lstStyle/>
          <a:p>
            <a:pPr algn="ctr"/>
            <a:r>
              <a:rPr sz="1250" b="1" i="0" dirty="0">
                <a:solidFill>
                  <a:srgbClr val="FFFFFF"/>
                </a:solidFill>
                <a:latin typeface="Calibri"/>
              </a:rPr>
              <a:t>Tracing</a:t>
            </a:r>
            <a:r>
              <a:rPr lang="nl-NL" sz="1250" b="1" i="0" dirty="0">
                <a:solidFill>
                  <a:srgbClr val="FFFFFF"/>
                </a:solidFill>
                <a:latin typeface="Calibri"/>
              </a:rPr>
              <a:t> &amp; Collection</a:t>
            </a:r>
            <a:endParaRPr sz="1250" b="1" i="0" dirty="0">
              <a:solidFill>
                <a:srgbClr val="FFFFFF"/>
              </a:solidFill>
              <a:latin typeface="Calibri"/>
            </a:endParaRPr>
          </a:p>
        </p:txBody>
      </p:sp>
      <p:sp>
        <p:nvSpPr>
          <p:cNvPr id="21" name="TextBox 20"/>
          <p:cNvSpPr txBox="1"/>
          <p:nvPr/>
        </p:nvSpPr>
        <p:spPr>
          <a:xfrm>
            <a:off x="6178631" y="3380744"/>
            <a:ext cx="1636776" cy="190821"/>
          </a:xfrm>
          <a:prstGeom prst="rect">
            <a:avLst/>
          </a:prstGeom>
          <a:noFill/>
        </p:spPr>
        <p:txBody>
          <a:bodyPr wrap="square" lIns="45720" tIns="18288" rIns="45720" bIns="18288" anchor="t">
            <a:spAutoFit/>
          </a:bodyPr>
          <a:lstStyle/>
          <a:p>
            <a:pPr algn="ctr"/>
            <a:r>
              <a:rPr sz="1000" b="0" i="0" dirty="0">
                <a:solidFill>
                  <a:srgbClr val="DCE6F0"/>
                </a:solidFill>
                <a:latin typeface="Calibri"/>
              </a:rPr>
              <a:t>run the</a:t>
            </a:r>
            <a:r>
              <a:rPr lang="nl-NL" sz="1000" b="0" i="0" dirty="0">
                <a:solidFill>
                  <a:srgbClr val="DCE6F0"/>
                </a:solidFill>
                <a:latin typeface="Calibri"/>
              </a:rPr>
              <a:t> scenario / </a:t>
            </a:r>
            <a:r>
              <a:rPr sz="1000" b="0" i="0" dirty="0">
                <a:solidFill>
                  <a:srgbClr val="DCE6F0"/>
                </a:solidFill>
                <a:latin typeface="Calibri"/>
              </a:rPr>
              <a:t>tests</a:t>
            </a:r>
          </a:p>
        </p:txBody>
      </p:sp>
      <p:sp>
        <p:nvSpPr>
          <p:cNvPr id="22" name="Rounded Rectangle 21"/>
          <p:cNvSpPr/>
          <p:nvPr/>
        </p:nvSpPr>
        <p:spPr>
          <a:xfrm>
            <a:off x="7998287"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98287" y="2493776"/>
            <a:ext cx="1783080" cy="320040"/>
          </a:xfrm>
          <a:prstGeom prst="rect">
            <a:avLst/>
          </a:prstGeom>
          <a:solidFill>
            <a:srgbClr val="55736D"/>
          </a:solidFill>
        </p:spPr>
        <p:txBody>
          <a:bodyPr wrap="square" lIns="45720" tIns="18288" rIns="45720" bIns="18288" anchor="t">
            <a:spAutoFit/>
          </a:bodyPr>
          <a:lstStyle/>
          <a:p>
            <a:pPr algn="ctr"/>
            <a:r>
              <a:rPr sz="1600" b="1" i="0">
                <a:solidFill>
                  <a:srgbClr val="FFFFFF"/>
                </a:solidFill>
                <a:latin typeface="Calibri"/>
              </a:rPr>
              <a:t>5</a:t>
            </a:r>
          </a:p>
        </p:txBody>
      </p:sp>
      <p:sp>
        <p:nvSpPr>
          <p:cNvPr id="24" name="TextBox 23"/>
          <p:cNvSpPr txBox="1"/>
          <p:nvPr/>
        </p:nvSpPr>
        <p:spPr>
          <a:xfrm>
            <a:off x="8071439" y="2859536"/>
            <a:ext cx="1636776" cy="548640"/>
          </a:xfrm>
          <a:prstGeom prst="rect">
            <a:avLst/>
          </a:prstGeom>
          <a:solidFill>
            <a:srgbClr val="55736D"/>
          </a:solidFill>
        </p:spPr>
        <p:txBody>
          <a:bodyPr wrap="square" lIns="45720" tIns="18288" rIns="45720" bIns="18288" anchor="t">
            <a:spAutoFit/>
          </a:bodyPr>
          <a:lstStyle/>
          <a:p>
            <a:pPr algn="ctr"/>
            <a:r>
              <a:rPr sz="1250" b="1" i="0">
                <a:solidFill>
                  <a:srgbClr val="FFFFFF"/>
                </a:solidFill>
                <a:latin typeface="Calibri"/>
              </a:rPr>
              <a:t>Agentic Synthesis</a:t>
            </a:r>
          </a:p>
        </p:txBody>
      </p:sp>
      <p:sp>
        <p:nvSpPr>
          <p:cNvPr id="25" name="TextBox 24"/>
          <p:cNvSpPr txBox="1"/>
          <p:nvPr/>
        </p:nvSpPr>
        <p:spPr>
          <a:xfrm>
            <a:off x="8071439" y="3380744"/>
            <a:ext cx="1636776" cy="190821"/>
          </a:xfrm>
          <a:prstGeom prst="rect">
            <a:avLst/>
          </a:prstGeom>
          <a:solidFill>
            <a:srgbClr val="55736D"/>
          </a:solidFill>
        </p:spPr>
        <p:txBody>
          <a:bodyPr wrap="square" lIns="45720" tIns="18288" rIns="45720" bIns="18288" anchor="t">
            <a:spAutoFit/>
          </a:bodyPr>
          <a:lstStyle/>
          <a:p>
            <a:pPr algn="ctr"/>
            <a:r>
              <a:rPr sz="1000" b="0" i="0" dirty="0">
                <a:solidFill>
                  <a:srgbClr val="E8E4F7"/>
                </a:solidFill>
                <a:latin typeface="Calibri"/>
              </a:rPr>
              <a:t>LLM</a:t>
            </a:r>
          </a:p>
        </p:txBody>
      </p:sp>
      <p:sp>
        <p:nvSpPr>
          <p:cNvPr id="26" name="Rounded Rectangle 25"/>
          <p:cNvSpPr/>
          <p:nvPr/>
        </p:nvSpPr>
        <p:spPr>
          <a:xfrm>
            <a:off x="9891095" y="2356616"/>
            <a:ext cx="1783080" cy="1371600"/>
          </a:xfrm>
          <a:prstGeom prst="roundRect">
            <a:avLst>
              <a:gd name="adj" fmla="val 4000"/>
            </a:avLst>
          </a:prstGeom>
          <a:solidFill>
            <a:srgbClr val="5573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91095" y="2493776"/>
            <a:ext cx="1783080" cy="320040"/>
          </a:xfrm>
          <a:prstGeom prst="rect">
            <a:avLst/>
          </a:prstGeom>
          <a:noFill/>
        </p:spPr>
        <p:txBody>
          <a:bodyPr wrap="square" lIns="45720" tIns="18288" rIns="45720" bIns="18288" anchor="t">
            <a:spAutoFit/>
          </a:bodyPr>
          <a:lstStyle/>
          <a:p>
            <a:pPr algn="ctr"/>
            <a:r>
              <a:rPr sz="1600" b="1" i="0">
                <a:solidFill>
                  <a:srgbClr val="FFFFFF"/>
                </a:solidFill>
                <a:latin typeface="Calibri"/>
              </a:rPr>
              <a:t>6</a:t>
            </a:r>
          </a:p>
        </p:txBody>
      </p:sp>
      <p:sp>
        <p:nvSpPr>
          <p:cNvPr id="28" name="TextBox 27"/>
          <p:cNvSpPr txBox="1"/>
          <p:nvPr/>
        </p:nvSpPr>
        <p:spPr>
          <a:xfrm>
            <a:off x="9964247" y="2859536"/>
            <a:ext cx="1636776" cy="548640"/>
          </a:xfrm>
          <a:prstGeom prst="rect">
            <a:avLst/>
          </a:prstGeom>
          <a:noFill/>
        </p:spPr>
        <p:txBody>
          <a:bodyPr wrap="square" lIns="45720" tIns="18288" rIns="45720" bIns="18288" anchor="t">
            <a:spAutoFit/>
          </a:bodyPr>
          <a:lstStyle/>
          <a:p>
            <a:pPr algn="ctr"/>
            <a:r>
              <a:rPr sz="1250" b="1" i="0">
                <a:solidFill>
                  <a:srgbClr val="FFFFFF"/>
                </a:solidFill>
                <a:latin typeface="Calibri"/>
              </a:rPr>
              <a:t>SysML Generation</a:t>
            </a:r>
          </a:p>
        </p:txBody>
      </p:sp>
      <p:sp>
        <p:nvSpPr>
          <p:cNvPr id="29" name="TextBox 28"/>
          <p:cNvSpPr txBox="1"/>
          <p:nvPr/>
        </p:nvSpPr>
        <p:spPr>
          <a:xfrm>
            <a:off x="9964247" y="3380744"/>
            <a:ext cx="1636776" cy="274320"/>
          </a:xfrm>
          <a:prstGeom prst="rect">
            <a:avLst/>
          </a:prstGeom>
          <a:noFill/>
        </p:spPr>
        <p:txBody>
          <a:bodyPr wrap="square" lIns="45720" tIns="18288" rIns="45720" bIns="18288" anchor="t">
            <a:spAutoFit/>
          </a:bodyPr>
          <a:lstStyle/>
          <a:p>
            <a:pPr algn="ctr"/>
            <a:r>
              <a:rPr sz="1000" b="0" i="0">
                <a:solidFill>
                  <a:srgbClr val="DCE6F0"/>
                </a:solidFill>
                <a:latin typeface="Calibri"/>
              </a:rPr>
              <a:t>templating</a:t>
            </a:r>
          </a:p>
        </p:txBody>
      </p:sp>
      <p:sp>
        <p:nvSpPr>
          <p:cNvPr id="30" name="TextBox 29"/>
          <p:cNvSpPr txBox="1"/>
          <p:nvPr/>
        </p:nvSpPr>
        <p:spPr>
          <a:xfrm>
            <a:off x="512064" y="4591264"/>
            <a:ext cx="11247120" cy="1088503"/>
          </a:xfrm>
          <a:prstGeom prst="rect">
            <a:avLst/>
          </a:prstGeom>
          <a:noFill/>
        </p:spPr>
        <p:txBody>
          <a:bodyPr wrap="square" lIns="45720" tIns="18288" rIns="45720" bIns="18288" anchor="t">
            <a:spAutoFit/>
          </a:bodyPr>
          <a:lstStyle/>
          <a:p>
            <a:pPr algn="l">
              <a:spcAft>
                <a:spcPts val="1000"/>
              </a:spcAft>
            </a:pPr>
            <a:r>
              <a:rPr sz="1500" b="0" i="0" dirty="0">
                <a:solidFill>
                  <a:srgbClr val="222A33"/>
                </a:solidFill>
                <a:latin typeface="Calibri"/>
              </a:rPr>
              <a:t>•  For S1 specifically, the agent's job is trivial</a:t>
            </a:r>
            <a:r>
              <a:rPr lang="nl-NL" sz="1500" b="0" i="0" dirty="0">
                <a:solidFill>
                  <a:srgbClr val="222A33"/>
                </a:solidFill>
                <a:latin typeface="Calibri"/>
              </a:rPr>
              <a:t>: </a:t>
            </a:r>
            <a:r>
              <a:rPr sz="1500" b="0" i="0" dirty="0">
                <a:solidFill>
                  <a:srgbClr val="222A33"/>
                </a:solidFill>
                <a:latin typeface="Calibri"/>
              </a:rPr>
              <a:t>every static edge is corroborated by the trace and vice versa, so there's no disagreement to resolve.</a:t>
            </a:r>
          </a:p>
          <a:p>
            <a:pPr algn="l"/>
            <a:r>
              <a:rPr sz="1500" b="1" i="0" dirty="0">
                <a:solidFill>
                  <a:srgbClr val="44546A"/>
                </a:solidFill>
                <a:latin typeface="Calibri"/>
              </a:rPr>
              <a:t>•  The pipeline's harder cases — like S4's suppressed fault-path log and boost::signals2 indirect dispatch are where Stage 5 actually has to do something non-trivial with the freedom it's given.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H1 Experiment Design</a:t>
            </a:r>
          </a:p>
        </p:txBody>
      </p:sp>
      <p:sp>
        <p:nvSpPr>
          <p:cNvPr id="3" name="Content Placeholder 2"/>
          <p:cNvSpPr>
            <a:spLocks noGrp="1"/>
          </p:cNvSpPr>
          <p:nvPr>
            <p:ph sz="quarter" idx="11"/>
          </p:nvPr>
        </p:nvSpPr>
        <p:spPr>
          <a:xfrm>
            <a:off x="5210175" y="1020445"/>
            <a:ext cx="6238875" cy="5029200"/>
          </a:xfrm>
        </p:spPr>
        <p:txBody>
          <a:bodyPr>
            <a:noAutofit/>
          </a:bodyPr>
          <a:lstStyle/>
          <a:p>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Five conditions, scored against a </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ground</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truth</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across all four scenarios:</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C1 — LLM-only (no code context)</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C2 — Static graph only</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C3 — Runtime traces only</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C4 — Static ∪ Dynamic (raw union)</a:t>
            </a:r>
          </a:p>
          <a:p>
            <a:pPr lvl="1"/>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C5 — Full pipeline (C4 + agent synthesis</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pruning false positives)</a:t>
            </a:r>
          </a:p>
          <a:p>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Every entry in REF (reference) and GEN (generated) is a normalized (source, target, interaction) triple.</a:t>
            </a:r>
            <a:endParaRPr lang="en-US"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Metrics</a:t>
            </a:r>
            <a:r>
              <a:rPr lang="en-US" sz="1400" dirty="0">
                <a:latin typeface="Sans Serif Collection" panose="020B0502040504020204" pitchFamily="34" charset="0"/>
                <a:ea typeface="Sans Serif Collection" panose="020B0502040504020204" pitchFamily="34" charset="0"/>
                <a:cs typeface="Sans Serif Collection" panose="020B0502040504020204" pitchFamily="34" charset="0"/>
              </a:rPr>
              <a:t> applied over these triple</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P</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recision</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gen∩ref</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|/|gen|</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=&gt;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TP / (TP + FP)</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R</a:t>
            </a:r>
            <a:r>
              <a:rPr lang="nl-NL"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ecall</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gen∩ref</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|/|ref|</a:t>
            </a:r>
            <a:r>
              <a:rPr lang="en-US" sz="1400" dirty="0">
                <a:latin typeface="Sans Serif Collection" panose="020B0502040504020204" pitchFamily="34" charset="0"/>
                <a:ea typeface="Sans Serif Collection" panose="020B0502040504020204" pitchFamily="34" charset="0"/>
                <a:cs typeface="Sans Serif Collection" panose="020B0502040504020204" pitchFamily="34" charset="0"/>
              </a:rPr>
              <a:t>=&gt;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R = TP / (TP + FN)</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F1 = 2PR/(P+R)</a:t>
            </a:r>
          </a:p>
        </p:txBody>
      </p:sp>
      <p:sp>
        <p:nvSpPr>
          <p:cNvPr id="4" name="TextBox 3">
            <a:extLst>
              <a:ext uri="{FF2B5EF4-FFF2-40B4-BE49-F238E27FC236}">
                <a16:creationId xmlns:a16="http://schemas.microsoft.com/office/drawing/2014/main" id="{2B0FA8B5-1750-E7D7-12A8-16F6A2EF93F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5" name="TextBox 4">
            <a:extLst>
              <a:ext uri="{FF2B5EF4-FFF2-40B4-BE49-F238E27FC236}">
                <a16:creationId xmlns:a16="http://schemas.microsoft.com/office/drawing/2014/main" id="{1F923145-A7A0-45AC-0EA0-9B1050AA634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4F202-9983-88FC-72C7-CD0DF798660C}"/>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4B2222B3-0B00-A8EC-B6B3-125875C32B1B}"/>
              </a:ext>
            </a:extLst>
          </p:cNvPr>
          <p:cNvSpPr txBox="1"/>
          <p:nvPr/>
        </p:nvSpPr>
        <p:spPr>
          <a:xfrm>
            <a:off x="727136" y="4034236"/>
            <a:ext cx="8649779" cy="954107"/>
          </a:xfrm>
          <a:prstGeom prst="rect">
            <a:avLst/>
          </a:prstGeom>
          <a:noFill/>
        </p:spPr>
        <p:txBody>
          <a:bodyPr wrap="square">
            <a:spAutoFit/>
          </a:bodyPr>
          <a:lstStyle/>
          <a:p>
            <a:r>
              <a:rPr lang="en-GB" sz="1400" b="1" i="0" dirty="0">
                <a:solidFill>
                  <a:srgbClr val="E8E4D8"/>
                </a:solidFill>
                <a:effectLst/>
                <a:latin typeface="SFMono-Regular"/>
              </a:rPr>
              <a:t>[ { </a:t>
            </a:r>
            <a:r>
              <a:rPr lang="en-GB" sz="1400" b="1" i="0" dirty="0">
                <a:solidFill>
                  <a:srgbClr val="E0B96F"/>
                </a:solidFill>
                <a:effectLst/>
                <a:latin typeface="SFMono-Regular"/>
              </a:rPr>
              <a:t>"source"</a:t>
            </a:r>
            <a:r>
              <a:rPr lang="en-GB" sz="1400" b="1" i="0" dirty="0">
                <a:solidFill>
                  <a:srgbClr val="E8E4D8"/>
                </a:solidFill>
                <a:effectLst/>
                <a:latin typeface="SFMono-Regular"/>
              </a:rPr>
              <a:t>: </a:t>
            </a:r>
            <a:r>
              <a:rPr lang="en-GB" sz="1400" b="1" i="0" dirty="0">
                <a:solidFill>
                  <a:srgbClr val="9ECBB0"/>
                </a:solidFill>
                <a:effectLst/>
                <a:latin typeface="SFMono-Regular"/>
              </a:rPr>
              <a:t>"Synchronization"</a:t>
            </a:r>
            <a:r>
              <a:rPr lang="en-GB" sz="1400" b="1" i="0" dirty="0">
                <a:solidFill>
                  <a:srgbClr val="E8E4D8"/>
                </a:solidFill>
                <a:effectLst/>
                <a:latin typeface="SFMono-Regular"/>
              </a:rPr>
              <a:t>, </a:t>
            </a:r>
            <a:r>
              <a:rPr lang="en-GB" sz="1400" b="1" i="0" dirty="0">
                <a:solidFill>
                  <a:srgbClr val="E0B96F"/>
                </a:solidFill>
                <a:effectLst/>
                <a:latin typeface="SFMono-Regular"/>
              </a:rPr>
              <a:t>"target"</a:t>
            </a:r>
            <a:r>
              <a:rPr lang="en-GB" sz="1400" b="1" i="0" dirty="0">
                <a:solidFill>
                  <a:srgbClr val="E8E4D8"/>
                </a:solidFill>
                <a:effectLst/>
                <a:latin typeface="SFMono-Regular"/>
              </a:rPr>
              <a:t>: </a:t>
            </a:r>
            <a:r>
              <a:rPr lang="en-GB" sz="1400" b="1" i="0" dirty="0">
                <a:solidFill>
                  <a:srgbClr val="9ECBB0"/>
                </a:solidFill>
                <a:effectLst/>
                <a:latin typeface="SFMono-Regular"/>
              </a:rPr>
              <a:t>"Aggregation"</a:t>
            </a:r>
            <a:r>
              <a:rPr lang="en-GB" sz="1400" b="1" i="0" dirty="0">
                <a:solidFill>
                  <a:srgbClr val="E8E4D8"/>
                </a:solidFill>
                <a:effectLst/>
                <a:latin typeface="SFMono-Regular"/>
              </a:rPr>
              <a:t>, </a:t>
            </a:r>
            <a:r>
              <a:rPr lang="en-GB" sz="1400" b="1" i="0" dirty="0">
                <a:solidFill>
                  <a:srgbClr val="E0B96F"/>
                </a:solidFill>
                <a:effectLst/>
                <a:latin typeface="SFMono-Regular"/>
              </a:rPr>
              <a:t>"interaction"</a:t>
            </a:r>
            <a:r>
              <a:rPr lang="en-GB" sz="1400" b="1" i="0" dirty="0">
                <a:solidFill>
                  <a:srgbClr val="E8E4D8"/>
                </a:solidFill>
                <a:effectLst/>
                <a:latin typeface="SFMono-Regular"/>
              </a:rPr>
              <a:t>: </a:t>
            </a:r>
            <a:r>
              <a:rPr lang="en-GB" sz="1400" b="1" i="0" dirty="0">
                <a:solidFill>
                  <a:srgbClr val="9ECBB0"/>
                </a:solidFill>
                <a:effectLst/>
                <a:latin typeface="SFMono-Regular"/>
              </a:rPr>
              <a:t>"</a:t>
            </a:r>
            <a:r>
              <a:rPr lang="en-GB" sz="1400" b="1" i="0" dirty="0" err="1">
                <a:solidFill>
                  <a:srgbClr val="9ECBB0"/>
                </a:solidFill>
                <a:effectLst/>
                <a:latin typeface="SFMono-Regular"/>
              </a:rPr>
              <a:t>requestAggregatableRunnables</a:t>
            </a:r>
            <a:r>
              <a:rPr lang="en-GB" sz="1400" b="1" i="0" dirty="0">
                <a:solidFill>
                  <a:srgbClr val="9ECBB0"/>
                </a:solidFill>
                <a:effectLst/>
                <a:latin typeface="SFMono-Regular"/>
              </a:rPr>
              <a:t>"</a:t>
            </a:r>
            <a:r>
              <a:rPr lang="en-GB" sz="1400" b="1" i="0" dirty="0">
                <a:solidFill>
                  <a:srgbClr val="E8E4D8"/>
                </a:solidFill>
                <a:effectLst/>
                <a:latin typeface="SFMono-Regular"/>
              </a:rPr>
              <a:t> }, { </a:t>
            </a:r>
            <a:r>
              <a:rPr lang="en-GB" sz="1400" b="1" i="0" dirty="0">
                <a:solidFill>
                  <a:srgbClr val="E0B96F"/>
                </a:solidFill>
                <a:effectLst/>
                <a:latin typeface="SFMono-Regular"/>
              </a:rPr>
              <a:t>"source"</a:t>
            </a:r>
            <a:r>
              <a:rPr lang="en-GB" sz="1400" b="1" i="0" dirty="0">
                <a:solidFill>
                  <a:srgbClr val="E8E4D8"/>
                </a:solidFill>
                <a:effectLst/>
                <a:latin typeface="SFMono-Regular"/>
              </a:rPr>
              <a:t>: </a:t>
            </a:r>
            <a:r>
              <a:rPr lang="en-GB" sz="1400" b="1" i="0" dirty="0">
                <a:solidFill>
                  <a:srgbClr val="9ECBB0"/>
                </a:solidFill>
                <a:effectLst/>
                <a:latin typeface="SFMono-Regular"/>
              </a:rPr>
              <a:t>"Synchronization"</a:t>
            </a:r>
            <a:r>
              <a:rPr lang="en-GB" sz="1400" b="1" i="0" dirty="0">
                <a:solidFill>
                  <a:srgbClr val="E8E4D8"/>
                </a:solidFill>
                <a:effectLst/>
                <a:latin typeface="SFMono-Regular"/>
              </a:rPr>
              <a:t>, </a:t>
            </a:r>
            <a:r>
              <a:rPr lang="en-GB" sz="1400" b="1" i="0" dirty="0">
                <a:solidFill>
                  <a:srgbClr val="E0B96F"/>
                </a:solidFill>
                <a:effectLst/>
                <a:latin typeface="SFMono-Regular"/>
              </a:rPr>
              <a:t>"target"</a:t>
            </a:r>
            <a:r>
              <a:rPr lang="en-GB" sz="1400" b="1" i="0" dirty="0">
                <a:solidFill>
                  <a:srgbClr val="E8E4D8"/>
                </a:solidFill>
                <a:effectLst/>
                <a:latin typeface="SFMono-Regular"/>
              </a:rPr>
              <a:t>: </a:t>
            </a:r>
            <a:r>
              <a:rPr lang="en-GB" sz="1400" b="1" i="0" dirty="0">
                <a:solidFill>
                  <a:srgbClr val="9ECBB0"/>
                </a:solidFill>
                <a:effectLst/>
                <a:latin typeface="SFMono-Regular"/>
              </a:rPr>
              <a:t>"Aggregation"</a:t>
            </a:r>
            <a:r>
              <a:rPr lang="en-GB" sz="1400" b="1" i="0" dirty="0">
                <a:solidFill>
                  <a:srgbClr val="E8E4D8"/>
                </a:solidFill>
                <a:effectLst/>
                <a:latin typeface="SFMono-Regular"/>
              </a:rPr>
              <a:t>, </a:t>
            </a:r>
            <a:r>
              <a:rPr lang="en-GB" sz="1400" b="1" i="0" dirty="0">
                <a:solidFill>
                  <a:srgbClr val="E0B96F"/>
                </a:solidFill>
                <a:effectLst/>
                <a:latin typeface="SFMono-Regular"/>
              </a:rPr>
              <a:t>"interaction"</a:t>
            </a:r>
            <a:r>
              <a:rPr lang="en-GB" sz="1400" b="1" i="0" dirty="0">
                <a:solidFill>
                  <a:srgbClr val="E8E4D8"/>
                </a:solidFill>
                <a:effectLst/>
                <a:latin typeface="SFMono-Regular"/>
              </a:rPr>
              <a:t>: </a:t>
            </a:r>
            <a:r>
              <a:rPr lang="en-GB" sz="1400" b="1" i="0" dirty="0">
                <a:solidFill>
                  <a:srgbClr val="9ECBB0"/>
                </a:solidFill>
                <a:effectLst/>
                <a:latin typeface="SFMono-Regular"/>
              </a:rPr>
              <a:t>"</a:t>
            </a:r>
            <a:r>
              <a:rPr lang="en-GB" sz="1400" b="1" i="0" dirty="0" err="1">
                <a:solidFill>
                  <a:srgbClr val="9ECBB0"/>
                </a:solidFill>
                <a:effectLst/>
                <a:latin typeface="SFMono-Regular"/>
              </a:rPr>
              <a:t>requestSynchronizedRunnables</a:t>
            </a:r>
            <a:r>
              <a:rPr lang="en-GB" sz="1400" b="1" i="0" dirty="0">
                <a:solidFill>
                  <a:srgbClr val="9ECBB0"/>
                </a:solidFill>
                <a:effectLst/>
                <a:latin typeface="SFMono-Regular"/>
              </a:rPr>
              <a:t>"</a:t>
            </a:r>
            <a:r>
              <a:rPr lang="en-GB" sz="1400" b="1" i="0" dirty="0">
                <a:solidFill>
                  <a:srgbClr val="E8E4D8"/>
                </a:solidFill>
                <a:effectLst/>
                <a:latin typeface="SFMono-Regular"/>
              </a:rPr>
              <a:t> }, { </a:t>
            </a:r>
            <a:r>
              <a:rPr lang="en-GB" sz="1400" b="1" i="0" dirty="0">
                <a:solidFill>
                  <a:srgbClr val="E0B96F"/>
                </a:solidFill>
                <a:effectLst/>
                <a:latin typeface="SFMono-Regular"/>
              </a:rPr>
              <a:t>"source"</a:t>
            </a:r>
            <a:r>
              <a:rPr lang="en-GB" sz="1400" b="1" i="0" dirty="0">
                <a:solidFill>
                  <a:srgbClr val="E8E4D8"/>
                </a:solidFill>
                <a:effectLst/>
                <a:latin typeface="SFMono-Regular"/>
              </a:rPr>
              <a:t>: </a:t>
            </a:r>
            <a:r>
              <a:rPr lang="en-GB" sz="1400" b="1" i="0" dirty="0">
                <a:solidFill>
                  <a:srgbClr val="9ECBB0"/>
                </a:solidFill>
                <a:effectLst/>
                <a:latin typeface="SFMono-Regular"/>
              </a:rPr>
              <a:t>"Synchronization"</a:t>
            </a:r>
            <a:r>
              <a:rPr lang="en-GB" sz="1400" b="1" i="0" dirty="0">
                <a:solidFill>
                  <a:srgbClr val="E8E4D8"/>
                </a:solidFill>
                <a:effectLst/>
                <a:latin typeface="SFMono-Regular"/>
              </a:rPr>
              <a:t>, </a:t>
            </a:r>
            <a:r>
              <a:rPr lang="en-GB" sz="1400" b="1" i="0" dirty="0">
                <a:solidFill>
                  <a:srgbClr val="E0B96F"/>
                </a:solidFill>
                <a:effectLst/>
                <a:latin typeface="SFMono-Regular"/>
              </a:rPr>
              <a:t>"target"</a:t>
            </a:r>
            <a:r>
              <a:rPr lang="en-GB" sz="1400" b="1" i="0" dirty="0">
                <a:solidFill>
                  <a:srgbClr val="E8E4D8"/>
                </a:solidFill>
                <a:effectLst/>
                <a:latin typeface="SFMono-Regular"/>
              </a:rPr>
              <a:t>: </a:t>
            </a:r>
            <a:r>
              <a:rPr lang="en-GB" sz="1400" b="1" i="0" dirty="0">
                <a:solidFill>
                  <a:srgbClr val="9ECBB0"/>
                </a:solidFill>
                <a:effectLst/>
                <a:latin typeface="SFMono-Regular"/>
              </a:rPr>
              <a:t>"Aggregation"</a:t>
            </a:r>
            <a:r>
              <a:rPr lang="en-GB" sz="1400" b="1" i="0" dirty="0">
                <a:solidFill>
                  <a:srgbClr val="E8E4D8"/>
                </a:solidFill>
                <a:effectLst/>
                <a:latin typeface="SFMono-Regular"/>
              </a:rPr>
              <a:t>, </a:t>
            </a:r>
            <a:r>
              <a:rPr lang="en-GB" sz="1400" b="1" i="0" dirty="0">
                <a:solidFill>
                  <a:srgbClr val="E0B96F"/>
                </a:solidFill>
                <a:effectLst/>
                <a:latin typeface="SFMono-Regular"/>
              </a:rPr>
              <a:t>"interaction"</a:t>
            </a:r>
            <a:r>
              <a:rPr lang="en-GB" sz="1400" b="1" i="0" dirty="0">
                <a:solidFill>
                  <a:srgbClr val="E8E4D8"/>
                </a:solidFill>
                <a:effectLst/>
                <a:latin typeface="SFMono-Regular"/>
              </a:rPr>
              <a:t>: </a:t>
            </a:r>
            <a:r>
              <a:rPr lang="en-GB" sz="1400" b="1" i="0" dirty="0">
                <a:solidFill>
                  <a:srgbClr val="9ECBB0"/>
                </a:solidFill>
                <a:effectLst/>
                <a:latin typeface="SFMono-Regular"/>
              </a:rPr>
              <a:t>"</a:t>
            </a:r>
            <a:r>
              <a:rPr lang="en-GB" sz="1400" b="1" i="0" dirty="0" err="1">
                <a:solidFill>
                  <a:srgbClr val="9ECBB0"/>
                </a:solidFill>
                <a:effectLst/>
                <a:latin typeface="SFMono-Regular"/>
              </a:rPr>
              <a:t>triggerAggregationUpdate</a:t>
            </a:r>
            <a:r>
              <a:rPr lang="en-GB" sz="1400" b="1" i="0" dirty="0">
                <a:solidFill>
                  <a:srgbClr val="9ECBB0"/>
                </a:solidFill>
                <a:effectLst/>
                <a:latin typeface="SFMono-Regular"/>
              </a:rPr>
              <a:t>"</a:t>
            </a:r>
            <a:r>
              <a:rPr lang="en-GB" sz="1400" b="1" i="0" dirty="0">
                <a:solidFill>
                  <a:srgbClr val="E8E4D8"/>
                </a:solidFill>
                <a:effectLst/>
                <a:latin typeface="SFMono-Regular"/>
              </a:rPr>
              <a:t> }, { </a:t>
            </a:r>
            <a:r>
              <a:rPr lang="en-GB" sz="1400" b="1" i="0" dirty="0">
                <a:solidFill>
                  <a:srgbClr val="E0B96F"/>
                </a:solidFill>
                <a:effectLst/>
                <a:latin typeface="SFMono-Regular"/>
              </a:rPr>
              <a:t>"source"</a:t>
            </a:r>
            <a:r>
              <a:rPr lang="en-GB" sz="1400" b="1" i="0" dirty="0">
                <a:solidFill>
                  <a:srgbClr val="E8E4D8"/>
                </a:solidFill>
                <a:effectLst/>
                <a:latin typeface="SFMono-Regular"/>
              </a:rPr>
              <a:t>: </a:t>
            </a:r>
            <a:r>
              <a:rPr lang="en-GB" sz="1400" b="1" i="0" dirty="0">
                <a:solidFill>
                  <a:srgbClr val="9ECBB0"/>
                </a:solidFill>
                <a:effectLst/>
                <a:latin typeface="SFMono-Regular"/>
              </a:rPr>
              <a:t>"Synchronization"</a:t>
            </a:r>
            <a:r>
              <a:rPr lang="en-GB" sz="1400" b="1" i="0" dirty="0">
                <a:solidFill>
                  <a:srgbClr val="E8E4D8"/>
                </a:solidFill>
                <a:effectLst/>
                <a:latin typeface="SFMono-Regular"/>
              </a:rPr>
              <a:t>, </a:t>
            </a:r>
            <a:r>
              <a:rPr lang="en-GB" sz="1400" b="1" i="0" dirty="0">
                <a:solidFill>
                  <a:srgbClr val="E0B96F"/>
                </a:solidFill>
                <a:effectLst/>
                <a:latin typeface="SFMono-Regular"/>
              </a:rPr>
              <a:t>"target"</a:t>
            </a:r>
            <a:r>
              <a:rPr lang="en-GB" sz="1400" b="1" i="0" dirty="0">
                <a:solidFill>
                  <a:srgbClr val="E8E4D8"/>
                </a:solidFill>
                <a:effectLst/>
                <a:latin typeface="SFMono-Regular"/>
              </a:rPr>
              <a:t>: </a:t>
            </a:r>
            <a:r>
              <a:rPr lang="en-GB" sz="1400" b="1" i="0" dirty="0">
                <a:solidFill>
                  <a:srgbClr val="9ECBB0"/>
                </a:solidFill>
                <a:effectLst/>
                <a:latin typeface="SFMono-Regular"/>
              </a:rPr>
              <a:t>"Logging"</a:t>
            </a:r>
            <a:r>
              <a:rPr lang="en-GB" sz="1400" b="1" i="0" dirty="0">
                <a:solidFill>
                  <a:srgbClr val="E8E4D8"/>
                </a:solidFill>
                <a:effectLst/>
                <a:latin typeface="SFMono-Regular"/>
              </a:rPr>
              <a:t>, </a:t>
            </a:r>
            <a:r>
              <a:rPr lang="en-GB" sz="1400" b="1" i="0" dirty="0">
                <a:solidFill>
                  <a:srgbClr val="E0B96F"/>
                </a:solidFill>
                <a:effectLst/>
                <a:latin typeface="SFMono-Regular"/>
              </a:rPr>
              <a:t>"interaction"</a:t>
            </a:r>
            <a:r>
              <a:rPr lang="en-GB" sz="1400" b="1" i="0" dirty="0">
                <a:solidFill>
                  <a:srgbClr val="E8E4D8"/>
                </a:solidFill>
                <a:effectLst/>
                <a:latin typeface="SFMono-Regular"/>
              </a:rPr>
              <a:t>: </a:t>
            </a:r>
            <a:r>
              <a:rPr lang="en-GB" sz="1400" b="1" i="0" dirty="0">
                <a:solidFill>
                  <a:srgbClr val="9ECBB0"/>
                </a:solidFill>
                <a:effectLst/>
                <a:latin typeface="SFMono-Regular"/>
              </a:rPr>
              <a:t>"</a:t>
            </a:r>
            <a:r>
              <a:rPr lang="en-GB" sz="1400" b="1" i="0" dirty="0" err="1">
                <a:solidFill>
                  <a:srgbClr val="9ECBB0"/>
                </a:solidFill>
                <a:effectLst/>
                <a:latin typeface="SFMono-Regular"/>
              </a:rPr>
              <a:t>logEvent</a:t>
            </a:r>
            <a:r>
              <a:rPr lang="en-GB" sz="1400" b="1" i="0" dirty="0">
                <a:solidFill>
                  <a:srgbClr val="9ECBB0"/>
                </a:solidFill>
                <a:effectLst/>
                <a:latin typeface="SFMono-Regular"/>
              </a:rPr>
              <a:t>"</a:t>
            </a:r>
            <a:r>
              <a:rPr lang="en-GB" sz="1400" b="1" i="0" dirty="0">
                <a:solidFill>
                  <a:srgbClr val="E8E4D8"/>
                </a:solidFill>
                <a:effectLst/>
                <a:latin typeface="SFMono-Regular"/>
              </a:rPr>
              <a:t> } ]</a:t>
            </a:r>
            <a:endParaRPr lang="en-GB" sz="1400" b="1" dirty="0"/>
          </a:p>
        </p:txBody>
      </p:sp>
      <p:sp>
        <p:nvSpPr>
          <p:cNvPr id="6" name="Title 5">
            <a:extLst>
              <a:ext uri="{FF2B5EF4-FFF2-40B4-BE49-F238E27FC236}">
                <a16:creationId xmlns:a16="http://schemas.microsoft.com/office/drawing/2014/main" id="{09C994F2-0C32-A68C-277F-8B4FD6BAD210}"/>
              </a:ext>
            </a:extLst>
          </p:cNvPr>
          <p:cNvSpPr>
            <a:spLocks noGrp="1"/>
          </p:cNvSpPr>
          <p:nvPr>
            <p:ph type="title"/>
          </p:nvPr>
        </p:nvSpPr>
        <p:spPr>
          <a:xfrm>
            <a:off x="499110" y="683891"/>
            <a:ext cx="10515600" cy="71375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p>
        </p:txBody>
      </p:sp>
      <p:sp>
        <p:nvSpPr>
          <p:cNvPr id="7" name="Content Placeholder 6">
            <a:extLst>
              <a:ext uri="{FF2B5EF4-FFF2-40B4-BE49-F238E27FC236}">
                <a16:creationId xmlns:a16="http://schemas.microsoft.com/office/drawing/2014/main" id="{B5B587DE-AA1E-643C-562D-742FFB266184}"/>
              </a:ext>
            </a:extLst>
          </p:cNvPr>
          <p:cNvSpPr>
            <a:spLocks noGrp="1"/>
          </p:cNvSpPr>
          <p:nvPr>
            <p:ph sz="quarter" idx="10"/>
          </p:nvPr>
        </p:nvSpPr>
        <p:spPr>
          <a:xfrm>
            <a:off x="727136" y="2028144"/>
            <a:ext cx="9014460" cy="1180465"/>
          </a:xfrm>
        </p:spPr>
        <p:txBody>
          <a:bodyPr>
            <a:normAutofit/>
          </a:bodyPr>
          <a:lstStyle/>
          <a:p>
            <a:pPr marL="0" indent="0">
              <a:buNone/>
            </a:pPr>
            <a:r>
              <a:rPr lang="en-GB" sz="1600" b="1" dirty="0">
                <a:solidFill>
                  <a:srgbClr val="E8E4D8"/>
                </a:solidFill>
                <a:latin typeface="SFMono-Regular"/>
              </a:rPr>
              <a:t>[</a:t>
            </a:r>
            <a:r>
              <a:rPr lang="en-GB" sz="1600" b="1" i="0" dirty="0">
                <a:solidFill>
                  <a:srgbClr val="E8E4D8"/>
                </a:solidFill>
                <a:effectLst/>
                <a:latin typeface="SFMono-Regular"/>
              </a:rPr>
              <a:t>{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"Aggregation"</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Aggregator.getAll</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RAIILogStream.stream</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CPSLogger.flush</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CPSLogger.instance</a:t>
            </a:r>
            <a:r>
              <a:rPr lang="en-GB" sz="1600" b="1" i="0" dirty="0">
                <a:solidFill>
                  <a:srgbClr val="9ECBB0"/>
                </a:solidFill>
                <a:effectLst/>
                <a:latin typeface="SFMono-Regular"/>
              </a:rPr>
              <a:t>"</a:t>
            </a:r>
            <a:r>
              <a:rPr lang="en-GB" sz="1600" b="1" i="0" dirty="0">
                <a:solidFill>
                  <a:srgbClr val="E8E4D8"/>
                </a:solidFill>
                <a:effectLst/>
                <a:latin typeface="SFMono-Regular"/>
              </a:rPr>
              <a:t> } ]</a:t>
            </a:r>
            <a:endParaRPr lang="en-GB" sz="1600" b="1" dirty="0">
              <a:latin typeface="SFMono-Regular"/>
            </a:endParaRPr>
          </a:p>
        </p:txBody>
      </p:sp>
      <p:sp>
        <p:nvSpPr>
          <p:cNvPr id="15" name="TextBox 14">
            <a:extLst>
              <a:ext uri="{FF2B5EF4-FFF2-40B4-BE49-F238E27FC236}">
                <a16:creationId xmlns:a16="http://schemas.microsoft.com/office/drawing/2014/main" id="{D9E181AB-67AF-E9E1-C3E9-C97F0A8BE1DC}"/>
              </a:ext>
            </a:extLst>
          </p:cNvPr>
          <p:cNvSpPr txBox="1"/>
          <p:nvPr/>
        </p:nvSpPr>
        <p:spPr>
          <a:xfrm>
            <a:off x="727136" y="1658812"/>
            <a:ext cx="2327881" cy="369332"/>
          </a:xfrm>
          <a:prstGeom prst="rect">
            <a:avLst/>
          </a:prstGeom>
          <a:noFill/>
        </p:spPr>
        <p:txBody>
          <a:bodyPr wrap="none" rtlCol="0">
            <a:spAutoFit/>
          </a:bodyPr>
          <a:lstStyle/>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S1- Reference (REF):</a:t>
            </a:r>
          </a:p>
        </p:txBody>
      </p:sp>
      <p:sp>
        <p:nvSpPr>
          <p:cNvPr id="17" name="TextBox 16">
            <a:extLst>
              <a:ext uri="{FF2B5EF4-FFF2-40B4-BE49-F238E27FC236}">
                <a16:creationId xmlns:a16="http://schemas.microsoft.com/office/drawing/2014/main" id="{CDE36C77-2FD1-A25E-65D9-570D3E1DF63F}"/>
              </a:ext>
            </a:extLst>
          </p:cNvPr>
          <p:cNvSpPr txBox="1"/>
          <p:nvPr/>
        </p:nvSpPr>
        <p:spPr>
          <a:xfrm>
            <a:off x="727136" y="3796302"/>
            <a:ext cx="2698175"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C1_LLM_only (GEN):</a:t>
            </a:r>
          </a:p>
        </p:txBody>
      </p:sp>
      <p:sp>
        <p:nvSpPr>
          <p:cNvPr id="2" name="TextBox 1">
            <a:extLst>
              <a:ext uri="{FF2B5EF4-FFF2-40B4-BE49-F238E27FC236}">
                <a16:creationId xmlns:a16="http://schemas.microsoft.com/office/drawing/2014/main" id="{027C1DD4-F8B2-E7DB-D196-867B5DC25307}"/>
              </a:ext>
            </a:extLst>
          </p:cNvPr>
          <p:cNvSpPr txBox="1"/>
          <p:nvPr/>
        </p:nvSpPr>
        <p:spPr>
          <a:xfrm>
            <a:off x="8474519" y="1922704"/>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TP1</a:t>
            </a:r>
          </a:p>
        </p:txBody>
      </p:sp>
      <p:sp>
        <p:nvSpPr>
          <p:cNvPr id="9" name="TextBox 8">
            <a:extLst>
              <a:ext uri="{FF2B5EF4-FFF2-40B4-BE49-F238E27FC236}">
                <a16:creationId xmlns:a16="http://schemas.microsoft.com/office/drawing/2014/main" id="{D786F6AD-945A-94D0-83A9-0FB6A6D954E6}"/>
              </a:ext>
            </a:extLst>
          </p:cNvPr>
          <p:cNvSpPr txBox="1"/>
          <p:nvPr/>
        </p:nvSpPr>
        <p:spPr>
          <a:xfrm>
            <a:off x="8474519" y="2239553"/>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TP2</a:t>
            </a:r>
          </a:p>
        </p:txBody>
      </p:sp>
      <p:sp>
        <p:nvSpPr>
          <p:cNvPr id="10" name="TextBox 9">
            <a:extLst>
              <a:ext uri="{FF2B5EF4-FFF2-40B4-BE49-F238E27FC236}">
                <a16:creationId xmlns:a16="http://schemas.microsoft.com/office/drawing/2014/main" id="{D8B7C50B-D279-331B-227B-F3FAE9AA00A6}"/>
              </a:ext>
            </a:extLst>
          </p:cNvPr>
          <p:cNvSpPr txBox="1"/>
          <p:nvPr/>
        </p:nvSpPr>
        <p:spPr>
          <a:xfrm>
            <a:off x="8474519" y="2540310"/>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TP3</a:t>
            </a:r>
          </a:p>
        </p:txBody>
      </p:sp>
      <p:sp>
        <p:nvSpPr>
          <p:cNvPr id="11" name="TextBox 10">
            <a:extLst>
              <a:ext uri="{FF2B5EF4-FFF2-40B4-BE49-F238E27FC236}">
                <a16:creationId xmlns:a16="http://schemas.microsoft.com/office/drawing/2014/main" id="{A7573432-2B81-149E-F41A-691167BAD66F}"/>
              </a:ext>
            </a:extLst>
          </p:cNvPr>
          <p:cNvSpPr txBox="1"/>
          <p:nvPr/>
        </p:nvSpPr>
        <p:spPr>
          <a:xfrm>
            <a:off x="8474519" y="2857159"/>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TP4</a:t>
            </a:r>
          </a:p>
        </p:txBody>
      </p:sp>
      <p:sp>
        <p:nvSpPr>
          <p:cNvPr id="25" name="TextBox 24">
            <a:extLst>
              <a:ext uri="{FF2B5EF4-FFF2-40B4-BE49-F238E27FC236}">
                <a16:creationId xmlns:a16="http://schemas.microsoft.com/office/drawing/2014/main" id="{F5F995A9-2748-98E3-9281-610957BF5D6F}"/>
              </a:ext>
            </a:extLst>
          </p:cNvPr>
          <p:cNvSpPr txBox="1"/>
          <p:nvPr/>
        </p:nvSpPr>
        <p:spPr>
          <a:xfrm>
            <a:off x="8667176" y="3995386"/>
            <a:ext cx="500332" cy="276999"/>
          </a:xfrm>
          <a:prstGeom prst="rect">
            <a:avLst/>
          </a:prstGeom>
          <a:solidFill>
            <a:schemeClr val="accent1">
              <a:lumMod val="75000"/>
            </a:schemeClr>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FP1</a:t>
            </a:r>
          </a:p>
        </p:txBody>
      </p:sp>
      <p:sp>
        <p:nvSpPr>
          <p:cNvPr id="26" name="TextBox 25">
            <a:extLst>
              <a:ext uri="{FF2B5EF4-FFF2-40B4-BE49-F238E27FC236}">
                <a16:creationId xmlns:a16="http://schemas.microsoft.com/office/drawing/2014/main" id="{CBE2A47D-5D74-8EA1-31FC-6A8D6B48EAFA}"/>
              </a:ext>
            </a:extLst>
          </p:cNvPr>
          <p:cNvSpPr txBox="1"/>
          <p:nvPr/>
        </p:nvSpPr>
        <p:spPr>
          <a:xfrm>
            <a:off x="8667176" y="4312235"/>
            <a:ext cx="500332" cy="276999"/>
          </a:xfrm>
          <a:prstGeom prst="rect">
            <a:avLst/>
          </a:prstGeom>
          <a:solidFill>
            <a:schemeClr val="accent1">
              <a:lumMod val="75000"/>
            </a:schemeClr>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FP2</a:t>
            </a:r>
          </a:p>
        </p:txBody>
      </p:sp>
      <p:sp>
        <p:nvSpPr>
          <p:cNvPr id="27" name="TextBox 26">
            <a:extLst>
              <a:ext uri="{FF2B5EF4-FFF2-40B4-BE49-F238E27FC236}">
                <a16:creationId xmlns:a16="http://schemas.microsoft.com/office/drawing/2014/main" id="{CEF45521-253F-EB9C-A694-92618E70A450}"/>
              </a:ext>
            </a:extLst>
          </p:cNvPr>
          <p:cNvSpPr txBox="1"/>
          <p:nvPr/>
        </p:nvSpPr>
        <p:spPr>
          <a:xfrm>
            <a:off x="8667176" y="4612992"/>
            <a:ext cx="500332" cy="276999"/>
          </a:xfrm>
          <a:prstGeom prst="rect">
            <a:avLst/>
          </a:prstGeom>
          <a:solidFill>
            <a:schemeClr val="accent1">
              <a:lumMod val="75000"/>
            </a:schemeClr>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FP3</a:t>
            </a:r>
          </a:p>
        </p:txBody>
      </p:sp>
      <p:sp>
        <p:nvSpPr>
          <p:cNvPr id="28" name="TextBox 27">
            <a:extLst>
              <a:ext uri="{FF2B5EF4-FFF2-40B4-BE49-F238E27FC236}">
                <a16:creationId xmlns:a16="http://schemas.microsoft.com/office/drawing/2014/main" id="{0460209F-90CE-D9A5-E826-23E6FE8A9DCA}"/>
              </a:ext>
            </a:extLst>
          </p:cNvPr>
          <p:cNvSpPr txBox="1"/>
          <p:nvPr/>
        </p:nvSpPr>
        <p:spPr>
          <a:xfrm>
            <a:off x="8667176" y="4929841"/>
            <a:ext cx="500332" cy="276999"/>
          </a:xfrm>
          <a:prstGeom prst="rect">
            <a:avLst/>
          </a:prstGeom>
          <a:solidFill>
            <a:schemeClr val="accent1">
              <a:lumMod val="75000"/>
            </a:schemeClr>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FP4</a:t>
            </a:r>
          </a:p>
        </p:txBody>
      </p:sp>
      <p:sp>
        <p:nvSpPr>
          <p:cNvPr id="35" name="TextBox 34">
            <a:extLst>
              <a:ext uri="{FF2B5EF4-FFF2-40B4-BE49-F238E27FC236}">
                <a16:creationId xmlns:a16="http://schemas.microsoft.com/office/drawing/2014/main" id="{B10535EA-6B7F-0DD3-64DE-4DB3968A8090}"/>
              </a:ext>
            </a:extLst>
          </p:cNvPr>
          <p:cNvSpPr txBox="1"/>
          <p:nvPr/>
        </p:nvSpPr>
        <p:spPr>
          <a:xfrm>
            <a:off x="727136" y="5395804"/>
            <a:ext cx="7807769" cy="738664"/>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FP = 4 and it also completely misses all 4 cases of Reference, </a:t>
            </a: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Hence FN = 4 for this case.</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No source, no traces. Just the scenario description. Component pairs are directionally right, but every method name is invented, and none normalize to a member of REF.</a:t>
            </a:r>
            <a:endParaRPr lang="en-GB" sz="11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9" name="TextBox 38">
            <a:extLst>
              <a:ext uri="{FF2B5EF4-FFF2-40B4-BE49-F238E27FC236}">
                <a16:creationId xmlns:a16="http://schemas.microsoft.com/office/drawing/2014/main" id="{31325789-3FE6-C5C2-9D07-0CB1AD042F2A}"/>
              </a:ext>
            </a:extLst>
          </p:cNvPr>
          <p:cNvSpPr txBox="1"/>
          <p:nvPr/>
        </p:nvSpPr>
        <p:spPr>
          <a:xfrm>
            <a:off x="9515081" y="4034236"/>
            <a:ext cx="2070555" cy="954107"/>
          </a:xfrm>
          <a:prstGeom prst="rect">
            <a:avLst/>
          </a:prstGeom>
          <a:noFill/>
        </p:spPr>
        <p:txBody>
          <a:bodyPr wrap="square">
            <a:spAutoFit/>
          </a:bodyPr>
          <a:lstStyle/>
          <a:p>
            <a:r>
              <a:rPr lang="en-GB" sz="140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TP=0, FP=4, FN=4 </a:t>
            </a:r>
          </a:p>
          <a:p>
            <a:r>
              <a:rPr lang="en-GB" sz="140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 = 0/(0+4) = 0 </a:t>
            </a:r>
          </a:p>
          <a:p>
            <a:r>
              <a:rPr lang="en-GB" sz="140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R = 0/(0+4) = 0 </a:t>
            </a:r>
          </a:p>
          <a:p>
            <a:r>
              <a:rPr lang="en-GB" sz="140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F1 = 0</a:t>
            </a: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0" name="TextBox 39">
            <a:extLst>
              <a:ext uri="{FF2B5EF4-FFF2-40B4-BE49-F238E27FC236}">
                <a16:creationId xmlns:a16="http://schemas.microsoft.com/office/drawing/2014/main" id="{CD60121C-65DD-DECD-82CE-AE9E79DD15D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41" name="TextBox 40">
            <a:extLst>
              <a:ext uri="{FF2B5EF4-FFF2-40B4-BE49-F238E27FC236}">
                <a16:creationId xmlns:a16="http://schemas.microsoft.com/office/drawing/2014/main" id="{D463C7D3-3FCD-ACBC-8CF5-90F8F929B74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3251977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8489A45-D1B7-69BA-706C-EC5A83A48549}"/>
              </a:ext>
            </a:extLst>
          </p:cNvPr>
          <p:cNvSpPr>
            <a:spLocks noGrp="1"/>
          </p:cNvSpPr>
          <p:nvPr>
            <p:ph type="title"/>
          </p:nvPr>
        </p:nvSpPr>
        <p:spPr>
          <a:xfrm>
            <a:off x="499110" y="807864"/>
            <a:ext cx="10515600" cy="71375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p>
        </p:txBody>
      </p:sp>
      <p:sp>
        <p:nvSpPr>
          <p:cNvPr id="7" name="Content Placeholder 6">
            <a:extLst>
              <a:ext uri="{FF2B5EF4-FFF2-40B4-BE49-F238E27FC236}">
                <a16:creationId xmlns:a16="http://schemas.microsoft.com/office/drawing/2014/main" id="{9A7AD1EB-883B-C1F7-75D6-8C320B9333ED}"/>
              </a:ext>
            </a:extLst>
          </p:cNvPr>
          <p:cNvSpPr>
            <a:spLocks noGrp="1"/>
          </p:cNvSpPr>
          <p:nvPr>
            <p:ph sz="quarter" idx="10"/>
          </p:nvPr>
        </p:nvSpPr>
        <p:spPr>
          <a:xfrm>
            <a:off x="839734" y="2216990"/>
            <a:ext cx="9014460" cy="1180465"/>
          </a:xfrm>
        </p:spPr>
        <p:txBody>
          <a:bodyPr>
            <a:normAutofit/>
          </a:bodyPr>
          <a:lstStyle/>
          <a:p>
            <a:pPr marL="0" indent="0">
              <a:buNone/>
            </a:pPr>
            <a:r>
              <a:rPr lang="en-GB" sz="1600" b="1" dirty="0">
                <a:solidFill>
                  <a:srgbClr val="E8E4D8"/>
                </a:solidFill>
                <a:latin typeface="SFMono-Regular"/>
              </a:rPr>
              <a:t>[</a:t>
            </a:r>
            <a:r>
              <a:rPr lang="en-GB" sz="1600" b="1" i="0" dirty="0">
                <a:solidFill>
                  <a:srgbClr val="E8E4D8"/>
                </a:solidFill>
                <a:effectLst/>
                <a:latin typeface="SFMono-Regular"/>
              </a:rPr>
              <a:t>{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"Aggregation"</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Aggregator.getAll</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RAIILogStream.stream</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CPSLogger.flush</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CPSLogger.instance</a:t>
            </a:r>
            <a:r>
              <a:rPr lang="en-GB" sz="1600" b="1" i="0" dirty="0">
                <a:solidFill>
                  <a:srgbClr val="9ECBB0"/>
                </a:solidFill>
                <a:effectLst/>
                <a:latin typeface="SFMono-Regular"/>
              </a:rPr>
              <a:t>"</a:t>
            </a:r>
            <a:r>
              <a:rPr lang="en-GB" sz="1600" b="1" i="0" dirty="0">
                <a:solidFill>
                  <a:srgbClr val="E8E4D8"/>
                </a:solidFill>
                <a:effectLst/>
                <a:latin typeface="SFMono-Regular"/>
              </a:rPr>
              <a:t> } ]</a:t>
            </a:r>
            <a:endParaRPr lang="en-GB" sz="1600" b="1" dirty="0">
              <a:latin typeface="SFMono-Regular"/>
            </a:endParaRPr>
          </a:p>
        </p:txBody>
      </p:sp>
      <p:sp>
        <p:nvSpPr>
          <p:cNvPr id="12" name="TextBox 11">
            <a:extLst>
              <a:ext uri="{FF2B5EF4-FFF2-40B4-BE49-F238E27FC236}">
                <a16:creationId xmlns:a16="http://schemas.microsoft.com/office/drawing/2014/main" id="{4F92B4A2-520E-6946-58E9-E5DE30BA27DE}"/>
              </a:ext>
            </a:extLst>
          </p:cNvPr>
          <p:cNvSpPr txBox="1"/>
          <p:nvPr/>
        </p:nvSpPr>
        <p:spPr>
          <a:xfrm>
            <a:off x="848360" y="4406758"/>
            <a:ext cx="8397240" cy="1077218"/>
          </a:xfrm>
          <a:prstGeom prst="rect">
            <a:avLst/>
          </a:prstGeom>
          <a:noFill/>
        </p:spPr>
        <p:txBody>
          <a:bodyPr wrap="square">
            <a:spAutoFit/>
          </a:bodyPr>
          <a:lstStyle/>
          <a:p>
            <a:r>
              <a:rPr lang="en-GB" sz="1600" b="1" i="0" dirty="0">
                <a:solidFill>
                  <a:srgbClr val="E8E4D8"/>
                </a:solidFill>
                <a:effectLst/>
                <a:latin typeface="SFMono-Regular"/>
              </a:rPr>
              <a:t>[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"Aggregation"</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a:t>
            </a:r>
            <a:r>
              <a:rPr lang="en-GB" sz="1600" b="1" i="0" dirty="0" err="1">
                <a:solidFill>
                  <a:srgbClr val="9ECBB0"/>
                </a:solidFill>
                <a:effectLst/>
                <a:latin typeface="SFMono-Regular"/>
              </a:rPr>
              <a:t>getAll</a:t>
            </a:r>
            <a:r>
              <a:rPr lang="en-GB" sz="1600" b="1" i="0" dirty="0">
                <a:solidFill>
                  <a:srgbClr val="9ECBB0"/>
                </a:solidFill>
                <a:effectLst/>
                <a:latin typeface="SFMono-Regular"/>
              </a:rPr>
              <a:t>"</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"flush"</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"instance"</a:t>
            </a:r>
            <a:r>
              <a:rPr lang="en-GB" sz="1600" b="1" i="0" dirty="0">
                <a:solidFill>
                  <a:srgbClr val="E8E4D8"/>
                </a:solidFill>
                <a:effectLst/>
                <a:latin typeface="SFMono-Regular"/>
              </a:rPr>
              <a:t> }, { </a:t>
            </a:r>
            <a:r>
              <a:rPr lang="en-GB" sz="1600" b="1" i="0" dirty="0">
                <a:solidFill>
                  <a:srgbClr val="E0B96F"/>
                </a:solidFill>
                <a:effectLst/>
                <a:latin typeface="SFMono-Regular"/>
              </a:rPr>
              <a:t>"source"</a:t>
            </a:r>
            <a:r>
              <a:rPr lang="en-GB" sz="1600" b="1" i="0" dirty="0">
                <a:solidFill>
                  <a:srgbClr val="E8E4D8"/>
                </a:solidFill>
                <a:effectLst/>
                <a:latin typeface="SFMono-Regular"/>
              </a:rPr>
              <a:t>: </a:t>
            </a:r>
            <a:r>
              <a:rPr lang="en-GB" sz="1600" b="1" i="0" dirty="0">
                <a:solidFill>
                  <a:srgbClr val="9ECBB0"/>
                </a:solidFill>
                <a:effectLst/>
                <a:latin typeface="SFMono-Regular"/>
              </a:rPr>
              <a:t>"Synchronization"</a:t>
            </a:r>
            <a:r>
              <a:rPr lang="en-GB" sz="1600" b="1" i="0" dirty="0">
                <a:solidFill>
                  <a:srgbClr val="E8E4D8"/>
                </a:solidFill>
                <a:effectLst/>
                <a:latin typeface="SFMono-Regular"/>
              </a:rPr>
              <a:t>, </a:t>
            </a:r>
            <a:r>
              <a:rPr lang="en-GB" sz="1600" b="1" i="0" dirty="0">
                <a:solidFill>
                  <a:srgbClr val="E0B96F"/>
                </a:solidFill>
                <a:effectLst/>
                <a:latin typeface="SFMono-Regular"/>
              </a:rPr>
              <a:t>"target"</a:t>
            </a:r>
            <a:r>
              <a:rPr lang="en-GB" sz="1600" b="1" i="0" dirty="0">
                <a:solidFill>
                  <a:srgbClr val="E8E4D8"/>
                </a:solidFill>
                <a:effectLst/>
                <a:latin typeface="SFMono-Regular"/>
              </a:rPr>
              <a:t>: </a:t>
            </a:r>
            <a:r>
              <a:rPr lang="en-GB" sz="1600" b="1" i="0" dirty="0">
                <a:solidFill>
                  <a:srgbClr val="9ECBB0"/>
                </a:solidFill>
                <a:effectLst/>
                <a:latin typeface="SFMono-Regular"/>
              </a:rPr>
              <a:t>"Logging"</a:t>
            </a:r>
            <a:r>
              <a:rPr lang="en-GB" sz="1600" b="1" i="0" dirty="0">
                <a:solidFill>
                  <a:srgbClr val="E8E4D8"/>
                </a:solidFill>
                <a:effectLst/>
                <a:latin typeface="SFMono-Regular"/>
              </a:rPr>
              <a:t>, </a:t>
            </a:r>
            <a:r>
              <a:rPr lang="en-GB" sz="1600" b="1" i="0" dirty="0">
                <a:solidFill>
                  <a:srgbClr val="E0B96F"/>
                </a:solidFill>
                <a:effectLst/>
                <a:latin typeface="SFMono-Regular"/>
              </a:rPr>
              <a:t>"interaction"</a:t>
            </a:r>
            <a:r>
              <a:rPr lang="en-GB" sz="1600" b="1" i="0" dirty="0">
                <a:solidFill>
                  <a:srgbClr val="E8E4D8"/>
                </a:solidFill>
                <a:effectLst/>
                <a:latin typeface="SFMono-Regular"/>
              </a:rPr>
              <a:t>: </a:t>
            </a:r>
            <a:r>
              <a:rPr lang="en-GB" sz="1600" b="1" i="0" dirty="0">
                <a:solidFill>
                  <a:srgbClr val="9ECBB0"/>
                </a:solidFill>
                <a:effectLst/>
                <a:latin typeface="SFMono-Regular"/>
              </a:rPr>
              <a:t>"stream"</a:t>
            </a:r>
            <a:r>
              <a:rPr lang="en-GB" sz="1600" b="1" i="0" dirty="0">
                <a:solidFill>
                  <a:srgbClr val="E8E4D8"/>
                </a:solidFill>
                <a:effectLst/>
                <a:latin typeface="SFMono-Regular"/>
              </a:rPr>
              <a:t> } ]</a:t>
            </a:r>
            <a:endParaRPr lang="en-GB" sz="1600" b="1" dirty="0"/>
          </a:p>
        </p:txBody>
      </p:sp>
      <p:sp>
        <p:nvSpPr>
          <p:cNvPr id="15" name="TextBox 14">
            <a:extLst>
              <a:ext uri="{FF2B5EF4-FFF2-40B4-BE49-F238E27FC236}">
                <a16:creationId xmlns:a16="http://schemas.microsoft.com/office/drawing/2014/main" id="{9F57ED3F-F84A-9B69-F0B6-2B8D4BCE840E}"/>
              </a:ext>
            </a:extLst>
          </p:cNvPr>
          <p:cNvSpPr txBox="1"/>
          <p:nvPr/>
        </p:nvSpPr>
        <p:spPr>
          <a:xfrm>
            <a:off x="839734" y="1847658"/>
            <a:ext cx="2327881" cy="369332"/>
          </a:xfrm>
          <a:prstGeom prst="rect">
            <a:avLst/>
          </a:prstGeom>
          <a:noFill/>
        </p:spPr>
        <p:txBody>
          <a:bodyPr wrap="none" rtlCol="0">
            <a:spAutoFit/>
          </a:bodyPr>
          <a:lstStyle/>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S1- Reference (REF):</a:t>
            </a:r>
          </a:p>
        </p:txBody>
      </p:sp>
      <p:sp>
        <p:nvSpPr>
          <p:cNvPr id="16" name="TextBox 15">
            <a:extLst>
              <a:ext uri="{FF2B5EF4-FFF2-40B4-BE49-F238E27FC236}">
                <a16:creationId xmlns:a16="http://schemas.microsoft.com/office/drawing/2014/main" id="{93C14A0B-7C76-B149-CBDB-6543B6979F14}"/>
              </a:ext>
            </a:extLst>
          </p:cNvPr>
          <p:cNvSpPr txBox="1"/>
          <p:nvPr/>
        </p:nvSpPr>
        <p:spPr>
          <a:xfrm>
            <a:off x="848360" y="4153602"/>
            <a:ext cx="2279791"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C2_Static (GEN):</a:t>
            </a:r>
          </a:p>
        </p:txBody>
      </p:sp>
      <p:sp>
        <p:nvSpPr>
          <p:cNvPr id="2" name="TextBox 1">
            <a:extLst>
              <a:ext uri="{FF2B5EF4-FFF2-40B4-BE49-F238E27FC236}">
                <a16:creationId xmlns:a16="http://schemas.microsoft.com/office/drawing/2014/main" id="{CB332090-2F0C-91A0-3A01-A0F9CE11F4CC}"/>
              </a:ext>
            </a:extLst>
          </p:cNvPr>
          <p:cNvSpPr txBox="1"/>
          <p:nvPr/>
        </p:nvSpPr>
        <p:spPr>
          <a:xfrm>
            <a:off x="8587117" y="2111550"/>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TP1</a:t>
            </a:r>
          </a:p>
        </p:txBody>
      </p:sp>
      <p:sp>
        <p:nvSpPr>
          <p:cNvPr id="9" name="TextBox 8">
            <a:extLst>
              <a:ext uri="{FF2B5EF4-FFF2-40B4-BE49-F238E27FC236}">
                <a16:creationId xmlns:a16="http://schemas.microsoft.com/office/drawing/2014/main" id="{38BAAAD8-2851-65FD-9164-431EF870CC77}"/>
              </a:ext>
            </a:extLst>
          </p:cNvPr>
          <p:cNvSpPr txBox="1"/>
          <p:nvPr/>
        </p:nvSpPr>
        <p:spPr>
          <a:xfrm>
            <a:off x="8587117" y="2428399"/>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TP2</a:t>
            </a:r>
          </a:p>
        </p:txBody>
      </p:sp>
      <p:sp>
        <p:nvSpPr>
          <p:cNvPr id="10" name="TextBox 9">
            <a:extLst>
              <a:ext uri="{FF2B5EF4-FFF2-40B4-BE49-F238E27FC236}">
                <a16:creationId xmlns:a16="http://schemas.microsoft.com/office/drawing/2014/main" id="{18797CBD-69F8-2965-2500-771CACB7000E}"/>
              </a:ext>
            </a:extLst>
          </p:cNvPr>
          <p:cNvSpPr txBox="1"/>
          <p:nvPr/>
        </p:nvSpPr>
        <p:spPr>
          <a:xfrm>
            <a:off x="8587117" y="2729156"/>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TP3</a:t>
            </a:r>
          </a:p>
        </p:txBody>
      </p:sp>
      <p:sp>
        <p:nvSpPr>
          <p:cNvPr id="11" name="TextBox 10">
            <a:extLst>
              <a:ext uri="{FF2B5EF4-FFF2-40B4-BE49-F238E27FC236}">
                <a16:creationId xmlns:a16="http://schemas.microsoft.com/office/drawing/2014/main" id="{005A35D5-6E8A-F4BF-3BFD-B96B67B762CC}"/>
              </a:ext>
            </a:extLst>
          </p:cNvPr>
          <p:cNvSpPr txBox="1"/>
          <p:nvPr/>
        </p:nvSpPr>
        <p:spPr>
          <a:xfrm>
            <a:off x="8587117" y="3046005"/>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TP4</a:t>
            </a:r>
          </a:p>
        </p:txBody>
      </p:sp>
      <p:sp>
        <p:nvSpPr>
          <p:cNvPr id="13" name="TextBox 12">
            <a:extLst>
              <a:ext uri="{FF2B5EF4-FFF2-40B4-BE49-F238E27FC236}">
                <a16:creationId xmlns:a16="http://schemas.microsoft.com/office/drawing/2014/main" id="{0082A19B-4492-8AF5-07CE-58CE2C103A60}"/>
              </a:ext>
            </a:extLst>
          </p:cNvPr>
          <p:cNvSpPr txBox="1"/>
          <p:nvPr/>
        </p:nvSpPr>
        <p:spPr>
          <a:xfrm>
            <a:off x="8595743" y="4395633"/>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TP1</a:t>
            </a:r>
          </a:p>
        </p:txBody>
      </p:sp>
      <p:sp>
        <p:nvSpPr>
          <p:cNvPr id="18" name="TextBox 17">
            <a:extLst>
              <a:ext uri="{FF2B5EF4-FFF2-40B4-BE49-F238E27FC236}">
                <a16:creationId xmlns:a16="http://schemas.microsoft.com/office/drawing/2014/main" id="{F03D3BFB-30B6-164E-5129-092F3E45D49F}"/>
              </a:ext>
            </a:extLst>
          </p:cNvPr>
          <p:cNvSpPr txBox="1"/>
          <p:nvPr/>
        </p:nvSpPr>
        <p:spPr>
          <a:xfrm>
            <a:off x="8595743" y="4712482"/>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TP3</a:t>
            </a:r>
          </a:p>
        </p:txBody>
      </p:sp>
      <p:sp>
        <p:nvSpPr>
          <p:cNvPr id="19" name="TextBox 18">
            <a:extLst>
              <a:ext uri="{FF2B5EF4-FFF2-40B4-BE49-F238E27FC236}">
                <a16:creationId xmlns:a16="http://schemas.microsoft.com/office/drawing/2014/main" id="{89FCF4B3-8F5D-9D00-3A7B-776650D74478}"/>
              </a:ext>
            </a:extLst>
          </p:cNvPr>
          <p:cNvSpPr txBox="1"/>
          <p:nvPr/>
        </p:nvSpPr>
        <p:spPr>
          <a:xfrm>
            <a:off x="8595743" y="5013239"/>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TP4</a:t>
            </a:r>
          </a:p>
        </p:txBody>
      </p:sp>
      <p:sp>
        <p:nvSpPr>
          <p:cNvPr id="20" name="TextBox 19">
            <a:extLst>
              <a:ext uri="{FF2B5EF4-FFF2-40B4-BE49-F238E27FC236}">
                <a16:creationId xmlns:a16="http://schemas.microsoft.com/office/drawing/2014/main" id="{B25F03F6-B1F2-2EE3-8BA9-15E44780B8D3}"/>
              </a:ext>
            </a:extLst>
          </p:cNvPr>
          <p:cNvSpPr txBox="1"/>
          <p:nvPr/>
        </p:nvSpPr>
        <p:spPr>
          <a:xfrm>
            <a:off x="8595743" y="5330088"/>
            <a:ext cx="500332" cy="276999"/>
          </a:xfrm>
          <a:prstGeom prst="rect">
            <a:avLst/>
          </a:prstGeom>
          <a:solidFill>
            <a:srgbClr val="92D050"/>
          </a:solidFill>
        </p:spPr>
        <p:txBody>
          <a:bodyPr wrap="square" rtlCol="0">
            <a:spAutoFit/>
          </a:bodyPr>
          <a:lstStyle/>
          <a:p>
            <a:r>
              <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rPr>
              <a:t>TP2</a:t>
            </a:r>
          </a:p>
        </p:txBody>
      </p:sp>
      <p:sp>
        <p:nvSpPr>
          <p:cNvPr id="36" name="TextBox 35">
            <a:extLst>
              <a:ext uri="{FF2B5EF4-FFF2-40B4-BE49-F238E27FC236}">
                <a16:creationId xmlns:a16="http://schemas.microsoft.com/office/drawing/2014/main" id="{BE653870-9677-313B-F4B9-2F60C6E37913}"/>
              </a:ext>
            </a:extLst>
          </p:cNvPr>
          <p:cNvSpPr txBox="1"/>
          <p:nvPr/>
        </p:nvSpPr>
        <p:spPr>
          <a:xfrm>
            <a:off x="839734" y="5680804"/>
            <a:ext cx="7676193" cy="738664"/>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TP =4 and it contains all 4 cases of Reference, Hence TP = 4 for this case.</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Derived from the static call graph (Neo4j / Renaissance). Every normalized triple in GEN also appears in REF, and nothing in REF is missing.</a:t>
            </a:r>
            <a:endPar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7" name="TextBox 36">
            <a:extLst>
              <a:ext uri="{FF2B5EF4-FFF2-40B4-BE49-F238E27FC236}">
                <a16:creationId xmlns:a16="http://schemas.microsoft.com/office/drawing/2014/main" id="{F6FD3D87-8C1B-E726-B7BF-D19420ED0C61}"/>
              </a:ext>
            </a:extLst>
          </p:cNvPr>
          <p:cNvSpPr txBox="1"/>
          <p:nvPr/>
        </p:nvSpPr>
        <p:spPr>
          <a:xfrm>
            <a:off x="9418129" y="4395633"/>
            <a:ext cx="2242868" cy="954107"/>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TP=4, FP=0, FN=0 </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P = 4/(4+0) = 1.0</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R = 4/(4+0) = 1.0</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F1 = 2(1)(1)/(1+1) = 1.0</a:t>
            </a:r>
          </a:p>
        </p:txBody>
      </p:sp>
      <p:sp>
        <p:nvSpPr>
          <p:cNvPr id="40" name="TextBox 39">
            <a:extLst>
              <a:ext uri="{FF2B5EF4-FFF2-40B4-BE49-F238E27FC236}">
                <a16:creationId xmlns:a16="http://schemas.microsoft.com/office/drawing/2014/main" id="{CC689E7A-C4E7-9080-C24C-F7AC9CE652DD}"/>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41" name="TextBox 40">
            <a:extLst>
              <a:ext uri="{FF2B5EF4-FFF2-40B4-BE49-F238E27FC236}">
                <a16:creationId xmlns:a16="http://schemas.microsoft.com/office/drawing/2014/main" id="{97B02E56-1549-34BC-C37B-E32CF42F937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2297887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3806A-9522-2FB8-7DF9-458C47CADDC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6D530476-A476-DFA5-2413-75228F20A6EB}"/>
              </a:ext>
            </a:extLst>
          </p:cNvPr>
          <p:cNvSpPr>
            <a:spLocks noGrp="1"/>
          </p:cNvSpPr>
          <p:nvPr>
            <p:ph type="title"/>
          </p:nvPr>
        </p:nvSpPr>
        <p:spPr>
          <a:xfrm>
            <a:off x="428625" y="792365"/>
            <a:ext cx="10015451" cy="62752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endParaRPr lang="en-GB" b="1" dirty="0"/>
          </a:p>
        </p:txBody>
      </p:sp>
      <p:sp>
        <p:nvSpPr>
          <p:cNvPr id="15" name="TextBox 14">
            <a:extLst>
              <a:ext uri="{FF2B5EF4-FFF2-40B4-BE49-F238E27FC236}">
                <a16:creationId xmlns:a16="http://schemas.microsoft.com/office/drawing/2014/main" id="{B623A60C-4198-6180-A380-CB1A6D7ACFD5}"/>
              </a:ext>
            </a:extLst>
          </p:cNvPr>
          <p:cNvSpPr txBox="1"/>
          <p:nvPr/>
        </p:nvSpPr>
        <p:spPr>
          <a:xfrm>
            <a:off x="428625" y="1661561"/>
            <a:ext cx="5131387" cy="369332"/>
          </a:xfrm>
          <a:prstGeom prst="rect">
            <a:avLst/>
          </a:prstGeom>
          <a:noFill/>
        </p:spPr>
        <p:txBody>
          <a:bodyPr wrap="square">
            <a:spAutoFit/>
          </a:bodyPr>
          <a:lstStyle/>
          <a:p>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S1- Trace Reference (REF):</a:t>
            </a:r>
          </a:p>
        </p:txBody>
      </p:sp>
      <p:sp>
        <p:nvSpPr>
          <p:cNvPr id="17" name="TextBox 16">
            <a:extLst>
              <a:ext uri="{FF2B5EF4-FFF2-40B4-BE49-F238E27FC236}">
                <a16:creationId xmlns:a16="http://schemas.microsoft.com/office/drawing/2014/main" id="{8FFCD05E-1484-CFE9-4D9E-213B52BF030D}"/>
              </a:ext>
            </a:extLst>
          </p:cNvPr>
          <p:cNvSpPr txBox="1"/>
          <p:nvPr/>
        </p:nvSpPr>
        <p:spPr>
          <a:xfrm>
            <a:off x="428625" y="2117173"/>
            <a:ext cx="11615593" cy="938719"/>
          </a:xfrm>
          <a:prstGeom prst="rect">
            <a:avLst/>
          </a:prstGeom>
          <a:noFill/>
        </p:spPr>
        <p:txBody>
          <a:bodyPr wrap="square">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2026-06-18T10:07:15.693645Z|Aggregator.getAll|</a:t>
            </a:r>
            <a:r>
              <a:rPr lang="en-GB" sz="1100" b="1" dirty="0">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|SynchronizedRunner.runSynchronized|</a:t>
            </a:r>
            <a:r>
              <a:rPr lang="en-GB" sz="1100" b="1" dirty="0">
                <a:latin typeface="Sans Serif Collection" panose="020B0502040504020204" pitchFamily="34" charset="0"/>
                <a:ea typeface="Sans Serif Collection" panose="020B0502040504020204" pitchFamily="34" charset="0"/>
                <a:cs typeface="Sans Serif Collection" panose="020B0502040504020204" pitchFamily="34" charset="0"/>
              </a:rPr>
              <a:t>Aggregation</a:t>
            </a:r>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100" b="1" dirty="0">
                <a:latin typeface="Sans Serif Collection" panose="020B0502040504020204" pitchFamily="34" charset="0"/>
                <a:ea typeface="Sans Serif Collection" panose="020B0502040504020204" pitchFamily="34" charset="0"/>
                <a:cs typeface="Sans Serif Collection" panose="020B0502040504020204" pitchFamily="34" charset="0"/>
              </a:rPr>
              <a:t>Aggregator.getAll</a:t>
            </a:r>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|Command|Aggregator</a:t>
            </a:r>
          </a:p>
          <a:p>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2026-06-18T10:07:15.694645Z|CPSLogger.flush|</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|SynchronizedRunner.runSynchronized|</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CPSLogger.flush</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|Command|CPSLogger</a:t>
            </a:r>
          </a:p>
          <a:p>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2026-06-18T10:07:15.695645Z|CPSLogger.instance|</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|SynchronizedRunner.runSynchronized|</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CPSLogger.instance</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|Command|CPSLogger</a:t>
            </a:r>
          </a:p>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2026-06-18T10:07:15.697645Z|RAIILogStream.stream|Synchronization|SynchronizedRunnerMaster.runAllStages|Logging|RAIILogStream.stream|Command|RAIILogStream</a:t>
            </a:r>
          </a:p>
          <a:p>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2026-06-18T10:07:15.698645Z|RAIILogStream.stream|</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|SynchronizedRunnerMaster.runStage|</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100" b="1"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RAIILogStream.stream</a:t>
            </a:r>
            <a:r>
              <a:rPr lang="en-GB" sz="1100" dirty="0">
                <a:highlight>
                  <a:srgbClr val="FFFF00"/>
                </a:highlight>
                <a:latin typeface="Sans Serif Collection" panose="020B0502040504020204" pitchFamily="34" charset="0"/>
                <a:ea typeface="Sans Serif Collection" panose="020B0502040504020204" pitchFamily="34" charset="0"/>
                <a:cs typeface="Sans Serif Collection" panose="020B0502040504020204" pitchFamily="34" charset="0"/>
              </a:rPr>
              <a:t>|Command|RAIILogStream</a:t>
            </a:r>
          </a:p>
        </p:txBody>
      </p:sp>
      <p:sp>
        <p:nvSpPr>
          <p:cNvPr id="19" name="TextBox 18">
            <a:extLst>
              <a:ext uri="{FF2B5EF4-FFF2-40B4-BE49-F238E27FC236}">
                <a16:creationId xmlns:a16="http://schemas.microsoft.com/office/drawing/2014/main" id="{62CFFCB7-63EF-8F08-A7F7-C417B75D26EC}"/>
              </a:ext>
            </a:extLst>
          </p:cNvPr>
          <p:cNvSpPr txBox="1"/>
          <p:nvPr/>
        </p:nvSpPr>
        <p:spPr>
          <a:xfrm>
            <a:off x="428625" y="4414406"/>
            <a:ext cx="7055073" cy="954107"/>
          </a:xfrm>
          <a:prstGeom prst="rect">
            <a:avLst/>
          </a:prstGeom>
          <a:noFill/>
        </p:spPr>
        <p:txBody>
          <a:bodyPr wrap="square">
            <a:spAutoFit/>
          </a:bodyPr>
          <a:lstStyle/>
          <a:p>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"Aggregation"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err="1">
                <a:solidFill>
                  <a:srgbClr val="9ECBB0"/>
                </a:solidFill>
                <a:effectLst/>
                <a:latin typeface="SFMono-Regular"/>
                <a:ea typeface="Sans Serif Collection" panose="020B0502040504020204" pitchFamily="34" charset="0"/>
                <a:cs typeface="Sans Serif Collection" panose="020B0502040504020204" pitchFamily="34" charset="0"/>
              </a:rPr>
              <a:t>Aggregator.getAll</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err="1">
                <a:solidFill>
                  <a:srgbClr val="9ECBB0"/>
                </a:solidFill>
                <a:effectLst/>
                <a:latin typeface="SFMono-Regular"/>
                <a:ea typeface="Sans Serif Collection" panose="020B0502040504020204" pitchFamily="34" charset="0"/>
                <a:cs typeface="Sans Serif Collection" panose="020B0502040504020204" pitchFamily="34" charset="0"/>
              </a:rPr>
              <a:t>CPSLogger.flush</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err="1">
                <a:solidFill>
                  <a:srgbClr val="9ECBB0"/>
                </a:solidFill>
                <a:effectLst/>
                <a:latin typeface="SFMono-Regular"/>
                <a:ea typeface="Sans Serif Collection" panose="020B0502040504020204" pitchFamily="34" charset="0"/>
                <a:cs typeface="Sans Serif Collection" panose="020B0502040504020204" pitchFamily="34" charset="0"/>
              </a:rPr>
              <a:t>CPSLogger.instance</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FMono-Regular"/>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err="1">
                <a:solidFill>
                  <a:srgbClr val="9ECBB0"/>
                </a:solidFill>
                <a:effectLst/>
                <a:latin typeface="SFMono-Regular"/>
                <a:ea typeface="Sans Serif Collection" panose="020B0502040504020204" pitchFamily="34" charset="0"/>
                <a:cs typeface="Sans Serif Collection" panose="020B0502040504020204" pitchFamily="34" charset="0"/>
              </a:rPr>
              <a:t>RAIILogStream.stream</a:t>
            </a:r>
            <a:r>
              <a:rPr lang="en-GB" sz="1400" b="1" i="0" dirty="0">
                <a:solidFill>
                  <a:srgbClr val="9ECBB0"/>
                </a:solidFill>
                <a:effectLst/>
                <a:latin typeface="SFMono-Regular"/>
                <a:ea typeface="Sans Serif Collection" panose="020B0502040504020204" pitchFamily="34" charset="0"/>
                <a:cs typeface="Sans Serif Collection" panose="020B0502040504020204" pitchFamily="34" charset="0"/>
              </a:rPr>
              <a:t>"</a:t>
            </a:r>
            <a:r>
              <a:rPr lang="en-GB" sz="1400" b="1" i="0" dirty="0">
                <a:solidFill>
                  <a:srgbClr val="E8E4D8"/>
                </a:solidFill>
                <a:effectLst/>
                <a:latin typeface="SFMono-Regular"/>
                <a:ea typeface="Sans Serif Collection" panose="020B0502040504020204" pitchFamily="34" charset="0"/>
                <a:cs typeface="Sans Serif Collection" panose="020B0502040504020204" pitchFamily="34" charset="0"/>
              </a:rPr>
              <a:t> } ]</a:t>
            </a:r>
            <a:endParaRPr lang="en-GB" sz="1400" b="1" dirty="0">
              <a:latin typeface="SFMono-Regular"/>
              <a:ea typeface="Sans Serif Collection" panose="020B0502040504020204" pitchFamily="34" charset="0"/>
              <a:cs typeface="Sans Serif Collection" panose="020B0502040504020204" pitchFamily="34" charset="0"/>
            </a:endParaRPr>
          </a:p>
        </p:txBody>
      </p:sp>
      <p:sp>
        <p:nvSpPr>
          <p:cNvPr id="20" name="TextBox 19">
            <a:extLst>
              <a:ext uri="{FF2B5EF4-FFF2-40B4-BE49-F238E27FC236}">
                <a16:creationId xmlns:a16="http://schemas.microsoft.com/office/drawing/2014/main" id="{9959943D-16F8-FD7E-D3A1-3F6B0F4D3AEF}"/>
              </a:ext>
            </a:extLst>
          </p:cNvPr>
          <p:cNvSpPr txBox="1"/>
          <p:nvPr/>
        </p:nvSpPr>
        <p:spPr>
          <a:xfrm>
            <a:off x="534324" y="4069376"/>
            <a:ext cx="2630848"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C3_Dynamic (GEN):</a:t>
            </a:r>
          </a:p>
        </p:txBody>
      </p:sp>
      <p:sp>
        <p:nvSpPr>
          <p:cNvPr id="21" name="TextBox 20">
            <a:extLst>
              <a:ext uri="{FF2B5EF4-FFF2-40B4-BE49-F238E27FC236}">
                <a16:creationId xmlns:a16="http://schemas.microsoft.com/office/drawing/2014/main" id="{05D051C7-8847-0726-C20F-5ADB629AAEAA}"/>
              </a:ext>
            </a:extLst>
          </p:cNvPr>
          <p:cNvSpPr txBox="1"/>
          <p:nvPr/>
        </p:nvSpPr>
        <p:spPr>
          <a:xfrm>
            <a:off x="7813177" y="4505850"/>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TP1</a:t>
            </a:r>
          </a:p>
        </p:txBody>
      </p:sp>
      <p:sp>
        <p:nvSpPr>
          <p:cNvPr id="22" name="TextBox 21">
            <a:extLst>
              <a:ext uri="{FF2B5EF4-FFF2-40B4-BE49-F238E27FC236}">
                <a16:creationId xmlns:a16="http://schemas.microsoft.com/office/drawing/2014/main" id="{7ED56A24-5C82-81D6-C986-ED54275CD59A}"/>
              </a:ext>
            </a:extLst>
          </p:cNvPr>
          <p:cNvSpPr txBox="1"/>
          <p:nvPr/>
        </p:nvSpPr>
        <p:spPr>
          <a:xfrm>
            <a:off x="7813177" y="4711867"/>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TP2</a:t>
            </a:r>
          </a:p>
        </p:txBody>
      </p:sp>
      <p:sp>
        <p:nvSpPr>
          <p:cNvPr id="23" name="TextBox 22">
            <a:extLst>
              <a:ext uri="{FF2B5EF4-FFF2-40B4-BE49-F238E27FC236}">
                <a16:creationId xmlns:a16="http://schemas.microsoft.com/office/drawing/2014/main" id="{B73F94EA-7E9E-F17E-D0FB-91FED87BE7AF}"/>
              </a:ext>
            </a:extLst>
          </p:cNvPr>
          <p:cNvSpPr txBox="1"/>
          <p:nvPr/>
        </p:nvSpPr>
        <p:spPr>
          <a:xfrm>
            <a:off x="7813177" y="4920262"/>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TP3</a:t>
            </a:r>
          </a:p>
        </p:txBody>
      </p:sp>
      <p:sp>
        <p:nvSpPr>
          <p:cNvPr id="24" name="TextBox 23">
            <a:extLst>
              <a:ext uri="{FF2B5EF4-FFF2-40B4-BE49-F238E27FC236}">
                <a16:creationId xmlns:a16="http://schemas.microsoft.com/office/drawing/2014/main" id="{68F7883A-9BFA-127B-333C-3204547EBF69}"/>
              </a:ext>
            </a:extLst>
          </p:cNvPr>
          <p:cNvSpPr txBox="1"/>
          <p:nvPr/>
        </p:nvSpPr>
        <p:spPr>
          <a:xfrm>
            <a:off x="7813177" y="5135503"/>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TP4</a:t>
            </a:r>
          </a:p>
        </p:txBody>
      </p:sp>
      <p:sp>
        <p:nvSpPr>
          <p:cNvPr id="26" name="TextBox 25">
            <a:extLst>
              <a:ext uri="{FF2B5EF4-FFF2-40B4-BE49-F238E27FC236}">
                <a16:creationId xmlns:a16="http://schemas.microsoft.com/office/drawing/2014/main" id="{7306C36F-F733-0E41-565C-FF5133938840}"/>
              </a:ext>
            </a:extLst>
          </p:cNvPr>
          <p:cNvSpPr txBox="1"/>
          <p:nvPr/>
        </p:nvSpPr>
        <p:spPr>
          <a:xfrm>
            <a:off x="8480975" y="4476368"/>
            <a:ext cx="2029691" cy="830997"/>
          </a:xfrm>
          <a:prstGeom prst="rect">
            <a:avLst/>
          </a:prstGeom>
          <a:noFill/>
        </p:spPr>
        <p:txBody>
          <a:bodyPr wrap="square">
            <a:spAutoFit/>
          </a:bodyPr>
          <a:lstStyle/>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TP=4, FP=0, FN=0</a:t>
            </a: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 = 4/(4+0)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R = 4/(4+0)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F1 = 2(1)(1)/(1+1)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27" name="TextBox 26">
            <a:extLst>
              <a:ext uri="{FF2B5EF4-FFF2-40B4-BE49-F238E27FC236}">
                <a16:creationId xmlns:a16="http://schemas.microsoft.com/office/drawing/2014/main" id="{3AE356A7-EACB-10E4-307E-8BB1FC4AC6AB}"/>
              </a:ext>
            </a:extLst>
          </p:cNvPr>
          <p:cNvSpPr txBox="1"/>
          <p:nvPr/>
        </p:nvSpPr>
        <p:spPr>
          <a:xfrm>
            <a:off x="534324" y="5535015"/>
            <a:ext cx="11001894" cy="738664"/>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So, TP =4 as it contains all 4 cases of Trace Reference, Hence TP = 4 for this case. </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We can observe that GEN is textually identical to the REF after normalization is applied, </a:t>
            </a:r>
          </a:p>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because S1's test coverage exercises every reference edge at runtime.</a:t>
            </a:r>
          </a:p>
        </p:txBody>
      </p:sp>
      <p:sp>
        <p:nvSpPr>
          <p:cNvPr id="40" name="TextBox 39">
            <a:extLst>
              <a:ext uri="{FF2B5EF4-FFF2-40B4-BE49-F238E27FC236}">
                <a16:creationId xmlns:a16="http://schemas.microsoft.com/office/drawing/2014/main" id="{ED3AA5E2-1BD1-B336-F35E-8365F3C01FEE}"/>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41" name="TextBox 40">
            <a:extLst>
              <a:ext uri="{FF2B5EF4-FFF2-40B4-BE49-F238E27FC236}">
                <a16:creationId xmlns:a16="http://schemas.microsoft.com/office/drawing/2014/main" id="{DE5FC0F1-2196-5DD6-13AC-5DAC2B0DE6FF}"/>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423395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C74AA-4D6D-CBCF-0ADA-A1B3CD7046A8}"/>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8A9A3B78-F0AC-76C2-E064-DC2EECA0078A}"/>
              </a:ext>
            </a:extLst>
          </p:cNvPr>
          <p:cNvSpPr>
            <a:spLocks noGrp="1"/>
          </p:cNvSpPr>
          <p:nvPr>
            <p:ph type="title"/>
          </p:nvPr>
        </p:nvSpPr>
        <p:spPr>
          <a:xfrm>
            <a:off x="428625" y="792365"/>
            <a:ext cx="10015451" cy="627525"/>
          </a:xfrm>
        </p:spPr>
        <p:txBody>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H1 – Metrics Calculations for Scenario 1</a:t>
            </a:r>
            <a:endParaRPr lang="en-GB" dirty="0"/>
          </a:p>
        </p:txBody>
      </p:sp>
      <p:sp>
        <p:nvSpPr>
          <p:cNvPr id="27" name="TextBox 26">
            <a:extLst>
              <a:ext uri="{FF2B5EF4-FFF2-40B4-BE49-F238E27FC236}">
                <a16:creationId xmlns:a16="http://schemas.microsoft.com/office/drawing/2014/main" id="{F23EA95C-360A-0D0B-5C27-BF632774765F}"/>
              </a:ext>
            </a:extLst>
          </p:cNvPr>
          <p:cNvSpPr txBox="1"/>
          <p:nvPr/>
        </p:nvSpPr>
        <p:spPr>
          <a:xfrm>
            <a:off x="534324" y="3217925"/>
            <a:ext cx="9163858" cy="523220"/>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Union of C2's static edges and C3's dynamic edges. As C2 and C3 already found the same 4 edges independently, the union adds nothing new.</a:t>
            </a:r>
          </a:p>
        </p:txBody>
      </p:sp>
      <p:sp>
        <p:nvSpPr>
          <p:cNvPr id="40" name="TextBox 39">
            <a:extLst>
              <a:ext uri="{FF2B5EF4-FFF2-40B4-BE49-F238E27FC236}">
                <a16:creationId xmlns:a16="http://schemas.microsoft.com/office/drawing/2014/main" id="{55E7AED3-93A9-1D5C-FE78-4573D199D57A}"/>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12</a:t>
            </a:r>
          </a:p>
        </p:txBody>
      </p:sp>
      <p:sp>
        <p:nvSpPr>
          <p:cNvPr id="41" name="TextBox 40">
            <a:extLst>
              <a:ext uri="{FF2B5EF4-FFF2-40B4-BE49-F238E27FC236}">
                <a16:creationId xmlns:a16="http://schemas.microsoft.com/office/drawing/2014/main" id="{5878B9BD-47DC-C95D-B026-17D78C892232}"/>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9" name="TextBox 8">
            <a:extLst>
              <a:ext uri="{FF2B5EF4-FFF2-40B4-BE49-F238E27FC236}">
                <a16:creationId xmlns:a16="http://schemas.microsoft.com/office/drawing/2014/main" id="{C227AF40-B59E-4DC6-9201-9D63807396A6}"/>
              </a:ext>
            </a:extLst>
          </p:cNvPr>
          <p:cNvSpPr txBox="1"/>
          <p:nvPr/>
        </p:nvSpPr>
        <p:spPr>
          <a:xfrm>
            <a:off x="428625" y="2196829"/>
            <a:ext cx="6808585" cy="954107"/>
          </a:xfrm>
          <a:prstGeom prst="rect">
            <a:avLst/>
          </a:prstGeom>
          <a:noFill/>
        </p:spPr>
        <p:txBody>
          <a:bodyPr wrap="square">
            <a:spAutoFit/>
          </a:bodyPr>
          <a:lstStyle/>
          <a:p>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"Aggregation"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400" b="1" i="0" dirty="0" err="1">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getAll</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"flush"</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"instance"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"stream"</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a:t>
            </a:r>
            <a:endPar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0" name="TextBox 9">
            <a:extLst>
              <a:ext uri="{FF2B5EF4-FFF2-40B4-BE49-F238E27FC236}">
                <a16:creationId xmlns:a16="http://schemas.microsoft.com/office/drawing/2014/main" id="{08E1151E-5601-1AF4-F631-0D5CCF297AA5}"/>
              </a:ext>
            </a:extLst>
          </p:cNvPr>
          <p:cNvSpPr txBox="1"/>
          <p:nvPr/>
        </p:nvSpPr>
        <p:spPr>
          <a:xfrm>
            <a:off x="7769631" y="2182770"/>
            <a:ext cx="2113277" cy="830997"/>
          </a:xfrm>
          <a:prstGeom prst="rect">
            <a:avLst/>
          </a:prstGeom>
          <a:noFill/>
        </p:spPr>
        <p:txBody>
          <a:bodyPr wrap="square">
            <a:spAutoFit/>
          </a:bodyPr>
          <a:lstStyle/>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TP=4, FP=0, FN=0</a:t>
            </a: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 = 4/(4+0)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R = 4/(4+0)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F1 = 2(1)(1)/(1+1)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3" name="TextBox 12">
            <a:extLst>
              <a:ext uri="{FF2B5EF4-FFF2-40B4-BE49-F238E27FC236}">
                <a16:creationId xmlns:a16="http://schemas.microsoft.com/office/drawing/2014/main" id="{9B1815C0-F261-66C5-B6E7-CFBA1C4F89ED}"/>
              </a:ext>
            </a:extLst>
          </p:cNvPr>
          <p:cNvSpPr txBox="1"/>
          <p:nvPr/>
        </p:nvSpPr>
        <p:spPr>
          <a:xfrm>
            <a:off x="7121425" y="2212252"/>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TP1</a:t>
            </a:r>
          </a:p>
        </p:txBody>
      </p:sp>
      <p:sp>
        <p:nvSpPr>
          <p:cNvPr id="14" name="TextBox 13">
            <a:extLst>
              <a:ext uri="{FF2B5EF4-FFF2-40B4-BE49-F238E27FC236}">
                <a16:creationId xmlns:a16="http://schemas.microsoft.com/office/drawing/2014/main" id="{2FC9533D-0FF4-D08B-AC14-865A43403342}"/>
              </a:ext>
            </a:extLst>
          </p:cNvPr>
          <p:cNvSpPr txBox="1"/>
          <p:nvPr/>
        </p:nvSpPr>
        <p:spPr>
          <a:xfrm>
            <a:off x="7121425" y="2418269"/>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TP2</a:t>
            </a:r>
          </a:p>
        </p:txBody>
      </p:sp>
      <p:sp>
        <p:nvSpPr>
          <p:cNvPr id="16" name="TextBox 15">
            <a:extLst>
              <a:ext uri="{FF2B5EF4-FFF2-40B4-BE49-F238E27FC236}">
                <a16:creationId xmlns:a16="http://schemas.microsoft.com/office/drawing/2014/main" id="{41B21C83-5EFF-5375-C62B-DC9000FE5E4F}"/>
              </a:ext>
            </a:extLst>
          </p:cNvPr>
          <p:cNvSpPr txBox="1"/>
          <p:nvPr/>
        </p:nvSpPr>
        <p:spPr>
          <a:xfrm>
            <a:off x="7121425" y="2626664"/>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TP3</a:t>
            </a:r>
          </a:p>
        </p:txBody>
      </p:sp>
      <p:sp>
        <p:nvSpPr>
          <p:cNvPr id="18" name="TextBox 17">
            <a:extLst>
              <a:ext uri="{FF2B5EF4-FFF2-40B4-BE49-F238E27FC236}">
                <a16:creationId xmlns:a16="http://schemas.microsoft.com/office/drawing/2014/main" id="{73D0AFEF-52DC-88F7-C376-8946655B7640}"/>
              </a:ext>
            </a:extLst>
          </p:cNvPr>
          <p:cNvSpPr txBox="1"/>
          <p:nvPr/>
        </p:nvSpPr>
        <p:spPr>
          <a:xfrm>
            <a:off x="7121425" y="2841905"/>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TP4</a:t>
            </a:r>
          </a:p>
        </p:txBody>
      </p:sp>
      <p:sp>
        <p:nvSpPr>
          <p:cNvPr id="25" name="TextBox 24">
            <a:extLst>
              <a:ext uri="{FF2B5EF4-FFF2-40B4-BE49-F238E27FC236}">
                <a16:creationId xmlns:a16="http://schemas.microsoft.com/office/drawing/2014/main" id="{64054E24-475D-FFAC-926E-D156B66E778A}"/>
              </a:ext>
            </a:extLst>
          </p:cNvPr>
          <p:cNvSpPr txBox="1"/>
          <p:nvPr/>
        </p:nvSpPr>
        <p:spPr>
          <a:xfrm>
            <a:off x="534324" y="1794575"/>
            <a:ext cx="3533340"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C4_ Static + Dynamic (GEN):</a:t>
            </a:r>
          </a:p>
        </p:txBody>
      </p:sp>
      <p:sp>
        <p:nvSpPr>
          <p:cNvPr id="28" name="TextBox 27">
            <a:extLst>
              <a:ext uri="{FF2B5EF4-FFF2-40B4-BE49-F238E27FC236}">
                <a16:creationId xmlns:a16="http://schemas.microsoft.com/office/drawing/2014/main" id="{425A9CC5-B847-EE8A-E484-EB4DBFFF0C0C}"/>
              </a:ext>
            </a:extLst>
          </p:cNvPr>
          <p:cNvSpPr txBox="1"/>
          <p:nvPr/>
        </p:nvSpPr>
        <p:spPr>
          <a:xfrm>
            <a:off x="534324" y="5705378"/>
            <a:ext cx="9163858" cy="523220"/>
          </a:xfrm>
          <a:prstGeom prst="rect">
            <a:avLst/>
          </a:prstGeom>
          <a:noFill/>
        </p:spPr>
        <p:txBody>
          <a:bodyPr wrap="square" rtlCol="0">
            <a:spAutoFit/>
          </a:bodyPr>
          <a:lstStyle/>
          <a:p>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The LLM synthesizes C2 + C3's evidence into the final diagram elements. With both inputs already agreeing perfectly, there's nothing left for the synthesis step to get wrong or prune False Positives.</a:t>
            </a:r>
          </a:p>
        </p:txBody>
      </p:sp>
      <p:sp>
        <p:nvSpPr>
          <p:cNvPr id="29" name="TextBox 28">
            <a:extLst>
              <a:ext uri="{FF2B5EF4-FFF2-40B4-BE49-F238E27FC236}">
                <a16:creationId xmlns:a16="http://schemas.microsoft.com/office/drawing/2014/main" id="{079455CA-5814-017E-F0C4-42BCC0C464B5}"/>
              </a:ext>
            </a:extLst>
          </p:cNvPr>
          <p:cNvSpPr txBox="1"/>
          <p:nvPr/>
        </p:nvSpPr>
        <p:spPr>
          <a:xfrm>
            <a:off x="428625" y="4635221"/>
            <a:ext cx="6808585" cy="954107"/>
          </a:xfrm>
          <a:prstGeom prst="rect">
            <a:avLst/>
          </a:prstGeom>
          <a:noFill/>
        </p:spPr>
        <p:txBody>
          <a:bodyPr wrap="square">
            <a:spAutoFit/>
          </a:bodyPr>
          <a:lstStyle/>
          <a:p>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"Aggregation"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400" b="1" i="0" dirty="0" err="1">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getAll</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"flush"</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"instance"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"source"</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"Synchronization"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"target"</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"Logging"</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E0B96F"/>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"interaction"</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b="1" i="0" dirty="0">
                <a:solidFill>
                  <a:srgbClr val="9ECBB0"/>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"stream"</a:t>
            </a:r>
            <a:r>
              <a:rPr lang="en-GB" sz="1400" b="1" i="0" dirty="0">
                <a:solidFill>
                  <a:srgbClr val="E8E4D8"/>
                </a:solidFill>
                <a:effectLst/>
                <a:latin typeface="Sans Serif Collection" panose="020B0502040504020204" pitchFamily="34" charset="0"/>
                <a:ea typeface="Sans Serif Collection" panose="020B0502040504020204" pitchFamily="34" charset="0"/>
                <a:cs typeface="Sans Serif Collection" panose="020B0502040504020204" pitchFamily="34" charset="0"/>
              </a:rPr>
              <a:t> } ]</a:t>
            </a:r>
            <a:endPar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0" name="TextBox 29">
            <a:extLst>
              <a:ext uri="{FF2B5EF4-FFF2-40B4-BE49-F238E27FC236}">
                <a16:creationId xmlns:a16="http://schemas.microsoft.com/office/drawing/2014/main" id="{71A98A27-7CCA-E92C-B2A9-FB5B0BF59717}"/>
              </a:ext>
            </a:extLst>
          </p:cNvPr>
          <p:cNvSpPr txBox="1"/>
          <p:nvPr/>
        </p:nvSpPr>
        <p:spPr>
          <a:xfrm>
            <a:off x="7769631" y="4621162"/>
            <a:ext cx="2011677" cy="830997"/>
          </a:xfrm>
          <a:prstGeom prst="rect">
            <a:avLst/>
          </a:prstGeom>
          <a:noFill/>
        </p:spPr>
        <p:txBody>
          <a:bodyPr wrap="square">
            <a:spAutoFit/>
          </a:bodyPr>
          <a:lstStyle/>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TP=4, FP=0, FN=0</a:t>
            </a: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P = 4/(4+0)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R = 4/(4+0)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1200" b="0"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F1 = 2(1)(1)/(1+1) = </a:t>
            </a:r>
            <a:r>
              <a:rPr lang="en-GB" sz="1200" b="1" i="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1.0</a:t>
            </a:r>
            <a:endParaRPr lang="en-GB" sz="1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1" name="TextBox 30">
            <a:extLst>
              <a:ext uri="{FF2B5EF4-FFF2-40B4-BE49-F238E27FC236}">
                <a16:creationId xmlns:a16="http://schemas.microsoft.com/office/drawing/2014/main" id="{FB5694EB-F19C-E3F4-7B84-A37DE294016B}"/>
              </a:ext>
            </a:extLst>
          </p:cNvPr>
          <p:cNvSpPr txBox="1"/>
          <p:nvPr/>
        </p:nvSpPr>
        <p:spPr>
          <a:xfrm>
            <a:off x="7121425" y="4650644"/>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TP1</a:t>
            </a:r>
          </a:p>
        </p:txBody>
      </p:sp>
      <p:sp>
        <p:nvSpPr>
          <p:cNvPr id="32" name="TextBox 31">
            <a:extLst>
              <a:ext uri="{FF2B5EF4-FFF2-40B4-BE49-F238E27FC236}">
                <a16:creationId xmlns:a16="http://schemas.microsoft.com/office/drawing/2014/main" id="{D503E535-B3BB-49AF-0BBB-98B53F26ECC8}"/>
              </a:ext>
            </a:extLst>
          </p:cNvPr>
          <p:cNvSpPr txBox="1"/>
          <p:nvPr/>
        </p:nvSpPr>
        <p:spPr>
          <a:xfrm>
            <a:off x="7121425" y="4856661"/>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TP2</a:t>
            </a:r>
          </a:p>
        </p:txBody>
      </p:sp>
      <p:sp>
        <p:nvSpPr>
          <p:cNvPr id="33" name="TextBox 32">
            <a:extLst>
              <a:ext uri="{FF2B5EF4-FFF2-40B4-BE49-F238E27FC236}">
                <a16:creationId xmlns:a16="http://schemas.microsoft.com/office/drawing/2014/main" id="{B58FE0FB-DD7E-54F9-2913-D5249A3EDFDD}"/>
              </a:ext>
            </a:extLst>
          </p:cNvPr>
          <p:cNvSpPr txBox="1"/>
          <p:nvPr/>
        </p:nvSpPr>
        <p:spPr>
          <a:xfrm>
            <a:off x="7121425" y="5065056"/>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TP3</a:t>
            </a:r>
          </a:p>
        </p:txBody>
      </p:sp>
      <p:sp>
        <p:nvSpPr>
          <p:cNvPr id="34" name="TextBox 33">
            <a:extLst>
              <a:ext uri="{FF2B5EF4-FFF2-40B4-BE49-F238E27FC236}">
                <a16:creationId xmlns:a16="http://schemas.microsoft.com/office/drawing/2014/main" id="{D09F3273-662D-2741-8BF2-3C1DC57B1E80}"/>
              </a:ext>
            </a:extLst>
          </p:cNvPr>
          <p:cNvSpPr txBox="1"/>
          <p:nvPr/>
        </p:nvSpPr>
        <p:spPr>
          <a:xfrm>
            <a:off x="7121425" y="5280297"/>
            <a:ext cx="432000" cy="180000"/>
          </a:xfrm>
          <a:prstGeom prst="rect">
            <a:avLst/>
          </a:prstGeom>
          <a:solidFill>
            <a:srgbClr val="92D050"/>
          </a:solidFill>
        </p:spPr>
        <p:txBody>
          <a:bodyPr wrap="square" rtlCol="0">
            <a:spAutoFit/>
          </a:bodyPr>
          <a:lstStyle/>
          <a:p>
            <a:r>
              <a:rPr lang="en-GB" sz="1100" dirty="0">
                <a:latin typeface="Sans Serif Collection" panose="020B0502040504020204" pitchFamily="34" charset="0"/>
                <a:ea typeface="Sans Serif Collection" panose="020B0502040504020204" pitchFamily="34" charset="0"/>
                <a:cs typeface="Sans Serif Collection" panose="020B0502040504020204" pitchFamily="34" charset="0"/>
              </a:rPr>
              <a:t>TP4</a:t>
            </a:r>
          </a:p>
        </p:txBody>
      </p:sp>
      <p:sp>
        <p:nvSpPr>
          <p:cNvPr id="35" name="TextBox 34">
            <a:extLst>
              <a:ext uri="{FF2B5EF4-FFF2-40B4-BE49-F238E27FC236}">
                <a16:creationId xmlns:a16="http://schemas.microsoft.com/office/drawing/2014/main" id="{8A5FFB4B-B1D7-6DBC-15A5-CC96F1EA9663}"/>
              </a:ext>
            </a:extLst>
          </p:cNvPr>
          <p:cNvSpPr txBox="1"/>
          <p:nvPr/>
        </p:nvSpPr>
        <p:spPr>
          <a:xfrm>
            <a:off x="534324" y="4242203"/>
            <a:ext cx="4233851" cy="369332"/>
          </a:xfrm>
          <a:prstGeom prst="rect">
            <a:avLst/>
          </a:prstGeom>
          <a:noFill/>
        </p:spPr>
        <p:txBody>
          <a:bodyPr wrap="none" rtlCol="0">
            <a:sp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S1- C5_ Static + Dynamic + LLM (GEN):</a:t>
            </a:r>
          </a:p>
        </p:txBody>
      </p:sp>
    </p:spTree>
    <p:extLst>
      <p:ext uri="{BB962C8B-B14F-4D97-AF65-F5344CB8AC3E}">
        <p14:creationId xmlns:p14="http://schemas.microsoft.com/office/powerpoint/2010/main" val="36452998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H1 Results: Precision / Recall / F1</a:t>
            </a:r>
          </a:p>
        </p:txBody>
      </p:sp>
      <p:graphicFrame>
        <p:nvGraphicFramePr>
          <p:cNvPr id="3" name="Table Placeholder 2"/>
          <p:cNvGraphicFramePr>
            <a:graphicFrameLocks noGrp="1"/>
          </p:cNvGraphicFramePr>
          <p:nvPr>
            <p:ph type="tbl" sz="quarter" idx="10"/>
            <p:extLst>
              <p:ext uri="{D42A27DB-BD31-4B8C-83A1-F6EECF244321}">
                <p14:modId xmlns:p14="http://schemas.microsoft.com/office/powerpoint/2010/main" val="128259900"/>
              </p:ext>
            </p:extLst>
          </p:nvPr>
        </p:nvGraphicFramePr>
        <p:xfrm>
          <a:off x="929640" y="2316480"/>
          <a:ext cx="10331450" cy="2225040"/>
        </p:xfrm>
        <a:graphic>
          <a:graphicData uri="http://schemas.openxmlformats.org/drawingml/2006/table">
            <a:tbl>
              <a:tblPr firstRow="1" bandRow="1">
                <a:tableStyleId>{00A15C55-8517-42AA-B614-E9B94910E393}</a:tableStyleId>
              </a:tblPr>
              <a:tblGrid>
                <a:gridCol w="2582862">
                  <a:extLst>
                    <a:ext uri="{9D8B030D-6E8A-4147-A177-3AD203B41FA5}">
                      <a16:colId xmlns:a16="http://schemas.microsoft.com/office/drawing/2014/main" val="20000"/>
                    </a:ext>
                  </a:extLst>
                </a:gridCol>
                <a:gridCol w="2582862">
                  <a:extLst>
                    <a:ext uri="{9D8B030D-6E8A-4147-A177-3AD203B41FA5}">
                      <a16:colId xmlns:a16="http://schemas.microsoft.com/office/drawing/2014/main" val="20001"/>
                    </a:ext>
                  </a:extLst>
                </a:gridCol>
                <a:gridCol w="2582862">
                  <a:extLst>
                    <a:ext uri="{9D8B030D-6E8A-4147-A177-3AD203B41FA5}">
                      <a16:colId xmlns:a16="http://schemas.microsoft.com/office/drawing/2014/main" val="20002"/>
                    </a:ext>
                  </a:extLst>
                </a:gridCol>
                <a:gridCol w="2582864">
                  <a:extLst>
                    <a:ext uri="{9D8B030D-6E8A-4147-A177-3AD203B41FA5}">
                      <a16:colId xmlns:a16="http://schemas.microsoft.com/office/drawing/2014/main" val="20003"/>
                    </a:ext>
                  </a:extLst>
                </a:gridCol>
              </a:tblGrid>
              <a:tr h="370840">
                <a:tc>
                  <a:txBody>
                    <a:bodyPr/>
                    <a:lstStyle/>
                    <a:p>
                      <a:r>
                        <a:rPr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Condition</a:t>
                      </a:r>
                    </a:p>
                  </a:txBody>
                  <a:tcPr anchor="ctr"/>
                </a:tc>
                <a:tc>
                  <a:txBody>
                    <a:bodyPr/>
                    <a:lstStyle/>
                    <a:p>
                      <a:r>
                        <a:rPr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Happy-path (S1–S3)</a:t>
                      </a:r>
                    </a:p>
                  </a:txBody>
                  <a:tcPr anchor="ctr"/>
                </a:tc>
                <a:tc>
                  <a:txBody>
                    <a:bodyPr/>
                    <a:lstStyle/>
                    <a:p>
                      <a:r>
                        <a:rPr sz="1400" b="0"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Constructed (S4)</a:t>
                      </a:r>
                    </a:p>
                  </a:txBody>
                  <a:tcPr anchor="ctr"/>
                </a:tc>
                <a:tc>
                  <a:txBody>
                    <a:bodyPr/>
                    <a:lstStyle/>
                    <a:p>
                      <a:r>
                        <a:rPr sz="1400" b="0"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Overall (S1–S4)</a:t>
                      </a:r>
                    </a:p>
                  </a:txBody>
                  <a:tcPr anchor="ctr"/>
                </a:tc>
                <a:extLst>
                  <a:ext uri="{0D108BD9-81ED-4DB2-BD59-A6C34878D82A}">
                    <a16:rowId xmlns:a16="http://schemas.microsoft.com/office/drawing/2014/main" val="10000"/>
                  </a:ext>
                </a:extLst>
              </a:tr>
              <a:tr h="370840">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C1  LLM-only</a:t>
                      </a:r>
                    </a:p>
                  </a:txBody>
                  <a:tcPr anchor="ctr"/>
                </a:tc>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0.000 / 0.000 / 0.000</a:t>
                      </a:r>
                    </a:p>
                  </a:txBody>
                  <a:tcPr anchor="ctr"/>
                </a:tc>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0.500 / 0.500 / 0.500</a:t>
                      </a:r>
                    </a:p>
                  </a:txBody>
                  <a:tcPr anchor="ctr"/>
                </a:tc>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0.125 / 0.125 / 0.125</a:t>
                      </a:r>
                    </a:p>
                  </a:txBody>
                  <a:tcPr anchor="ctr"/>
                </a:tc>
                <a:extLst>
                  <a:ext uri="{0D108BD9-81ED-4DB2-BD59-A6C34878D82A}">
                    <a16:rowId xmlns:a16="http://schemas.microsoft.com/office/drawing/2014/main" val="10001"/>
                  </a:ext>
                </a:extLst>
              </a:tr>
              <a:tr h="370840">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C2  Static-only</a:t>
                      </a:r>
                    </a:p>
                  </a:txBody>
                  <a:tcPr anchor="ctr"/>
                </a:tc>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0.867 / 1.000 / 0.917</a:t>
                      </a:r>
                    </a:p>
                  </a:txBody>
                  <a:tcPr anchor="ctr"/>
                </a:tc>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 / 0.500 / 0.667</a:t>
                      </a:r>
                    </a:p>
                  </a:txBody>
                  <a:tcPr anchor="ctr"/>
                </a:tc>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0.900 / 0.875 / 0.854</a:t>
                      </a:r>
                    </a:p>
                  </a:txBody>
                  <a:tcPr anchor="ctr"/>
                </a:tc>
                <a:extLst>
                  <a:ext uri="{0D108BD9-81ED-4DB2-BD59-A6C34878D82A}">
                    <a16:rowId xmlns:a16="http://schemas.microsoft.com/office/drawing/2014/main" val="10002"/>
                  </a:ext>
                </a:extLst>
              </a:tr>
              <a:tr h="370840">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C3  Dynamic-only</a:t>
                      </a:r>
                    </a:p>
                  </a:txBody>
                  <a:tcPr anchor="ctr"/>
                </a:tc>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 / 1.000 / 1.000</a:t>
                      </a:r>
                    </a:p>
                  </a:txBody>
                  <a:tcPr anchor="ctr"/>
                </a:tc>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 / 0.500 / 0.667</a:t>
                      </a:r>
                    </a:p>
                  </a:txBody>
                  <a:tcPr anchor="ctr"/>
                </a:tc>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 / 0.875 / 0.917</a:t>
                      </a:r>
                    </a:p>
                  </a:txBody>
                  <a:tcPr anchor="ctr"/>
                </a:tc>
                <a:extLst>
                  <a:ext uri="{0D108BD9-81ED-4DB2-BD59-A6C34878D82A}">
                    <a16:rowId xmlns:a16="http://schemas.microsoft.com/office/drawing/2014/main" val="10003"/>
                  </a:ext>
                </a:extLst>
              </a:tr>
              <a:tr h="370840">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C4  Static ∪ Dynamic</a:t>
                      </a:r>
                    </a:p>
                  </a:txBody>
                  <a:tcPr anchor="ctr"/>
                </a:tc>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0.867 / 1.000 / 0.917</a:t>
                      </a:r>
                    </a:p>
                  </a:txBody>
                  <a:tcPr anchor="ctr"/>
                </a:tc>
                <a:tc>
                  <a:txBody>
                    <a:bodyPr/>
                    <a:lstStyle/>
                    <a:p>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 / 1.000 / 1.000</a:t>
                      </a:r>
                    </a:p>
                  </a:txBody>
                  <a:tcPr anchor="ctr"/>
                </a:tc>
                <a:tc>
                  <a:txBody>
                    <a:bodyPr/>
                    <a:lstStyle/>
                    <a:p>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0.900 / 1.000 / 0.938</a:t>
                      </a:r>
                    </a:p>
                  </a:txBody>
                  <a:tcPr anchor="ctr"/>
                </a:tc>
                <a:extLst>
                  <a:ext uri="{0D108BD9-81ED-4DB2-BD59-A6C34878D82A}">
                    <a16:rowId xmlns:a16="http://schemas.microsoft.com/office/drawing/2014/main" val="10004"/>
                  </a:ext>
                </a:extLst>
              </a:tr>
              <a:tr h="370840">
                <a:tc>
                  <a:txBody>
                    <a:bodyPr/>
                    <a:lstStyle/>
                    <a:p>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C5  Full pipeline</a:t>
                      </a:r>
                    </a:p>
                  </a:txBody>
                  <a:tcPr anchor="ctr"/>
                </a:tc>
                <a:tc>
                  <a:txBody>
                    <a:bodyPr/>
                    <a:lstStyle/>
                    <a:p>
                      <a:r>
                        <a:rPr sz="1400" b="1"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 / 1.000 / 0.952</a:t>
                      </a:r>
                    </a:p>
                  </a:txBody>
                  <a:tcPr anchor="ctr"/>
                </a:tc>
                <a:tc>
                  <a:txBody>
                    <a:bodyPr/>
                    <a:lstStyle/>
                    <a:p>
                      <a:r>
                        <a:rPr sz="1400" b="1"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 / 1.000 / 1.000</a:t>
                      </a:r>
                    </a:p>
                  </a:txBody>
                  <a:tcPr anchor="ctr"/>
                </a:tc>
                <a:tc>
                  <a:txBody>
                    <a:bodyPr/>
                    <a:lstStyle/>
                    <a:p>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0.938 / 1.000 / 0.964</a:t>
                      </a:r>
                    </a:p>
                  </a:txBody>
                  <a:tcPr anchor="ctr"/>
                </a:tc>
                <a:extLst>
                  <a:ext uri="{0D108BD9-81ED-4DB2-BD59-A6C34878D82A}">
                    <a16:rowId xmlns:a16="http://schemas.microsoft.com/office/drawing/2014/main" val="10005"/>
                  </a:ext>
                </a:extLst>
              </a:tr>
            </a:tbl>
          </a:graphicData>
        </a:graphic>
      </p:graphicFrame>
      <p:sp>
        <p:nvSpPr>
          <p:cNvPr id="4" name="TextBox 3">
            <a:extLst>
              <a:ext uri="{FF2B5EF4-FFF2-40B4-BE49-F238E27FC236}">
                <a16:creationId xmlns:a16="http://schemas.microsoft.com/office/drawing/2014/main" id="{5531B02A-EC30-C795-96EF-5352ACF6C27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13</a:t>
            </a:r>
          </a:p>
        </p:txBody>
      </p:sp>
      <p:sp>
        <p:nvSpPr>
          <p:cNvPr id="5" name="TextBox 4">
            <a:extLst>
              <a:ext uri="{FF2B5EF4-FFF2-40B4-BE49-F238E27FC236}">
                <a16:creationId xmlns:a16="http://schemas.microsoft.com/office/drawing/2014/main" id="{48DB3560-D545-A199-4307-F60C89526A7C}"/>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H1 Interpretation — Why the Numbers Look This Way</a:t>
            </a:r>
          </a:p>
        </p:txBody>
      </p:sp>
      <p:sp>
        <p:nvSpPr>
          <p:cNvPr id="3" name="Content Placeholder 2"/>
          <p:cNvSpPr>
            <a:spLocks noGrp="1"/>
          </p:cNvSpPr>
          <p:nvPr>
            <p:ph sz="quarter" idx="11"/>
          </p:nvPr>
        </p:nvSpPr>
        <p:spPr>
          <a:xfrm>
            <a:off x="6210301" y="1020445"/>
            <a:ext cx="5067662" cy="5029200"/>
          </a:xfrm>
        </p:spPr>
        <p:txBody>
          <a:bodyPr>
            <a:normAutofit fontScale="77500" lnSpcReduction="20000"/>
          </a:bodyPr>
          <a:lstStyle/>
          <a:p>
            <a:r>
              <a:rPr b="1" dirty="0">
                <a:latin typeface="Sans Serif Collection" panose="020B0502040504020204" pitchFamily="34" charset="0"/>
                <a:ea typeface="Sans Serif Collection" panose="020B0502040504020204" pitchFamily="34" charset="0"/>
                <a:cs typeface="Sans Serif Collection" panose="020B0502040504020204" pitchFamily="34" charset="0"/>
              </a:rPr>
              <a:t>Fusion additive on S4</a:t>
            </a:r>
          </a:p>
          <a:p>
            <a:pPr marL="182880" lvl="1" indent="0">
              <a:buNone/>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Static misses the runtime connect() edge</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D</a:t>
            </a:r>
            <a:r>
              <a:rPr dirty="0" err="1">
                <a:latin typeface="Sans Serif Collection" panose="020B0502040504020204" pitchFamily="34" charset="0"/>
                <a:ea typeface="Sans Serif Collection" panose="020B0502040504020204" pitchFamily="34" charset="0"/>
                <a:cs typeface="Sans Serif Collection" panose="020B0502040504020204" pitchFamily="34" charset="0"/>
              </a:rPr>
              <a:t>ynamic</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 misses the </a:t>
            </a:r>
            <a:r>
              <a:rPr dirty="0" err="1">
                <a:latin typeface="Sans Serif Collection" panose="020B0502040504020204" pitchFamily="34" charset="0"/>
                <a:ea typeface="Sans Serif Collection" panose="020B0502040504020204" pitchFamily="34" charset="0"/>
                <a:cs typeface="Sans Serif Collection" panose="020B0502040504020204" pitchFamily="34" charset="0"/>
              </a:rPr>
              <a:t>LogLevel</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::NONE-suppressed edge. Only the union C4 recovers both → F1 1.000 vs. 0.667 / 0.667.</a:t>
            </a:r>
          </a:p>
          <a:p>
            <a:r>
              <a:rPr b="1" dirty="0">
                <a:latin typeface="Sans Serif Collection" panose="020B0502040504020204" pitchFamily="34" charset="0"/>
                <a:ea typeface="Sans Serif Collection" panose="020B0502040504020204" pitchFamily="34" charset="0"/>
                <a:cs typeface="Sans Serif Collection" panose="020B0502040504020204" pitchFamily="34" charset="0"/>
              </a:rPr>
              <a:t>Fusion redundant on S1–S3</a:t>
            </a:r>
          </a:p>
          <a:p>
            <a:pPr marL="182880" lvl="1" indent="0">
              <a:buNone/>
            </a:pPr>
            <a:r>
              <a:rPr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 has no cross-module virtual dispatch, so C3 ⊆ C2 and C4 = C2. Still protective: C4 ≥ C3 always, guaranteeing a recall floor when traces are sparse.</a:t>
            </a:r>
          </a:p>
          <a:p>
            <a:r>
              <a:rPr b="1" dirty="0">
                <a:latin typeface="Sans Serif Collection" panose="020B0502040504020204" pitchFamily="34" charset="0"/>
                <a:ea typeface="Sans Serif Collection" panose="020B0502040504020204" pitchFamily="34" charset="0"/>
                <a:cs typeface="Sans Serif Collection" panose="020B0502040504020204" pitchFamily="34" charset="0"/>
              </a:rPr>
              <a:t>Why C5 wins overall</a:t>
            </a:r>
          </a:p>
          <a:p>
            <a:pPr marL="182880" lvl="1" indent="0">
              <a:buNone/>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Provenance-aware agent synthesis keeps C4's perfect recall while partially correcting static over-approximation on S3 (precision 0.60 → 0.75) → best overall F1 of any condition (0.964).</a:t>
            </a:r>
          </a:p>
          <a:p>
            <a:r>
              <a:rPr b="1" dirty="0">
                <a:latin typeface="Sans Serif Collection" panose="020B0502040504020204" pitchFamily="34" charset="0"/>
                <a:ea typeface="Sans Serif Collection" panose="020B0502040504020204" pitchFamily="34" charset="0"/>
                <a:cs typeface="Sans Serif Collection" panose="020B0502040504020204" pitchFamily="34" charset="0"/>
              </a:rPr>
              <a:t>The one honest miss</a:t>
            </a:r>
          </a:p>
          <a:p>
            <a:pPr marL="182880" lvl="1" indent="0">
              <a:buNone/>
            </a:pPr>
            <a:r>
              <a:rPr dirty="0">
                <a:latin typeface="Sans Serif Collection" panose="020B0502040504020204" pitchFamily="34" charset="0"/>
                <a:ea typeface="Sans Serif Collection" panose="020B0502040504020204" pitchFamily="34" charset="0"/>
                <a:cs typeface="Sans Serif Collection" panose="020B0502040504020204" pitchFamily="34" charset="0"/>
              </a:rPr>
              <a:t>C5's only imprecision: a real but out-of-scope flush call on S3. Because C2's element list omits the calling function, 'suppressed-but-in-scope' and 'real-but-out-of-scope' look identical to the agent.</a:t>
            </a:r>
          </a:p>
        </p:txBody>
      </p:sp>
      <p:sp>
        <p:nvSpPr>
          <p:cNvPr id="4" name="TextBox 3">
            <a:extLst>
              <a:ext uri="{FF2B5EF4-FFF2-40B4-BE49-F238E27FC236}">
                <a16:creationId xmlns:a16="http://schemas.microsoft.com/office/drawing/2014/main" id="{52673E92-C949-BEFA-B88A-ECD4084C9198}"/>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14</a:t>
            </a:r>
          </a:p>
        </p:txBody>
      </p:sp>
      <p:sp>
        <p:nvSpPr>
          <p:cNvPr id="5" name="TextBox 4">
            <a:extLst>
              <a:ext uri="{FF2B5EF4-FFF2-40B4-BE49-F238E27FC236}">
                <a16:creationId xmlns:a16="http://schemas.microsoft.com/office/drawing/2014/main" id="{7DFABDD7-1580-8FDA-08FA-FD8598CBE1E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8103F-EE4D-510D-C473-DDC368156B0D}"/>
              </a:ext>
            </a:extLst>
          </p:cNvPr>
          <p:cNvSpPr>
            <a:spLocks noGrp="1"/>
          </p:cNvSpPr>
          <p:nvPr>
            <p:ph type="title"/>
          </p:nvPr>
        </p:nvSpPr>
        <p:spPr>
          <a:xfrm>
            <a:off x="929640" y="485113"/>
            <a:ext cx="1051560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 1 - Outputs</a:t>
            </a:r>
          </a:p>
        </p:txBody>
      </p:sp>
      <p:sp>
        <p:nvSpPr>
          <p:cNvPr id="14" name="Content Placeholder 3">
            <a:extLst>
              <a:ext uri="{FF2B5EF4-FFF2-40B4-BE49-F238E27FC236}">
                <a16:creationId xmlns:a16="http://schemas.microsoft.com/office/drawing/2014/main" id="{8B156FB7-57E9-208A-E480-0BBCAFB87E9E}"/>
              </a:ext>
            </a:extLst>
          </p:cNvPr>
          <p:cNvSpPr>
            <a:spLocks noGrp="1"/>
          </p:cNvSpPr>
          <p:nvPr>
            <p:ph sz="quarter" idx="11"/>
          </p:nvPr>
        </p:nvSpPr>
        <p:spPr>
          <a:xfrm>
            <a:off x="8788401" y="2153285"/>
            <a:ext cx="2656840" cy="3500438"/>
          </a:xfrm>
        </p:spPr>
        <p:txBody>
          <a:bodyPr>
            <a:normAutofit/>
          </a:bodyPr>
          <a:lstStyle/>
          <a:p>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S1 - Shows the widest fan-in: 4 Synchronization drivers all reach into both Aggregation and Logging. </a:t>
            </a:r>
          </a:p>
          <a:p>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4 reference interactions  (</a:t>
            </a:r>
            <a:r>
              <a:rPr lang="en-GB" sz="16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getAll</a:t>
            </a:r>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 stream, flush, instance)</a:t>
            </a:r>
            <a:endParaRPr lang="en-US" sz="16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48B9F016-1298-3E60-CB3A-D6A94FC33D05}"/>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8</a:t>
            </a:r>
          </a:p>
        </p:txBody>
      </p:sp>
      <p:sp>
        <p:nvSpPr>
          <p:cNvPr id="4" name="TextBox 3">
            <a:extLst>
              <a:ext uri="{FF2B5EF4-FFF2-40B4-BE49-F238E27FC236}">
                <a16:creationId xmlns:a16="http://schemas.microsoft.com/office/drawing/2014/main" id="{BCB0B5C9-7EEF-37C1-699A-FAE77C0AFD62}"/>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8" name="Picture 7">
            <a:extLst>
              <a:ext uri="{FF2B5EF4-FFF2-40B4-BE49-F238E27FC236}">
                <a16:creationId xmlns:a16="http://schemas.microsoft.com/office/drawing/2014/main" id="{BB88C0FE-0CB0-16FF-DC63-014EFF9E94D9}"/>
              </a:ext>
            </a:extLst>
          </p:cNvPr>
          <p:cNvPicPr>
            <a:picLocks noChangeAspect="1"/>
          </p:cNvPicPr>
          <p:nvPr/>
        </p:nvPicPr>
        <p:blipFill>
          <a:blip r:embed="rId2"/>
          <a:srcRect l="-1" r="151" b="27598"/>
          <a:stretch>
            <a:fillRect/>
          </a:stretch>
        </p:blipFill>
        <p:spPr>
          <a:xfrm>
            <a:off x="1137641" y="1904624"/>
            <a:ext cx="6625233" cy="3997760"/>
          </a:xfrm>
          <a:prstGeom prst="rect">
            <a:avLst/>
          </a:prstGeom>
        </p:spPr>
      </p:pic>
      <p:pic>
        <p:nvPicPr>
          <p:cNvPr id="17" name="Picture 16">
            <a:extLst>
              <a:ext uri="{FF2B5EF4-FFF2-40B4-BE49-F238E27FC236}">
                <a16:creationId xmlns:a16="http://schemas.microsoft.com/office/drawing/2014/main" id="{4F642515-1E5E-BFF4-F49C-22DEAA740FD6}"/>
              </a:ext>
            </a:extLst>
          </p:cNvPr>
          <p:cNvPicPr>
            <a:picLocks noChangeAspect="1"/>
          </p:cNvPicPr>
          <p:nvPr/>
        </p:nvPicPr>
        <p:blipFill>
          <a:blip r:embed="rId3"/>
          <a:stretch>
            <a:fillRect/>
          </a:stretch>
        </p:blipFill>
        <p:spPr>
          <a:xfrm>
            <a:off x="2692647" y="1466850"/>
            <a:ext cx="3618273" cy="4906037"/>
          </a:xfrm>
          <a:prstGeom prst="rect">
            <a:avLst/>
          </a:prstGeom>
        </p:spPr>
      </p:pic>
    </p:spTree>
    <p:extLst>
      <p:ext uri="{BB962C8B-B14F-4D97-AF65-F5344CB8AC3E}">
        <p14:creationId xmlns:p14="http://schemas.microsoft.com/office/powerpoint/2010/main" val="3062990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FFE7F-039D-C2FE-795F-D083DD4E74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313012-09D3-1A9B-AF4C-9E8DC15FDCBF}"/>
              </a:ext>
            </a:extLst>
          </p:cNvPr>
          <p:cNvSpPr>
            <a:spLocks noGrp="1"/>
          </p:cNvSpPr>
          <p:nvPr>
            <p:ph type="title"/>
          </p:nvPr>
        </p:nvSpPr>
        <p:spPr>
          <a:xfrm>
            <a:off x="929640" y="485113"/>
            <a:ext cx="1051560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 2 - Outputs</a:t>
            </a:r>
          </a:p>
        </p:txBody>
      </p:sp>
      <p:sp>
        <p:nvSpPr>
          <p:cNvPr id="14" name="Content Placeholder 3">
            <a:extLst>
              <a:ext uri="{FF2B5EF4-FFF2-40B4-BE49-F238E27FC236}">
                <a16:creationId xmlns:a16="http://schemas.microsoft.com/office/drawing/2014/main" id="{BB946E48-A58A-E341-8E2A-B86689F2CD99}"/>
              </a:ext>
            </a:extLst>
          </p:cNvPr>
          <p:cNvSpPr>
            <a:spLocks noGrp="1"/>
          </p:cNvSpPr>
          <p:nvPr>
            <p:ph sz="quarter" idx="11"/>
          </p:nvPr>
        </p:nvSpPr>
        <p:spPr>
          <a:xfrm>
            <a:off x="8829675" y="2153285"/>
            <a:ext cx="2800350" cy="3500438"/>
          </a:xfrm>
        </p:spPr>
        <p:txBody>
          <a:bodyPr>
            <a:normAutofit fontScale="92500" lnSpcReduction="10000"/>
          </a:bodyPr>
          <a:lstStyle/>
          <a:p>
            <a:r>
              <a:rPr lang="en-GB" sz="1600" b="0" dirty="0">
                <a:effectLst/>
                <a:latin typeface="Sans Serif Collection" panose="020B0502040504020204" pitchFamily="34" charset="0"/>
                <a:ea typeface="Sans Serif Collection" panose="020B0502040504020204" pitchFamily="34" charset="0"/>
                <a:cs typeface="Sans Serif Collection" panose="020B0502040504020204" pitchFamily="34" charset="0"/>
              </a:rPr>
              <a:t>S2 - </a:t>
            </a:r>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one linear dependency, Configuration into Logging.</a:t>
            </a:r>
          </a:p>
          <a:p>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 A mostly-static, linear chain (</a:t>
            </a:r>
            <a:r>
              <a:rPr lang="en-GB" sz="16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PropertyMapper.add</a:t>
            </a:r>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 variants → </a:t>
            </a:r>
            <a:r>
              <a:rPr lang="en-GB" sz="16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RAIILogStream.stream</a:t>
            </a:r>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 The easy-case baseline — expected to be reconstructed well even by static-only analysis. </a:t>
            </a:r>
          </a:p>
          <a:p>
            <a:r>
              <a:rPr lang="en-GB" sz="1600" b="0" dirty="0">
                <a:latin typeface="Sans Serif Collection" panose="020B0502040504020204" pitchFamily="34" charset="0"/>
                <a:ea typeface="Sans Serif Collection" panose="020B0502040504020204" pitchFamily="34" charset="0"/>
                <a:cs typeface="Sans Serif Collection" panose="020B0502040504020204" pitchFamily="34" charset="0"/>
              </a:rPr>
              <a:t>1 reference interaction (stream)</a:t>
            </a:r>
            <a:endParaRPr lang="en-US" sz="16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B128BC2B-94F5-40A0-104F-D7C5D5C4093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9</a:t>
            </a:r>
          </a:p>
        </p:txBody>
      </p:sp>
      <p:sp>
        <p:nvSpPr>
          <p:cNvPr id="4" name="TextBox 3">
            <a:extLst>
              <a:ext uri="{FF2B5EF4-FFF2-40B4-BE49-F238E27FC236}">
                <a16:creationId xmlns:a16="http://schemas.microsoft.com/office/drawing/2014/main" id="{E3EFD9A6-1174-C260-72E8-68D6B95E7064}"/>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1" name="Content Placeholder 10">
            <a:extLst>
              <a:ext uri="{FF2B5EF4-FFF2-40B4-BE49-F238E27FC236}">
                <a16:creationId xmlns:a16="http://schemas.microsoft.com/office/drawing/2014/main" id="{BCAE6351-408C-E6CE-2450-FC9BD3895183}"/>
              </a:ext>
            </a:extLst>
          </p:cNvPr>
          <p:cNvPicPr>
            <a:picLocks noGrp="1" noChangeAspect="1"/>
          </p:cNvPicPr>
          <p:nvPr>
            <p:ph sz="quarter" idx="10"/>
          </p:nvPr>
        </p:nvPicPr>
        <p:blipFill>
          <a:blip r:embed="rId2"/>
          <a:srcRect b="44490"/>
          <a:stretch>
            <a:fillRect/>
          </a:stretch>
        </p:blipFill>
        <p:spPr>
          <a:xfrm>
            <a:off x="561975" y="2153285"/>
            <a:ext cx="7264552" cy="2988291"/>
          </a:xfrm>
          <a:prstGeom prst="rect">
            <a:avLst/>
          </a:prstGeom>
        </p:spPr>
      </p:pic>
      <p:pic>
        <p:nvPicPr>
          <p:cNvPr id="16" name="Picture 15">
            <a:extLst>
              <a:ext uri="{FF2B5EF4-FFF2-40B4-BE49-F238E27FC236}">
                <a16:creationId xmlns:a16="http://schemas.microsoft.com/office/drawing/2014/main" id="{24C3D150-F0D0-9CB0-D171-C532DC4ACE1C}"/>
              </a:ext>
            </a:extLst>
          </p:cNvPr>
          <p:cNvPicPr>
            <a:picLocks noChangeAspect="1"/>
          </p:cNvPicPr>
          <p:nvPr/>
        </p:nvPicPr>
        <p:blipFill>
          <a:blip r:embed="rId3"/>
          <a:stretch>
            <a:fillRect/>
          </a:stretch>
        </p:blipFill>
        <p:spPr>
          <a:xfrm>
            <a:off x="2421738" y="1665772"/>
            <a:ext cx="3534052" cy="4454820"/>
          </a:xfrm>
          <a:prstGeom prst="rect">
            <a:avLst/>
          </a:prstGeom>
        </p:spPr>
      </p:pic>
    </p:spTree>
    <p:extLst>
      <p:ext uri="{BB962C8B-B14F-4D97-AF65-F5344CB8AC3E}">
        <p14:creationId xmlns:p14="http://schemas.microsoft.com/office/powerpoint/2010/main" val="3693165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988A3-739E-A37C-CCFC-80A2DBFAD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B3EBF-0089-0D25-E22E-2591D97635DE}"/>
              </a:ext>
            </a:extLst>
          </p:cNvPr>
          <p:cNvSpPr>
            <a:spLocks noGrp="1"/>
          </p:cNvSpPr>
          <p:nvPr>
            <p:ph type="title"/>
          </p:nvPr>
        </p:nvSpPr>
        <p:spPr>
          <a:xfrm>
            <a:off x="929640" y="485113"/>
            <a:ext cx="1051560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 3 - Outputs</a:t>
            </a:r>
          </a:p>
        </p:txBody>
      </p:sp>
      <p:sp>
        <p:nvSpPr>
          <p:cNvPr id="14" name="Content Placeholder 3">
            <a:extLst>
              <a:ext uri="{FF2B5EF4-FFF2-40B4-BE49-F238E27FC236}">
                <a16:creationId xmlns:a16="http://schemas.microsoft.com/office/drawing/2014/main" id="{472A5C7C-CF41-EB33-D803-4DA391B6E073}"/>
              </a:ext>
            </a:extLst>
          </p:cNvPr>
          <p:cNvSpPr>
            <a:spLocks noGrp="1"/>
          </p:cNvSpPr>
          <p:nvPr>
            <p:ph sz="quarter" idx="11"/>
          </p:nvPr>
        </p:nvSpPr>
        <p:spPr>
          <a:xfrm>
            <a:off x="8215744" y="2153284"/>
            <a:ext cx="3480955" cy="3866515"/>
          </a:xfrm>
        </p:spPr>
        <p:txBody>
          <a:bodyPr>
            <a:normAutofit lnSpcReduction="10000"/>
          </a:bodyPr>
          <a:lstStyle/>
          <a:p>
            <a:pPr>
              <a:lnSpc>
                <a:spcPct val="100000"/>
              </a:lnSpc>
            </a:pP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S3 -  </a:t>
            </a:r>
            <a:r>
              <a:rPr lang="en-GB" sz="14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SimpleRunner.runStage</a:t>
            </a: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 in Synchronization” fans out to all three of the other modules at once. The case where static analysis alone produces false-positive edges.</a:t>
            </a:r>
          </a:p>
          <a:p>
            <a:pPr>
              <a:lnSpc>
                <a:spcPct val="100000"/>
              </a:lnSpc>
            </a:pPr>
            <a:r>
              <a:rPr lang="en-GB" sz="14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SimpleRunner.runStage</a:t>
            </a: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 to Aggregator, </a:t>
            </a:r>
            <a:r>
              <a:rPr lang="en-GB" sz="14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EnumMap</a:t>
            </a: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 and Logging simultaneously. </a:t>
            </a:r>
          </a:p>
          <a:p>
            <a:pPr>
              <a:lnSpc>
                <a:spcPct val="100000"/>
              </a:lnSpc>
            </a:pP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The hardest static case — templated static dispatch produces false-positive static edge (instance) that only the full agentic pipeline (C5) eliminates.</a:t>
            </a:r>
          </a:p>
          <a:p>
            <a:pPr>
              <a:lnSpc>
                <a:spcPct val="100000"/>
              </a:lnSpc>
            </a:pP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4 reference interactions (</a:t>
            </a:r>
            <a:r>
              <a:rPr lang="en-GB" sz="1400" b="0" dirty="0" err="1">
                <a:latin typeface="Sans Serif Collection" panose="020B0502040504020204" pitchFamily="34" charset="0"/>
                <a:ea typeface="Sans Serif Collection" panose="020B0502040504020204" pitchFamily="34" charset="0"/>
                <a:cs typeface="Sans Serif Collection" panose="020B0502040504020204" pitchFamily="34" charset="0"/>
              </a:rPr>
              <a:t>getAll</a:t>
            </a:r>
            <a:r>
              <a:rPr lang="en-GB" sz="1400" b="0" dirty="0">
                <a:latin typeface="Sans Serif Collection" panose="020B0502040504020204" pitchFamily="34" charset="0"/>
                <a:ea typeface="Sans Serif Collection" panose="020B0502040504020204" pitchFamily="34" charset="0"/>
                <a:cs typeface="Sans Serif Collection" panose="020B0502040504020204" pitchFamily="34" charset="0"/>
              </a:rPr>
              <a:t>, stream, convert, flush)</a:t>
            </a:r>
            <a:endParaRPr lang="en-US" sz="14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96AB0BF1-6AD8-449B-1D8E-6C32AF38399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10</a:t>
            </a:r>
          </a:p>
        </p:txBody>
      </p:sp>
      <p:sp>
        <p:nvSpPr>
          <p:cNvPr id="4" name="TextBox 3">
            <a:extLst>
              <a:ext uri="{FF2B5EF4-FFF2-40B4-BE49-F238E27FC236}">
                <a16:creationId xmlns:a16="http://schemas.microsoft.com/office/drawing/2014/main" id="{F128088E-42DF-9D32-0C98-7CDC9B6BF48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1" name="Content Placeholder 10">
            <a:extLst>
              <a:ext uri="{FF2B5EF4-FFF2-40B4-BE49-F238E27FC236}">
                <a16:creationId xmlns:a16="http://schemas.microsoft.com/office/drawing/2014/main" id="{EE68DBF6-7A08-92EE-6F15-24CE0A8EAFF5}"/>
              </a:ext>
            </a:extLst>
          </p:cNvPr>
          <p:cNvPicPr>
            <a:picLocks noGrp="1" noChangeAspect="1"/>
          </p:cNvPicPr>
          <p:nvPr>
            <p:ph sz="quarter" idx="10"/>
          </p:nvPr>
        </p:nvPicPr>
        <p:blipFill>
          <a:blip r:embed="rId2"/>
          <a:srcRect b="31429"/>
          <a:stretch>
            <a:fillRect/>
          </a:stretch>
        </p:blipFill>
        <p:spPr>
          <a:xfrm>
            <a:off x="746760" y="2016638"/>
            <a:ext cx="5116191" cy="3866514"/>
          </a:xfrm>
          <a:prstGeom prst="rect">
            <a:avLst/>
          </a:prstGeom>
        </p:spPr>
      </p:pic>
      <p:pic>
        <p:nvPicPr>
          <p:cNvPr id="18" name="Picture 17">
            <a:extLst>
              <a:ext uri="{FF2B5EF4-FFF2-40B4-BE49-F238E27FC236}">
                <a16:creationId xmlns:a16="http://schemas.microsoft.com/office/drawing/2014/main" id="{A52FE456-DDB6-CD81-B55B-05931718A559}"/>
              </a:ext>
            </a:extLst>
          </p:cNvPr>
          <p:cNvPicPr>
            <a:picLocks noChangeAspect="1"/>
          </p:cNvPicPr>
          <p:nvPr/>
        </p:nvPicPr>
        <p:blipFill>
          <a:blip r:embed="rId3"/>
          <a:stretch>
            <a:fillRect/>
          </a:stretch>
        </p:blipFill>
        <p:spPr>
          <a:xfrm>
            <a:off x="746760" y="1869660"/>
            <a:ext cx="6430808" cy="4433762"/>
          </a:xfrm>
          <a:prstGeom prst="rect">
            <a:avLst/>
          </a:prstGeom>
        </p:spPr>
      </p:pic>
    </p:spTree>
    <p:extLst>
      <p:ext uri="{BB962C8B-B14F-4D97-AF65-F5344CB8AC3E}">
        <p14:creationId xmlns:p14="http://schemas.microsoft.com/office/powerpoint/2010/main" val="3395310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44CD-CE73-7859-BC26-271A6D4FFB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F2E4AC-6480-D0E8-A817-3ECB7A309C5C}"/>
              </a:ext>
            </a:extLst>
          </p:cNvPr>
          <p:cNvSpPr>
            <a:spLocks noGrp="1"/>
          </p:cNvSpPr>
          <p:nvPr>
            <p:ph type="title"/>
          </p:nvPr>
        </p:nvSpPr>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Scenario 4 - Outputs</a:t>
            </a:r>
          </a:p>
        </p:txBody>
      </p:sp>
      <p:sp>
        <p:nvSpPr>
          <p:cNvPr id="14" name="Content Placeholder 3">
            <a:extLst>
              <a:ext uri="{FF2B5EF4-FFF2-40B4-BE49-F238E27FC236}">
                <a16:creationId xmlns:a16="http://schemas.microsoft.com/office/drawing/2014/main" id="{7991A684-3ACB-260E-155A-19EF57C0FE6F}"/>
              </a:ext>
            </a:extLst>
          </p:cNvPr>
          <p:cNvSpPr>
            <a:spLocks noGrp="1"/>
          </p:cNvSpPr>
          <p:nvPr>
            <p:ph sz="quarter" idx="10"/>
          </p:nvPr>
        </p:nvSpPr>
        <p:spPr>
          <a:xfrm>
            <a:off x="929640" y="1847088"/>
            <a:ext cx="4672789" cy="4241559"/>
          </a:xfrm>
        </p:spPr>
        <p:txBody>
          <a:bodyPr>
            <a:normAutofit/>
          </a:bodyPr>
          <a:lstStyle/>
          <a:p>
            <a:pPr>
              <a:lnSpc>
                <a:spcPct val="100000"/>
              </a:lnSpc>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S4 is the constructed dual-gap case: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StageEventBridge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has two outgoing edges and each evidence source only sees one of them.</a:t>
            </a:r>
          </a:p>
          <a:p>
            <a:pPr>
              <a:lnSpc>
                <a:spcPct val="100000"/>
              </a:lnSpc>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The amber edge is static-only (runtime-suppressed) and the blue dashed edge is dynamic-only (no static call site at all).</a:t>
            </a:r>
          </a:p>
          <a:p>
            <a:pPr>
              <a:lnSpc>
                <a:spcPct val="100000"/>
              </a:lnSpc>
            </a:pPr>
            <a:r>
              <a:rPr lang="en-GB" b="0" dirty="0">
                <a:latin typeface="Sans Serif Collection" panose="020B0502040504020204" pitchFamily="34" charset="0"/>
                <a:ea typeface="Sans Serif Collection" panose="020B0502040504020204" pitchFamily="34" charset="0"/>
                <a:cs typeface="Sans Serif Collection" panose="020B0502040504020204" pitchFamily="34" charset="0"/>
              </a:rPr>
              <a:t>The only scenario where static and dynamic each catch a different edge, so combination is strictly additive.</a:t>
            </a:r>
          </a:p>
          <a:p>
            <a:pPr>
              <a:lnSpc>
                <a:spcPct val="100000"/>
              </a:lnSpc>
            </a:pPr>
            <a:r>
              <a:rPr lang="en-GB" b="0" dirty="0">
                <a:latin typeface="Sans Serif Collection" panose="020B0502040504020204" pitchFamily="34" charset="0"/>
                <a:ea typeface="Sans Serif Collection" panose="020B0502040504020204" pitchFamily="34" charset="0"/>
                <a:cs typeface="Sans Serif Collection" panose="020B0502040504020204" pitchFamily="34" charset="0"/>
              </a:rPr>
              <a:t>2 reference interactions (stream, </a:t>
            </a:r>
            <a:r>
              <a:rPr lang="en-GB" b="0" dirty="0" err="1">
                <a:latin typeface="Sans Serif Collection" panose="020B0502040504020204" pitchFamily="34" charset="0"/>
                <a:ea typeface="Sans Serif Collection" panose="020B0502040504020204" pitchFamily="34" charset="0"/>
                <a:cs typeface="Sans Serif Collection" panose="020B0502040504020204" pitchFamily="34" charset="0"/>
              </a:rPr>
              <a:t>onStageEvent</a:t>
            </a:r>
            <a:r>
              <a:rPr lang="en-GB" b="0" dirty="0">
                <a:latin typeface="Sans Serif Collection" panose="020B0502040504020204" pitchFamily="34" charset="0"/>
                <a:ea typeface="Sans Serif Collection" panose="020B0502040504020204" pitchFamily="34" charset="0"/>
                <a:cs typeface="Sans Serif Collection" panose="020B0502040504020204" pitchFamily="34" charset="0"/>
              </a:rPr>
              <a:t>)</a:t>
            </a:r>
            <a:endParaRPr lang="en-US"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0" name="Picture 9">
            <a:extLst>
              <a:ext uri="{FF2B5EF4-FFF2-40B4-BE49-F238E27FC236}">
                <a16:creationId xmlns:a16="http://schemas.microsoft.com/office/drawing/2014/main" id="{C5EFB625-46B3-AE47-020B-42A774C99EAF}"/>
              </a:ext>
            </a:extLst>
          </p:cNvPr>
          <p:cNvPicPr>
            <a:picLocks noChangeAspect="1"/>
          </p:cNvPicPr>
          <p:nvPr/>
        </p:nvPicPr>
        <p:blipFill>
          <a:blip r:embed="rId2"/>
          <a:stretch>
            <a:fillRect/>
          </a:stretch>
        </p:blipFill>
        <p:spPr>
          <a:xfrm>
            <a:off x="6177988" y="4103996"/>
            <a:ext cx="5495956" cy="1984651"/>
          </a:xfrm>
          <a:prstGeom prst="rect">
            <a:avLst/>
          </a:prstGeom>
        </p:spPr>
      </p:pic>
      <p:sp>
        <p:nvSpPr>
          <p:cNvPr id="3" name="TextBox 2">
            <a:extLst>
              <a:ext uri="{FF2B5EF4-FFF2-40B4-BE49-F238E27FC236}">
                <a16:creationId xmlns:a16="http://schemas.microsoft.com/office/drawing/2014/main" id="{1356C986-3857-3D8D-DC6E-8FE1FA535F5D}"/>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11</a:t>
            </a:r>
          </a:p>
        </p:txBody>
      </p:sp>
      <p:sp>
        <p:nvSpPr>
          <p:cNvPr id="4" name="TextBox 3">
            <a:extLst>
              <a:ext uri="{FF2B5EF4-FFF2-40B4-BE49-F238E27FC236}">
                <a16:creationId xmlns:a16="http://schemas.microsoft.com/office/drawing/2014/main" id="{8B04B0F6-7FC6-006C-D2E8-9B9E14841B61}"/>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12" name="Picture 11">
            <a:extLst>
              <a:ext uri="{FF2B5EF4-FFF2-40B4-BE49-F238E27FC236}">
                <a16:creationId xmlns:a16="http://schemas.microsoft.com/office/drawing/2014/main" id="{6579923C-5ECF-A216-28C0-1CCFB776929D}"/>
              </a:ext>
            </a:extLst>
          </p:cNvPr>
          <p:cNvPicPr>
            <a:picLocks noChangeAspect="1"/>
          </p:cNvPicPr>
          <p:nvPr/>
        </p:nvPicPr>
        <p:blipFill>
          <a:blip r:embed="rId3"/>
          <a:srcRect r="-277" b="33036"/>
          <a:stretch>
            <a:fillRect/>
          </a:stretch>
        </p:blipFill>
        <p:spPr>
          <a:xfrm>
            <a:off x="6589572" y="769353"/>
            <a:ext cx="4672788" cy="2990417"/>
          </a:xfrm>
          <a:prstGeom prst="rect">
            <a:avLst/>
          </a:prstGeom>
        </p:spPr>
      </p:pic>
      <p:pic>
        <p:nvPicPr>
          <p:cNvPr id="15" name="Picture 14">
            <a:extLst>
              <a:ext uri="{FF2B5EF4-FFF2-40B4-BE49-F238E27FC236}">
                <a16:creationId xmlns:a16="http://schemas.microsoft.com/office/drawing/2014/main" id="{8BB7A609-3321-72E2-EA44-866E70EFCA57}"/>
              </a:ext>
            </a:extLst>
          </p:cNvPr>
          <p:cNvPicPr>
            <a:picLocks noChangeAspect="1"/>
          </p:cNvPicPr>
          <p:nvPr/>
        </p:nvPicPr>
        <p:blipFill>
          <a:blip r:embed="rId4"/>
          <a:stretch>
            <a:fillRect/>
          </a:stretch>
        </p:blipFill>
        <p:spPr>
          <a:xfrm>
            <a:off x="6177988" y="772588"/>
            <a:ext cx="5314950" cy="2987182"/>
          </a:xfrm>
          <a:prstGeom prst="rect">
            <a:avLst/>
          </a:prstGeom>
        </p:spPr>
      </p:pic>
    </p:spTree>
    <p:extLst>
      <p:ext uri="{BB962C8B-B14F-4D97-AF65-F5344CB8AC3E}">
        <p14:creationId xmlns:p14="http://schemas.microsoft.com/office/powerpoint/2010/main" val="2097286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060" y="468319"/>
            <a:ext cx="11763376" cy="804488"/>
          </a:xfrm>
        </p:spPr>
        <p:txBody>
          <a:bodyPr>
            <a:normAutofit/>
          </a:bodyPr>
          <a:lstStyle/>
          <a:p>
            <a:r>
              <a:rPr sz="2800" dirty="0">
                <a:latin typeface="Sans Serif Collection" panose="020B0502040504020204" pitchFamily="34" charset="0"/>
                <a:ea typeface="Sans Serif Collection" panose="020B0502040504020204" pitchFamily="34" charset="0"/>
                <a:cs typeface="Sans Serif Collection" panose="020B0502040504020204" pitchFamily="34" charset="0"/>
              </a:rPr>
              <a:t>H2 Results in Detail: Noise, Coverage &amp; Expert Ratings</a:t>
            </a:r>
          </a:p>
        </p:txBody>
      </p:sp>
      <p:sp>
        <p:nvSpPr>
          <p:cNvPr id="3" name="Content Placeholder 2"/>
          <p:cNvSpPr>
            <a:spLocks noGrp="1"/>
          </p:cNvSpPr>
          <p:nvPr>
            <p:ph sz="quarter" idx="11"/>
          </p:nvPr>
        </p:nvSpPr>
        <p:spPr>
          <a:xfrm>
            <a:off x="585138" y="1620722"/>
            <a:ext cx="3273429" cy="4428386"/>
          </a:xfrm>
        </p:spPr>
        <p:txBody>
          <a:bodyPr>
            <a:noAutofit/>
          </a:bodyPr>
          <a:lstStyle/>
          <a:p>
            <a:pPr>
              <a:lnSpc>
                <a:spcPct val="110000"/>
              </a:lnSpc>
            </a:pPr>
            <a:r>
              <a:rPr lang="nl-NL"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Setup: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Full instrumentation (probe everything, filter after) vs. Guided (slice first, probe only scenario-relevant call sites), on S1–S3.</a:t>
            </a: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r>
              <a:rPr lang="nl-NL" sz="1400" b="1" dirty="0" err="1">
                <a:latin typeface="Sans Serif Collection" panose="020B0502040504020204" pitchFamily="34" charset="0"/>
                <a:ea typeface="Sans Serif Collection" panose="020B0502040504020204" pitchFamily="34" charset="0"/>
                <a:cs typeface="Sans Serif Collection" panose="020B0502040504020204" pitchFamily="34" charset="0"/>
              </a:rPr>
              <a:t>Standout</a:t>
            </a:r>
            <a:r>
              <a:rPr lang="nl-NL"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a:t>
            </a:r>
            <a:r>
              <a:rPr lang="nl-NL" sz="1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Across 6 raters × 9 scenario-dimension pairs = 54 comparisons: </a:t>
            </a:r>
            <a:r>
              <a:rPr lang="en-GB"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Guided rated strictly higher in 47</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tied in 6, lower in exactly 1: The single dissent traced to collapsing 7 repeated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Configuration→Logging</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into 1. A trade-off, not a defect.</a:t>
            </a: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1331225734"/>
              </p:ext>
            </p:extLst>
          </p:nvPr>
        </p:nvGraphicFramePr>
        <p:xfrm>
          <a:off x="4065572" y="1403435"/>
          <a:ext cx="7630707" cy="3581400"/>
        </p:xfrm>
        <a:graphic>
          <a:graphicData uri="http://schemas.openxmlformats.org/drawingml/2006/table">
            <a:tbl>
              <a:tblPr firstRow="1" bandRow="1">
                <a:tableStyleId>{00A15C55-8517-42AA-B614-E9B94910E393}</a:tableStyleId>
              </a:tblPr>
              <a:tblGrid>
                <a:gridCol w="1741432">
                  <a:extLst>
                    <a:ext uri="{9D8B030D-6E8A-4147-A177-3AD203B41FA5}">
                      <a16:colId xmlns:a16="http://schemas.microsoft.com/office/drawing/2014/main" val="20000"/>
                    </a:ext>
                  </a:extLst>
                </a:gridCol>
                <a:gridCol w="1181755">
                  <a:extLst>
                    <a:ext uri="{9D8B030D-6E8A-4147-A177-3AD203B41FA5}">
                      <a16:colId xmlns:a16="http://schemas.microsoft.com/office/drawing/2014/main" val="20001"/>
                    </a:ext>
                  </a:extLst>
                </a:gridCol>
                <a:gridCol w="1111552">
                  <a:extLst>
                    <a:ext uri="{9D8B030D-6E8A-4147-A177-3AD203B41FA5}">
                      <a16:colId xmlns:a16="http://schemas.microsoft.com/office/drawing/2014/main" val="20002"/>
                    </a:ext>
                  </a:extLst>
                </a:gridCol>
                <a:gridCol w="3595968">
                  <a:extLst>
                    <a:ext uri="{9D8B030D-6E8A-4147-A177-3AD203B41FA5}">
                      <a16:colId xmlns:a16="http://schemas.microsoft.com/office/drawing/2014/main" val="2057511108"/>
                    </a:ext>
                  </a:extLst>
                </a:gridCol>
              </a:tblGrid>
              <a:tr h="370840">
                <a:tc>
                  <a:txBody>
                    <a:bodyPr/>
                    <a:lstStyle/>
                    <a:p>
                      <a:pPr marL="0" algn="l" defTabSz="914400" rtl="0" eaLnBrk="1" latinLnBrk="0" hangingPunct="1"/>
                      <a:r>
                        <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Metric</a:t>
                      </a:r>
                    </a:p>
                  </a:txBody>
                  <a:tcPr/>
                </a:tc>
                <a:tc>
                  <a:txBody>
                    <a:bodyPr/>
                    <a:lstStyle/>
                    <a:p>
                      <a:pPr marL="0" algn="l" defTabSz="914400" rtl="0" eaLnBrk="1" latinLnBrk="0" hangingPunct="1"/>
                      <a:r>
                        <a:rPr sz="1400" b="1"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Full</a:t>
                      </a:r>
                    </a:p>
                  </a:txBody>
                  <a:tcPr/>
                </a:tc>
                <a:tc>
                  <a:txBody>
                    <a:bodyPr/>
                    <a:lstStyle/>
                    <a:p>
                      <a:pPr marL="0" algn="l" defTabSz="914400" rtl="0" eaLnBrk="1" latinLnBrk="0" hangingPunct="1"/>
                      <a:r>
                        <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Guided</a:t>
                      </a:r>
                    </a:p>
                  </a:txBody>
                  <a:tcPr/>
                </a:tc>
                <a:tc>
                  <a:txBody>
                    <a:bodyPr/>
                    <a:lstStyle/>
                    <a:p>
                      <a:pPr marL="0" algn="l" defTabSz="914400" rtl="0" eaLnBrk="1" latinLnBrk="0" hangingPunct="1"/>
                      <a:r>
                        <a:rPr lang="nl-NL" sz="1400" b="1" kern="1200" dirty="0" err="1">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What</a:t>
                      </a:r>
                      <a:r>
                        <a:rPr lang="nl-NL"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b="1" kern="1200" dirty="0" err="1">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it</a:t>
                      </a:r>
                      <a:r>
                        <a:rPr lang="nl-NL"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 means</a:t>
                      </a:r>
                      <a:endPar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0"/>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Nodes (mean)</a:t>
                      </a:r>
                      <a:endParaRPr lang="nl-NL"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6.0</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3.0</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Full pulls in 2× as many components per scenario as guided on average.</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1"/>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Edges (mean)</a:t>
                      </a:r>
                    </a:p>
                  </a:txBody>
                  <a:tcPr/>
                </a:tc>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9.0</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2.7</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Full shows 3.3× as many component-pairs on average.</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2"/>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Coverage</a:t>
                      </a:r>
                      <a:r>
                        <a:rPr lang="nl-NL"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(0-1.0)</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a:buNone/>
                      </a:pPr>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Identical</a:t>
                      </a:r>
                    </a:p>
                  </a:txBody>
                  <a:tcPr marL="12700" marR="12700" marT="12700" marB="12700" anchor="ctr"/>
                </a:tc>
                <a:extLst>
                  <a:ext uri="{0D108BD9-81ED-4DB2-BD59-A6C34878D82A}">
                    <a16:rowId xmlns:a16="http://schemas.microsoft.com/office/drawing/2014/main" val="10003"/>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Noise</a:t>
                      </a:r>
                      <a:r>
                        <a:rPr lang="nl-NL"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(0-1.0)</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0.704</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0.000</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70% of Full doesn't belong to scenario.</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4"/>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Accuracy </a:t>
                      </a:r>
                      <a:endParaRPr lang="nl-NL"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(6-rater mean, 1–5)</a:t>
                      </a: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2.39</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4.61</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Raters penalize diagrams where they can't tell which edges actually matter.</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5"/>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Readability (6-rater mean, 1–5)</a:t>
                      </a: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2.44</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4.89</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Fewer nodes/edges directly means less to visually parse.</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6"/>
                  </a:ext>
                </a:extLst>
              </a:tr>
              <a:tr h="370840">
                <a:tc>
                  <a:txBody>
                    <a:bodyPr/>
                    <a:lstStyle/>
                    <a:p>
                      <a:pPr marL="0" algn="l" defTabSz="914400" rtl="0" eaLnBrk="1" latinLnBrk="0" hangingPunct="1"/>
                      <a:r>
                        <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Usefulness (6-rater mean, 1–5)</a:t>
                      </a:r>
                    </a:p>
                  </a:txBody>
                  <a:tcPr/>
                </a:tc>
                <a:tc>
                  <a:txBody>
                    <a:bodyPr/>
                    <a:lstStyle/>
                    <a:p>
                      <a:pPr marL="0" algn="l" defTabSz="914400" rtl="0" eaLnBrk="1" latinLnBrk="0" hangingPunct="1"/>
                      <a:r>
                        <a:rPr sz="12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2.94</a:t>
                      </a:r>
                    </a:p>
                  </a:txBody>
                  <a:tcPr/>
                </a:tc>
                <a:tc>
                  <a:txBody>
                    <a:bodyPr/>
                    <a:lstStyle/>
                    <a:p>
                      <a:pPr marL="0" algn="l" defTabSz="914400" rtl="0" eaLnBrk="1" latinLnBrk="0" hangingPunct="1"/>
                      <a:r>
                        <a:rPr sz="12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4.00</a:t>
                      </a:r>
                    </a:p>
                  </a:txBody>
                  <a:tcPr/>
                </a:tc>
                <a:tc>
                  <a:txBody>
                    <a:bodyPr/>
                    <a:lstStyle/>
                    <a:p>
                      <a:pPr marL="0" algn="l" defTabSz="914400" rtl="0" eaLnBrk="1" latinLnBrk="0" hangingPunct="1"/>
                      <a:r>
                        <a:rPr lang="en-GB"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One rater found a few "extra" Full-edges is marginally useful as context even while rating them as noise elsewhere.</a:t>
                      </a:r>
                      <a:endParaRPr sz="12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txBody>
                  <a:tcPr/>
                </a:tc>
                <a:extLst>
                  <a:ext uri="{0D108BD9-81ED-4DB2-BD59-A6C34878D82A}">
                    <a16:rowId xmlns:a16="http://schemas.microsoft.com/office/drawing/2014/main" val="10007"/>
                  </a:ext>
                </a:extLst>
              </a:tr>
            </a:tbl>
          </a:graphicData>
        </a:graphic>
      </p:graphicFrame>
      <p:sp>
        <p:nvSpPr>
          <p:cNvPr id="5" name="TextBox 4">
            <a:extLst>
              <a:ext uri="{FF2B5EF4-FFF2-40B4-BE49-F238E27FC236}">
                <a16:creationId xmlns:a16="http://schemas.microsoft.com/office/drawing/2014/main" id="{65D3248E-4749-F919-7368-DE2283AFDD2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15</a:t>
            </a:r>
          </a:p>
        </p:txBody>
      </p:sp>
      <p:sp>
        <p:nvSpPr>
          <p:cNvPr id="6" name="TextBox 5">
            <a:extLst>
              <a:ext uri="{FF2B5EF4-FFF2-40B4-BE49-F238E27FC236}">
                <a16:creationId xmlns:a16="http://schemas.microsoft.com/office/drawing/2014/main" id="{F199369D-37B1-06F6-CBB4-90B713D545F1}"/>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Sans Serif Collection" panose="020B0502040504020204" pitchFamily="34" charset="0"/>
                <a:ea typeface="Sans Serif Collection" panose="020B0502040504020204" pitchFamily="34" charset="0"/>
                <a:cs typeface="Sans Serif Collection" panose="020B0502040504020204" pitchFamily="34" charset="0"/>
              </a:rPr>
              <a:t>H3 </a:t>
            </a:r>
            <a:r>
              <a:rPr lang="nl-NL" dirty="0">
                <a:latin typeface="Sans Serif Collection" panose="020B0502040504020204" pitchFamily="34" charset="0"/>
                <a:ea typeface="Sans Serif Collection" panose="020B0502040504020204" pitchFamily="34" charset="0"/>
                <a:cs typeface="Sans Serif Collection" panose="020B0502040504020204" pitchFamily="34" charset="0"/>
              </a:rPr>
              <a:t>Setup &amp; </a:t>
            </a:r>
            <a:r>
              <a:rPr dirty="0">
                <a:latin typeface="Sans Serif Collection" panose="020B0502040504020204" pitchFamily="34" charset="0"/>
                <a:ea typeface="Sans Serif Collection" panose="020B0502040504020204" pitchFamily="34" charset="0"/>
                <a:cs typeface="Sans Serif Collection" panose="020B0502040504020204" pitchFamily="34" charset="0"/>
              </a:rPr>
              <a:t>Results : Diagram Utility</a:t>
            </a:r>
          </a:p>
        </p:txBody>
      </p:sp>
      <p:sp>
        <p:nvSpPr>
          <p:cNvPr id="3" name="Content Placeholder 2"/>
          <p:cNvSpPr>
            <a:spLocks noGrp="1"/>
          </p:cNvSpPr>
          <p:nvPr>
            <p:ph sz="quarter" idx="11"/>
          </p:nvPr>
        </p:nvSpPr>
        <p:spPr>
          <a:xfrm>
            <a:off x="612949" y="2153285"/>
            <a:ext cx="3918858" cy="3790310"/>
          </a:xfrm>
        </p:spPr>
        <p:txBody>
          <a:bodyPr>
            <a:noAutofit/>
          </a:bodyPr>
          <a:lstStyle/>
          <a:p>
            <a:pPr>
              <a:lnSpc>
                <a:spcPct val="100000"/>
              </a:lnSpc>
            </a:pPr>
            <a:r>
              <a:rPr lang="nl-NL"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Setup: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Does the pipeline's output (the C5 interaction list) help an LLM agent comprehend a scenario — alone, and in combination with source and traces? A single holistic experiment, five conditions, across all four scenarios.</a:t>
            </a:r>
          </a:p>
          <a:p>
            <a:pPr>
              <a:lnSpc>
                <a:spcPct val="100000"/>
              </a:lnSpc>
            </a:pPr>
            <a:endParaRPr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00000"/>
              </a:lnSpc>
            </a:pPr>
            <a:r>
              <a:rPr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Standout:</a:t>
            </a:r>
            <a:r>
              <a:rPr lang="nl-NL" sz="1400" b="1"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Diagram only equals </a:t>
            </a:r>
            <a:r>
              <a:rPr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Source+Trace+Diagram</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 on every measure. </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Even with no source and no trace, the reconstructed diagram alone is already a sufficient basis for scenario comprehension</a:t>
            </a:r>
            <a:r>
              <a:rPr sz="1400" dirty="0">
                <a:latin typeface="Sans Serif Collection" panose="020B0502040504020204" pitchFamily="34" charset="0"/>
                <a:ea typeface="Sans Serif Collection" panose="020B0502040504020204" pitchFamily="34" charset="0"/>
                <a:cs typeface="Sans Serif Collection" panose="020B0502040504020204" pitchFamily="34" charset="0"/>
              </a:rPr>
              <a:t>.</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3282541831"/>
              </p:ext>
            </p:extLst>
          </p:nvPr>
        </p:nvGraphicFramePr>
        <p:xfrm>
          <a:off x="4724401" y="2342071"/>
          <a:ext cx="6703828" cy="2372360"/>
        </p:xfrm>
        <a:graphic>
          <a:graphicData uri="http://schemas.openxmlformats.org/drawingml/2006/table">
            <a:tbl>
              <a:tblPr firstRow="1" bandRow="1">
                <a:tableStyleId>{00A15C55-8517-42AA-B614-E9B94910E393}</a:tableStyleId>
              </a:tblPr>
              <a:tblGrid>
                <a:gridCol w="1533526">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647825">
                  <a:extLst>
                    <a:ext uri="{9D8B030D-6E8A-4147-A177-3AD203B41FA5}">
                      <a16:colId xmlns:a16="http://schemas.microsoft.com/office/drawing/2014/main" val="20002"/>
                    </a:ext>
                  </a:extLst>
                </a:gridCol>
                <a:gridCol w="1846077">
                  <a:extLst>
                    <a:ext uri="{9D8B030D-6E8A-4147-A177-3AD203B41FA5}">
                      <a16:colId xmlns:a16="http://schemas.microsoft.com/office/drawing/2014/main" val="20003"/>
                    </a:ext>
                  </a:extLst>
                </a:gridCol>
              </a:tblGrid>
              <a:tr h="370840">
                <a:tc>
                  <a:txBody>
                    <a:bodyPr/>
                    <a:lstStyle/>
                    <a:p>
                      <a:pPr marL="0" algn="l" defTabSz="914400" rtl="0" eaLnBrk="1" latinLnBrk="0" hangingPunct="1"/>
                      <a:r>
                        <a:rPr sz="1400" b="1"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Condition</a:t>
                      </a:r>
                    </a:p>
                  </a:txBody>
                  <a:tcPr/>
                </a:tc>
                <a:tc>
                  <a:txBody>
                    <a:bodyPr/>
                    <a:lstStyle/>
                    <a:p>
                      <a:pPr marL="0" algn="l" defTabSz="914400" rtl="0" eaLnBrk="1" latinLnBrk="0" hangingPunct="1"/>
                      <a:r>
                        <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Component recall</a:t>
                      </a:r>
                    </a:p>
                  </a:txBody>
                  <a:tcPr/>
                </a:tc>
                <a:tc>
                  <a:txBody>
                    <a:bodyPr/>
                    <a:lstStyle/>
                    <a:p>
                      <a:pPr marL="0" algn="l" defTabSz="914400" rtl="0" eaLnBrk="1" latinLnBrk="0" hangingPunct="1"/>
                      <a:r>
                        <a:rPr sz="1400" b="1" kern="120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Interaction recall</a:t>
                      </a:r>
                    </a:p>
                  </a:txBody>
                  <a:tcPr/>
                </a:tc>
                <a:tc>
                  <a:txBody>
                    <a:bodyPr/>
                    <a:lstStyle/>
                    <a:p>
                      <a:pPr marL="0" algn="l" defTabSz="914400" rtl="0" eaLnBrk="1" latinLnBrk="0" hangingPunct="1"/>
                      <a:r>
                        <a:rPr sz="1400" b="1" kern="1200" dirty="0">
                          <a:solidFill>
                            <a:schemeClr val="bg2"/>
                          </a:solidFill>
                          <a:latin typeface="Sans Serif Collection" panose="020B0502040504020204" pitchFamily="34" charset="0"/>
                          <a:ea typeface="Sans Serif Collection" panose="020B0502040504020204" pitchFamily="34" charset="0"/>
                          <a:cs typeface="Sans Serif Collection" panose="020B0502040504020204" pitchFamily="34" charset="0"/>
                        </a:rPr>
                        <a:t>Completeness (1–5)</a:t>
                      </a:r>
                    </a:p>
                  </a:txBody>
                  <a:tcPr/>
                </a:tc>
                <a:extLst>
                  <a:ext uri="{0D108BD9-81ED-4DB2-BD59-A6C34878D82A}">
                    <a16:rowId xmlns:a16="http://schemas.microsoft.com/office/drawing/2014/main" val="10000"/>
                  </a:ext>
                </a:extLst>
              </a:tr>
              <a:tr h="370840">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only</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0.800</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4.25</a:t>
                      </a:r>
                    </a:p>
                  </a:txBody>
                  <a:tcPr/>
                </a:tc>
                <a:extLst>
                  <a:ext uri="{0D108BD9-81ED-4DB2-BD59-A6C34878D82A}">
                    <a16:rowId xmlns:a16="http://schemas.microsoft.com/office/drawing/2014/main" val="10001"/>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Trace only</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4.25</a:t>
                      </a:r>
                    </a:p>
                  </a:txBody>
                  <a:tcPr/>
                </a:tc>
                <a:extLst>
                  <a:ext uri="{0D108BD9-81ED-4DB2-BD59-A6C34878D82A}">
                    <a16:rowId xmlns:a16="http://schemas.microsoft.com/office/drawing/2014/main" val="10002"/>
                  </a:ext>
                </a:extLst>
              </a:tr>
              <a:tr h="370840">
                <a:tc>
                  <a:txBody>
                    <a:bodyPr/>
                    <a:lstStyle/>
                    <a:p>
                      <a:pPr marL="0" algn="l" defTabSz="914400" rtl="0" eaLnBrk="1" latinLnBrk="0" hangingPunct="1"/>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Diagram only</a:t>
                      </a:r>
                    </a:p>
                  </a:txBody>
                  <a:tcPr/>
                </a:tc>
                <a:tc>
                  <a:txBody>
                    <a:bodyPr/>
                    <a:lstStyle/>
                    <a:p>
                      <a:pPr marL="0" algn="l" defTabSz="914400" rtl="0" eaLnBrk="1" latinLnBrk="0" hangingPunct="1"/>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1"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1"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5.00</a:t>
                      </a:r>
                    </a:p>
                  </a:txBody>
                  <a:tcPr/>
                </a:tc>
                <a:extLst>
                  <a:ext uri="{0D108BD9-81ED-4DB2-BD59-A6C34878D82A}">
                    <a16:rowId xmlns:a16="http://schemas.microsoft.com/office/drawing/2014/main" val="10003"/>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 Trace</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0.917</a:t>
                      </a:r>
                    </a:p>
                  </a:txBody>
                  <a:tcPr/>
                </a:tc>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0.900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4.25</a:t>
                      </a:r>
                    </a:p>
                  </a:txBody>
                  <a:tcPr/>
                </a:tc>
                <a:extLst>
                  <a:ext uri="{0D108BD9-81ED-4DB2-BD59-A6C34878D82A}">
                    <a16:rowId xmlns:a16="http://schemas.microsoft.com/office/drawing/2014/main" val="10004"/>
                  </a:ext>
                </a:extLst>
              </a:tr>
              <a:tr h="370840">
                <a:tc>
                  <a:txBody>
                    <a:bodyPr/>
                    <a:lstStyle/>
                    <a:p>
                      <a:pPr marL="0" algn="l" defTabSz="914400" rtl="0" eaLnBrk="1" latinLnBrk="0" hangingPunct="1"/>
                      <a:r>
                        <a:rPr sz="1400" b="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 Trace + Diagram</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1.000</a:t>
                      </a:r>
                    </a:p>
                  </a:txBody>
                  <a:tcPr/>
                </a:tc>
                <a:tc>
                  <a:txBody>
                    <a:bodyPr/>
                    <a:lstStyle/>
                    <a:p>
                      <a:pPr marL="0" algn="l" defTabSz="914400" rtl="0" eaLnBrk="1" latinLnBrk="0" hangingPunct="1"/>
                      <a:r>
                        <a:rPr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5.00</a:t>
                      </a:r>
                    </a:p>
                  </a:txBody>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F6FB2B8F-7B26-221B-6D1C-4A39FA93279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16</a:t>
            </a:r>
          </a:p>
        </p:txBody>
      </p:sp>
      <p:sp>
        <p:nvSpPr>
          <p:cNvPr id="6" name="TextBox 5">
            <a:extLst>
              <a:ext uri="{FF2B5EF4-FFF2-40B4-BE49-F238E27FC236}">
                <a16:creationId xmlns:a16="http://schemas.microsoft.com/office/drawing/2014/main" id="{FCC15BE4-D9A7-7EBD-9B6B-BFD59ADE359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B4021-096E-6F80-7599-EE88C25F783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A984B69-C0F3-CE84-010E-DD09109CA5C4}"/>
              </a:ext>
            </a:extLst>
          </p:cNvPr>
          <p:cNvSpPr>
            <a:spLocks noGrp="1"/>
          </p:cNvSpPr>
          <p:nvPr>
            <p:ph type="title"/>
          </p:nvPr>
        </p:nvSpPr>
        <p:spPr>
          <a:xfrm>
            <a:off x="899160" y="47244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What Was Produced: </a:t>
            </a:r>
            <a:r>
              <a:rPr lang="en-GB" sz="4400"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v2 Artifacts</a:t>
            </a:r>
          </a:p>
        </p:txBody>
      </p:sp>
      <p:sp>
        <p:nvSpPr>
          <p:cNvPr id="16" name="Content Placeholder 2">
            <a:extLst>
              <a:ext uri="{FF2B5EF4-FFF2-40B4-BE49-F238E27FC236}">
                <a16:creationId xmlns:a16="http://schemas.microsoft.com/office/drawing/2014/main" id="{66A3D7D6-5CE4-A062-A0FC-C7A4A1941D64}"/>
              </a:ext>
            </a:extLst>
          </p:cNvPr>
          <p:cNvSpPr>
            <a:spLocks noGrp="1"/>
          </p:cNvSpPr>
          <p:nvPr>
            <p:ph sz="quarter" idx="10"/>
          </p:nvPr>
        </p:nvSpPr>
        <p:spPr>
          <a:xfrm>
            <a:off x="480165" y="1509404"/>
            <a:ext cx="7357870" cy="4968518"/>
          </a:xfrm>
        </p:spPr>
        <p:txBody>
          <a:bodyPr>
            <a:noAutofit/>
          </a:bodyPr>
          <a:lstStyle/>
          <a:p>
            <a:pPr>
              <a:lnSpc>
                <a:spcPct val="120000"/>
              </a:lnSpc>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Structural and Interconnection Model:</a:t>
            </a:r>
          </a:p>
          <a:p>
            <a:pPr marL="285750" indent="-285750">
              <a:lnSpc>
                <a:spcPct val="120000"/>
              </a:lnSpc>
              <a:buFont typeface="Arial" panose="020B0604020202020204" pitchFamily="34" charset="0"/>
              <a:buChar char="•"/>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part def for each C++ component</a:t>
            </a:r>
          </a:p>
          <a:p>
            <a:pPr marL="285750" indent="-285750">
              <a:lnSpc>
                <a:spcPct val="120000"/>
              </a:lnSpc>
              <a:buFont typeface="Arial" panose="020B0604020202020204" pitchFamily="34" charset="0"/>
              <a:buChar char="•"/>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port def for dependencies</a:t>
            </a:r>
          </a:p>
          <a:p>
            <a:pPr marL="285750" indent="-285750">
              <a:lnSpc>
                <a:spcPct val="120000"/>
              </a:lnSpc>
              <a:buFont typeface="Arial" panose="020B0604020202020204" pitchFamily="34" charset="0"/>
              <a:buChar char="•"/>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connect statements for provider-consumer relationships</a:t>
            </a:r>
          </a:p>
          <a:p>
            <a:pPr>
              <a:lnSpc>
                <a:spcPct val="120000"/>
              </a:lnSpc>
            </a:pP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20000"/>
              </a:lnSpc>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Sequence Model:</a:t>
            </a:r>
          </a:p>
          <a:p>
            <a:pPr marL="285750" indent="-285750">
              <a:lnSpc>
                <a:spcPct val="120000"/>
              </a:lnSpc>
              <a:buFont typeface="Arial" panose="020B0604020202020204" pitchFamily="34" charset="0"/>
              <a:buChar char="•"/>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Interaction flows built from elements.json/sequence.json, the agentic-synthesis skill's output combining static call chains with collected runtime trace events (27 events, 26 unique interaction pairs)</a:t>
            </a:r>
          </a:p>
          <a:p>
            <a:pPr marL="285750" indent="-285750">
              <a:lnSpc>
                <a:spcPct val="120000"/>
              </a:lnSpc>
              <a:buFont typeface="Arial" panose="020B0604020202020204" pitchFamily="34" charset="0"/>
              <a:buChar char="•"/>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Static-only, dynamic-only, raw-combined and synthesis-pruned interaction diagrams (C2/C3/C4/C5)</a:t>
            </a:r>
          </a:p>
          <a:p>
            <a:pPr marL="285750" indent="-285750">
              <a:lnSpc>
                <a:spcPct val="120000"/>
              </a:lnSpc>
              <a:buFont typeface="Arial" panose="020B0604020202020204" pitchFamily="34" charset="0"/>
              <a:buChar char="•"/>
            </a:pPr>
            <a:endPar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20000"/>
              </a:lnSpc>
            </a:pP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These form the five evaluation conditions (C1–C5) compared in H1, across all four </a:t>
            </a:r>
            <a:r>
              <a:rPr lang="en-GB" sz="1400"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sz="1400" dirty="0">
                <a:latin typeface="Sans Serif Collection" panose="020B0502040504020204" pitchFamily="34" charset="0"/>
                <a:ea typeface="Sans Serif Collection" panose="020B0502040504020204" pitchFamily="34" charset="0"/>
                <a:cs typeface="Sans Serif Collection" panose="020B0502040504020204" pitchFamily="34" charset="0"/>
              </a:rPr>
              <a:t> scenarios.</a:t>
            </a:r>
          </a:p>
        </p:txBody>
      </p:sp>
      <p:sp>
        <p:nvSpPr>
          <p:cNvPr id="4" name="Slide Number Placeholder 3" hidden="1">
            <a:extLst>
              <a:ext uri="{FF2B5EF4-FFF2-40B4-BE49-F238E27FC236}">
                <a16:creationId xmlns:a16="http://schemas.microsoft.com/office/drawing/2014/main" id="{8485C158-DAC7-3D4B-0313-093CCAA1E899}"/>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32</a:t>
            </a:fld>
            <a:endParaRPr lang="en-GB" sz="300" noProof="0" dirty="0"/>
          </a:p>
        </p:txBody>
      </p:sp>
      <p:sp>
        <p:nvSpPr>
          <p:cNvPr id="2" name="TextBox 1">
            <a:extLst>
              <a:ext uri="{FF2B5EF4-FFF2-40B4-BE49-F238E27FC236}">
                <a16:creationId xmlns:a16="http://schemas.microsoft.com/office/drawing/2014/main" id="{E7243E2B-DEE4-4302-DFEA-53EECA139E4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18</a:t>
            </a:r>
          </a:p>
        </p:txBody>
      </p:sp>
      <p:sp>
        <p:nvSpPr>
          <p:cNvPr id="5" name="TextBox 4">
            <a:extLst>
              <a:ext uri="{FF2B5EF4-FFF2-40B4-BE49-F238E27FC236}">
                <a16:creationId xmlns:a16="http://schemas.microsoft.com/office/drawing/2014/main" id="{B95A4105-ABA3-D2CF-EB28-9C459235B435}"/>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6" name="Picture 5">
            <a:extLst>
              <a:ext uri="{FF2B5EF4-FFF2-40B4-BE49-F238E27FC236}">
                <a16:creationId xmlns:a16="http://schemas.microsoft.com/office/drawing/2014/main" id="{3FC54977-31F3-EDB1-FD59-98F28C96F07C}"/>
              </a:ext>
            </a:extLst>
          </p:cNvPr>
          <p:cNvPicPr>
            <a:picLocks noChangeAspect="1"/>
          </p:cNvPicPr>
          <p:nvPr/>
        </p:nvPicPr>
        <p:blipFill>
          <a:blip r:embed="rId3"/>
          <a:srcRect l="8996" r="11519" b="27598"/>
          <a:stretch>
            <a:fillRect/>
          </a:stretch>
        </p:blipFill>
        <p:spPr>
          <a:xfrm>
            <a:off x="7838035" y="1552575"/>
            <a:ext cx="3797600" cy="2878682"/>
          </a:xfrm>
          <a:prstGeom prst="rect">
            <a:avLst/>
          </a:prstGeom>
        </p:spPr>
      </p:pic>
      <p:pic>
        <p:nvPicPr>
          <p:cNvPr id="8" name="Picture 7">
            <a:extLst>
              <a:ext uri="{FF2B5EF4-FFF2-40B4-BE49-F238E27FC236}">
                <a16:creationId xmlns:a16="http://schemas.microsoft.com/office/drawing/2014/main" id="{114D219D-BDE4-1E10-9DC0-A7ED9C000293}"/>
              </a:ext>
            </a:extLst>
          </p:cNvPr>
          <p:cNvPicPr>
            <a:picLocks noChangeAspect="1"/>
          </p:cNvPicPr>
          <p:nvPr/>
        </p:nvPicPr>
        <p:blipFill>
          <a:blip r:embed="rId4"/>
          <a:stretch>
            <a:fillRect/>
          </a:stretch>
        </p:blipFill>
        <p:spPr>
          <a:xfrm>
            <a:off x="7915274" y="4667251"/>
            <a:ext cx="3720359" cy="1726284"/>
          </a:xfrm>
          <a:prstGeom prst="rect">
            <a:avLst/>
          </a:prstGeom>
        </p:spPr>
      </p:pic>
    </p:spTree>
    <p:extLst>
      <p:ext uri="{BB962C8B-B14F-4D97-AF65-F5344CB8AC3E}">
        <p14:creationId xmlns:p14="http://schemas.microsoft.com/office/powerpoint/2010/main" val="36315310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AD44B-5581-FB66-1D0A-36FF3AE55D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C7AD4E3-5FA5-1E2F-B9AE-F34C3844A0BB}"/>
              </a:ext>
            </a:extLst>
          </p:cNvPr>
          <p:cNvSpPr>
            <a:spLocks noGrp="1"/>
          </p:cNvSpPr>
          <p:nvPr>
            <p:ph type="title"/>
          </p:nvPr>
        </p:nvSpPr>
        <p:spPr>
          <a:xfrm>
            <a:off x="899160" y="655320"/>
            <a:ext cx="10812676" cy="1010642"/>
          </a:xfrm>
        </p:spPr>
        <p:txBody>
          <a:bodyPr anchor="ctr">
            <a:noAutofit/>
          </a:bodyPr>
          <a:lstStyle/>
          <a:p>
            <a:r>
              <a:rPr lang="en-GB" sz="3200" dirty="0">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&amp; Practitioner Validation</a:t>
            </a:r>
            <a:endParaRPr lang="en-GB" sz="320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6" name="Content Placeholder 2">
            <a:extLst>
              <a:ext uri="{FF2B5EF4-FFF2-40B4-BE49-F238E27FC236}">
                <a16:creationId xmlns:a16="http://schemas.microsoft.com/office/drawing/2014/main" id="{93FCB616-61BD-05E7-8A4A-17019134E94B}"/>
              </a:ext>
            </a:extLst>
          </p:cNvPr>
          <p:cNvSpPr>
            <a:spLocks noGrp="1"/>
          </p:cNvSpPr>
          <p:nvPr>
            <p:ph sz="quarter" idx="10"/>
          </p:nvPr>
        </p:nvSpPr>
        <p:spPr>
          <a:xfrm>
            <a:off x="899160" y="1665962"/>
            <a:ext cx="10662363" cy="4475758"/>
          </a:xfrm>
        </p:spPr>
        <p:txBody>
          <a:bodyPr>
            <a:normAutofit fontScale="92500" lnSpcReduction="20000"/>
          </a:bodyPr>
          <a:lstStyle/>
          <a:p>
            <a:pPr>
              <a:lnSpc>
                <a:spcPct val="110000"/>
              </a:lnSpc>
            </a:pPr>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Goal:</a:t>
            </a:r>
          </a:p>
          <a:p>
            <a:pPr>
              <a:lnSpc>
                <a:spcPct val="110000"/>
              </a:lnSpc>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Capture timestamped runtime Trace events from the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system</a:t>
            </a:r>
          </a:p>
          <a:p>
            <a:pPr>
              <a:lnSpc>
                <a:spcPct val="110000"/>
              </a:lnSpc>
            </a:pPr>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r>
              <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rPr>
              <a:t>What was delivered:</a:t>
            </a:r>
          </a:p>
          <a:p>
            <a:pPr marL="342900" indent="-342900">
              <a:lnSpc>
                <a:spcPct val="110000"/>
              </a:lnSpc>
              <a:buFont typeface="+mj-lt"/>
              <a:buAutoNum type="arabicPeriod"/>
            </a:pP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a Clang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LibTooling</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-based instrumentation tool (developed with Dr. Rosilde Corvino) — AST-level pattern matching inserts and removes trace probes</a:t>
            </a:r>
          </a:p>
          <a:p>
            <a:pPr marL="342900" indent="-342900">
              <a:lnSpc>
                <a:spcPct val="110000"/>
              </a:lnSpc>
              <a:buFont typeface="+mj-lt"/>
              <a:buAutoNum type="arabicPeriod"/>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across the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test suite — 27 runtime trace events, 26 unique interaction pairs</a:t>
            </a:r>
          </a:p>
          <a:p>
            <a:pPr marL="342900" indent="-342900">
              <a:lnSpc>
                <a:spcPct val="110000"/>
              </a:lnSpc>
              <a:buFont typeface="+mj-lt"/>
              <a:buAutoNum type="arabicPeriod"/>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Practitioner validation session: 4 engineers, second industrial codebase (orders of magnitude larger than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via a GitHub Copilot MCP integration</a:t>
            </a:r>
          </a:p>
          <a:p>
            <a:pPr marL="1257300" lvl="2" indent="-342900">
              <a:lnSpc>
                <a:spcPct val="110000"/>
              </a:lnSpc>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Task: locate a real, previously-resolved proxy-leak defect using only the static graph</a:t>
            </a:r>
          </a:p>
          <a:p>
            <a:pPr marL="1257300" lvl="2" indent="-342900">
              <a:lnSpc>
                <a:spcPct val="110000"/>
              </a:lnSpc>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Participants correctly identified the modified file, the relevant test, and the proxy's construction/release sites</a:t>
            </a:r>
          </a:p>
          <a:p>
            <a:pPr marL="1257300" lvl="2" indent="-342900">
              <a:lnSpc>
                <a:spcPct val="110000"/>
              </a:lnSpc>
              <a:buFont typeface="Arial" panose="020B0604020202020204" pitchFamily="34" charset="0"/>
              <a:buChar char="•"/>
            </a:pP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Independent cross-check: a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ClangSharp</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libclang</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GraphML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extractor validated against the Renaissance/Neo4j extraction</a:t>
            </a:r>
          </a:p>
          <a:p>
            <a:pPr>
              <a:lnSpc>
                <a:spcPct val="110000"/>
              </a:lnSpc>
            </a:pPr>
            <a:endParaRPr lang="en-GB"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50F477AE-4813-41AF-CB0D-04D712761363}"/>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33</a:t>
            </a:fld>
            <a:endParaRPr lang="en-GB" sz="300" noProof="0" dirty="0"/>
          </a:p>
        </p:txBody>
      </p:sp>
      <p:sp>
        <p:nvSpPr>
          <p:cNvPr id="3" name="TextBox 2">
            <a:extLst>
              <a:ext uri="{FF2B5EF4-FFF2-40B4-BE49-F238E27FC236}">
                <a16:creationId xmlns:a16="http://schemas.microsoft.com/office/drawing/2014/main" id="{17163299-8776-5CA6-6D1E-C13CF8C91DA2}"/>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19</a:t>
            </a:r>
          </a:p>
        </p:txBody>
      </p:sp>
      <p:sp>
        <p:nvSpPr>
          <p:cNvPr id="5" name="TextBox 4">
            <a:extLst>
              <a:ext uri="{FF2B5EF4-FFF2-40B4-BE49-F238E27FC236}">
                <a16:creationId xmlns:a16="http://schemas.microsoft.com/office/drawing/2014/main" id="{338FC515-45F7-4C71-ECF0-456C813F7699}"/>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5227158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9A702-2AE6-C606-78FB-EE9D6D4C0B8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77F3B33-3CCD-86AC-E206-DA068275DF23}"/>
              </a:ext>
            </a:extLst>
          </p:cNvPr>
          <p:cNvSpPr>
            <a:spLocks noGrp="1"/>
          </p:cNvSpPr>
          <p:nvPr>
            <p:ph type="title"/>
          </p:nvPr>
        </p:nvSpPr>
        <p:spPr>
          <a:xfrm>
            <a:off x="929639" y="246988"/>
            <a:ext cx="10331450" cy="1531525"/>
          </a:xfrm>
        </p:spPr>
        <p:txBody>
          <a:bodyPr anchor="ctr">
            <a:normAutofit/>
          </a:bodyPr>
          <a:lstStyle/>
          <a:p>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Research Questions: Where Each Stands</a:t>
            </a:r>
          </a:p>
        </p:txBody>
      </p:sp>
      <p:sp>
        <p:nvSpPr>
          <p:cNvPr id="4" name="Slide Number Placeholder 3" hidden="1">
            <a:extLst>
              <a:ext uri="{FF2B5EF4-FFF2-40B4-BE49-F238E27FC236}">
                <a16:creationId xmlns:a16="http://schemas.microsoft.com/office/drawing/2014/main" id="{9C985A5D-FC30-C9EC-C58B-6ADF4DE81EEC}"/>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34</a:t>
            </a:fld>
            <a:endParaRPr lang="en-GB" sz="300" noProof="0" dirty="0"/>
          </a:p>
        </p:txBody>
      </p:sp>
      <p:graphicFrame>
        <p:nvGraphicFramePr>
          <p:cNvPr id="2" name="Content Placeholder 1">
            <a:extLst>
              <a:ext uri="{FF2B5EF4-FFF2-40B4-BE49-F238E27FC236}">
                <a16:creationId xmlns:a16="http://schemas.microsoft.com/office/drawing/2014/main" id="{9CF81CCA-5D24-AA27-AD51-F5B694D9EE29}"/>
              </a:ext>
            </a:extLst>
          </p:cNvPr>
          <p:cNvGraphicFramePr>
            <a:graphicFrameLocks noGrp="1"/>
          </p:cNvGraphicFramePr>
          <p:nvPr>
            <p:ph type="tbl" sz="quarter" idx="10"/>
            <p:extLst>
              <p:ext uri="{D42A27DB-BD31-4B8C-83A1-F6EECF244321}">
                <p14:modId xmlns:p14="http://schemas.microsoft.com/office/powerpoint/2010/main" val="3502348342"/>
              </p:ext>
            </p:extLst>
          </p:nvPr>
        </p:nvGraphicFramePr>
        <p:xfrm>
          <a:off x="513715" y="1556372"/>
          <a:ext cx="11163299" cy="4573746"/>
        </p:xfrm>
        <a:graphic>
          <a:graphicData uri="http://schemas.openxmlformats.org/drawingml/2006/table">
            <a:tbl>
              <a:tblPr/>
              <a:tblGrid>
                <a:gridCol w="647700">
                  <a:extLst>
                    <a:ext uri="{9D8B030D-6E8A-4147-A177-3AD203B41FA5}">
                      <a16:colId xmlns:a16="http://schemas.microsoft.com/office/drawing/2014/main" val="2746331087"/>
                    </a:ext>
                  </a:extLst>
                </a:gridCol>
                <a:gridCol w="4429760">
                  <a:extLst>
                    <a:ext uri="{9D8B030D-6E8A-4147-A177-3AD203B41FA5}">
                      <a16:colId xmlns:a16="http://schemas.microsoft.com/office/drawing/2014/main" val="65337149"/>
                    </a:ext>
                  </a:extLst>
                </a:gridCol>
                <a:gridCol w="6085839">
                  <a:extLst>
                    <a:ext uri="{9D8B030D-6E8A-4147-A177-3AD203B41FA5}">
                      <a16:colId xmlns:a16="http://schemas.microsoft.com/office/drawing/2014/main" val="2053829212"/>
                    </a:ext>
                  </a:extLst>
                </a:gridCol>
              </a:tblGrid>
              <a:tr h="392364">
                <a:tc>
                  <a:txBody>
                    <a:bodyPr/>
                    <a:lstStyle/>
                    <a:p>
                      <a:pPr algn="ctr" fontAlgn="ctr">
                        <a:buNone/>
                      </a:pPr>
                      <a:r>
                        <a:rPr lang="en-GB" sz="1600" b="1" kern="12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RQ</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buNone/>
                      </a:pPr>
                      <a:r>
                        <a:rPr lang="en-GB" sz="1600" b="1" kern="120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Question</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buNone/>
                      </a:pPr>
                      <a:r>
                        <a:rPr lang="en-GB" sz="1600" b="1" kern="12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Status</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452667613"/>
                  </a:ext>
                </a:extLst>
              </a:tr>
              <a:tr h="1808559">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RQ1</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Does combining a static call graph with runtime execution traces reconstruct scenario-specific Interaction Models more accurately than either source alone?</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(H1): full pipeline (C5) reaches macro-F1 = 0.964 with perfect recall on all 4 scenarios. Combining is additive on the constructed scenario S4 (F1 1.000 vs. 0.667 for either source alone) and redundant on happy-path S1–S3 (CPSCore has no cross-module virtual dispatch).</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817409112"/>
                  </a:ext>
                </a:extLst>
              </a:tr>
              <a:tr h="1310841">
                <a:tc>
                  <a:txBody>
                    <a:bodyPr/>
                    <a:lstStyle/>
                    <a:p>
                      <a:pPr algn="l" fontAlgn="ctr">
                        <a:buNone/>
                      </a:pPr>
                      <a:r>
                        <a:rPr lang="en-GB" sz="1400" kern="120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RQ2</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Does guiding trace collection with the static call graph remove reconstruction noise without losing scenario coverage?</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(H2): guided instrumentation cuts retained nodes by 50% and edges by 70%; a blinded panel preferred guided diagram in 47 of 54 comparisons.</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722425099"/>
                  </a:ext>
                </a:extLst>
              </a:tr>
              <a:tr h="1061982">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RQ3</a:t>
                      </a:r>
                    </a:p>
                  </a:txBody>
                  <a:tcPr marL="73356" marR="73356" marT="36678" marB="36678"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How well does a reconstructed SysML Interaction Model consolidate static and dynamic evidence into a single artefact sufficient for system-behaviour comprehension?</a:t>
                      </a:r>
                    </a:p>
                  </a:txBody>
                  <a:tcPr marL="73356" marR="73356" marT="36678" marB="3667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l" fontAlgn="ctr">
                        <a:buNone/>
                      </a:pPr>
                      <a:r>
                        <a:rPr lang="en-GB" sz="140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(H3): the diagram alone reaches perfect component recall, interaction recall and completeness.</a:t>
                      </a:r>
                    </a:p>
                  </a:txBody>
                  <a:tcPr marL="73356" marR="73356" marT="36678" marB="36678"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220703080"/>
                  </a:ext>
                </a:extLst>
              </a:tr>
            </a:tbl>
          </a:graphicData>
        </a:graphic>
      </p:graphicFrame>
      <p:sp>
        <p:nvSpPr>
          <p:cNvPr id="3" name="TextBox 2">
            <a:extLst>
              <a:ext uri="{FF2B5EF4-FFF2-40B4-BE49-F238E27FC236}">
                <a16:creationId xmlns:a16="http://schemas.microsoft.com/office/drawing/2014/main" id="{044FBE1E-FABD-C7FF-4D6D-95B3A212837B}"/>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20</a:t>
            </a:r>
          </a:p>
        </p:txBody>
      </p:sp>
      <p:sp>
        <p:nvSpPr>
          <p:cNvPr id="5" name="TextBox 4">
            <a:extLst>
              <a:ext uri="{FF2B5EF4-FFF2-40B4-BE49-F238E27FC236}">
                <a16:creationId xmlns:a16="http://schemas.microsoft.com/office/drawing/2014/main" id="{9322AA42-E662-2713-CF33-A45733A966A8}"/>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42255165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520F6-9195-BA1B-CD58-FBB8D086006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B8C416D-B137-D865-3709-E5AA77717C35}"/>
              </a:ext>
            </a:extLst>
          </p:cNvPr>
          <p:cNvSpPr>
            <a:spLocks noGrp="1"/>
          </p:cNvSpPr>
          <p:nvPr>
            <p:ph type="title"/>
          </p:nvPr>
        </p:nvSpPr>
        <p:spPr>
          <a:xfrm>
            <a:off x="767751" y="189838"/>
            <a:ext cx="10331450" cy="1531525"/>
          </a:xfrm>
        </p:spPr>
        <p:txBody>
          <a:bodyPr anchor="ctr">
            <a:normAutofit/>
          </a:bodyPr>
          <a:lstStyle/>
          <a:p>
            <a:r>
              <a:rPr lang="en-GB" sz="3250" dirty="0">
                <a:latin typeface="Sans Serif Collection" panose="020B0502040504020204" pitchFamily="34" charset="0"/>
                <a:ea typeface="Sans Serif Collection" panose="020B0502040504020204" pitchFamily="34" charset="0"/>
                <a:cs typeface="Sans Serif Collection" panose="020B0502040504020204" pitchFamily="34" charset="0"/>
              </a:rPr>
              <a:t>Challenges Encountered &amp; How They Were Resolved</a:t>
            </a:r>
            <a:endParaRPr lang="en-GB" sz="325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8DEC8A58-C1B8-EA6F-ED5F-F45F530BC510}"/>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35</a:t>
            </a:fld>
            <a:endParaRPr lang="en-GB" sz="300" noProof="0" dirty="0"/>
          </a:p>
        </p:txBody>
      </p:sp>
      <p:graphicFrame>
        <p:nvGraphicFramePr>
          <p:cNvPr id="6" name="Content Placeholder 1">
            <a:extLst>
              <a:ext uri="{FF2B5EF4-FFF2-40B4-BE49-F238E27FC236}">
                <a16:creationId xmlns:a16="http://schemas.microsoft.com/office/drawing/2014/main" id="{51009832-AB6B-C940-1EDB-9F7C5A91ADD4}"/>
              </a:ext>
            </a:extLst>
          </p:cNvPr>
          <p:cNvGraphicFramePr>
            <a:graphicFrameLocks/>
          </p:cNvGraphicFramePr>
          <p:nvPr>
            <p:extLst>
              <p:ext uri="{D42A27DB-BD31-4B8C-83A1-F6EECF244321}">
                <p14:modId xmlns:p14="http://schemas.microsoft.com/office/powerpoint/2010/main" val="1938945947"/>
              </p:ext>
            </p:extLst>
          </p:nvPr>
        </p:nvGraphicFramePr>
        <p:xfrm>
          <a:off x="767751" y="1417249"/>
          <a:ext cx="10834777" cy="4397852"/>
        </p:xfrm>
        <a:graphic>
          <a:graphicData uri="http://schemas.openxmlformats.org/drawingml/2006/table">
            <a:tbl>
              <a:tblPr firstRow="1" bandRow="1">
                <a:tableStyleId>{1E171933-4619-4E11-9A3F-F7608DF75F80}</a:tableStyleId>
              </a:tblPr>
              <a:tblGrid>
                <a:gridCol w="4680549">
                  <a:extLst>
                    <a:ext uri="{9D8B030D-6E8A-4147-A177-3AD203B41FA5}">
                      <a16:colId xmlns:a16="http://schemas.microsoft.com/office/drawing/2014/main" val="2730377011"/>
                    </a:ext>
                  </a:extLst>
                </a:gridCol>
                <a:gridCol w="6154228">
                  <a:extLst>
                    <a:ext uri="{9D8B030D-6E8A-4147-A177-3AD203B41FA5}">
                      <a16:colId xmlns:a16="http://schemas.microsoft.com/office/drawing/2014/main" val="2636965091"/>
                    </a:ext>
                  </a:extLst>
                </a:gridCol>
              </a:tblGrid>
              <a:tr h="417674">
                <a:tc>
                  <a:txBody>
                    <a:bodyPr/>
                    <a:lstStyle/>
                    <a:p>
                      <a:pPr marL="0" algn="ctr" defTabSz="914400" rtl="0" eaLnBrk="1" fontAlgn="ctr" latinLnBrk="0" hangingPunct="1">
                        <a:buNone/>
                      </a:pPr>
                      <a:r>
                        <a:rPr lang="en-GB" sz="1800" b="0" kern="12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Challenges</a:t>
                      </a:r>
                    </a:p>
                  </a:txBody>
                  <a:tcPr marL="137406" marR="73401" marT="105697" marB="105697" anchor="ctr">
                    <a:lnR w="12700" cap="flat" cmpd="sng" algn="ctr">
                      <a:solidFill>
                        <a:schemeClr val="tx1"/>
                      </a:solidFill>
                      <a:prstDash val="solid"/>
                      <a:round/>
                      <a:headEnd type="none" w="med" len="med"/>
                      <a:tailEnd type="none" w="med" len="med"/>
                    </a:lnR>
                  </a:tcPr>
                </a:tc>
                <a:tc>
                  <a:txBody>
                    <a:bodyPr/>
                    <a:lstStyle/>
                    <a:p>
                      <a:pPr marL="0" algn="ctr" defTabSz="914400" rtl="0" eaLnBrk="1" fontAlgn="ctr" latinLnBrk="0" hangingPunct="1">
                        <a:buNone/>
                      </a:pPr>
                      <a:r>
                        <a:rPr lang="en-GB" sz="1800" b="0" kern="12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Solutions</a:t>
                      </a:r>
                    </a:p>
                  </a:txBody>
                  <a:tcPr marL="137406" marR="73401" marT="105697" marB="105697"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594827040"/>
                  </a:ext>
                </a:extLst>
              </a:tr>
              <a:tr h="1092542">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 is context-sensitive — regex/simple parsers fail</a:t>
                      </a:r>
                    </a:p>
                  </a:txBody>
                  <a:tcPr marL="137406" marR="73401" marT="105697" marB="105697"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Used the Renaissance semantic-extraction tool + Neo4j property graph.</a:t>
                      </a:r>
                    </a:p>
                  </a:txBody>
                  <a:tcPr marL="137406" marR="73401" marT="105697" marB="105697"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9094160"/>
                  </a:ext>
                </a:extLst>
              </a:tr>
              <a:tr h="863527">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Thousands of dependencies make </a:t>
                      </a:r>
                      <a:r>
                        <a:rPr lang="en-GB" sz="1600" b="0" kern="120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toolchains very slow</a:t>
                      </a:r>
                    </a:p>
                  </a:txBody>
                  <a:tcPr marL="137406" marR="73401" marT="105697" marB="105697"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scenario-scoped Cypher queries trim the graph before generation</a:t>
                      </a:r>
                    </a:p>
                  </a:txBody>
                  <a:tcPr marL="137406" marR="73401" marT="105697" marB="105697"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2923729"/>
                  </a:ext>
                </a:extLst>
              </a:tr>
              <a:tr h="863527">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Hardcoded scenario scoping is brittle</a:t>
                      </a:r>
                    </a:p>
                  </a:txBody>
                  <a:tcPr marL="137406" marR="73401" marT="105697" marB="105697"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Agent skill architecture (12 skills) expresses scenario definition as a natural-language query via text-to-cypher</a:t>
                      </a:r>
                    </a:p>
                  </a:txBody>
                  <a:tcPr marL="137406" marR="73401" marT="105697" marB="105697"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5254770"/>
                  </a:ext>
                </a:extLst>
              </a:tr>
              <a:tr h="1092542">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Traces alone are incomplete</a:t>
                      </a:r>
                    </a:p>
                  </a:txBody>
                  <a:tcPr marL="137406" marR="73401" marT="105697" marB="105697"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algn="l" defTabSz="914400" rtl="0" eaLnBrk="1" fontAlgn="ctr" latinLnBrk="0" hangingPunct="1">
                        <a:buNone/>
                      </a:pPr>
                      <a:r>
                        <a:rPr lang="en-GB" sz="1600" b="0" kern="120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Confirmed empirically (H1): static reachability recovers what traces miss and combining is strictly additive S4 (F1 1.000 vs. 0.667 for either source alone)</a:t>
                      </a:r>
                    </a:p>
                  </a:txBody>
                  <a:tcPr marL="137406" marR="73401" marT="105697" marB="105697"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88827111"/>
                  </a:ext>
                </a:extLst>
              </a:tr>
            </a:tbl>
          </a:graphicData>
        </a:graphic>
      </p:graphicFrame>
      <p:sp>
        <p:nvSpPr>
          <p:cNvPr id="5" name="TextBox 4">
            <a:extLst>
              <a:ext uri="{FF2B5EF4-FFF2-40B4-BE49-F238E27FC236}">
                <a16:creationId xmlns:a16="http://schemas.microsoft.com/office/drawing/2014/main" id="{746228AB-DC99-D78D-A26C-AD8E9190A2F9}"/>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21</a:t>
            </a:r>
          </a:p>
        </p:txBody>
      </p:sp>
      <p:sp>
        <p:nvSpPr>
          <p:cNvPr id="8" name="TextBox 7">
            <a:extLst>
              <a:ext uri="{FF2B5EF4-FFF2-40B4-BE49-F238E27FC236}">
                <a16:creationId xmlns:a16="http://schemas.microsoft.com/office/drawing/2014/main" id="{9B337C2B-BF59-A39D-A84B-52C4061FF88F}"/>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4237792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0D47C-68D0-B6C8-F501-D7688689F22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C625D6A-394F-86BC-8E1E-6BCB1B431162}"/>
              </a:ext>
            </a:extLst>
          </p:cNvPr>
          <p:cNvSpPr>
            <a:spLocks noGrp="1"/>
          </p:cNvSpPr>
          <p:nvPr>
            <p:ph type="title"/>
          </p:nvPr>
        </p:nvSpPr>
        <p:spPr>
          <a:xfrm>
            <a:off x="600076" y="324763"/>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Overall Summary</a:t>
            </a:r>
          </a:p>
        </p:txBody>
      </p:sp>
      <p:sp>
        <p:nvSpPr>
          <p:cNvPr id="16" name="Content Placeholder 2">
            <a:extLst>
              <a:ext uri="{FF2B5EF4-FFF2-40B4-BE49-F238E27FC236}">
                <a16:creationId xmlns:a16="http://schemas.microsoft.com/office/drawing/2014/main" id="{9EC59337-77F7-8604-B015-D9FAAA6FE354}"/>
              </a:ext>
            </a:extLst>
          </p:cNvPr>
          <p:cNvSpPr>
            <a:spLocks noGrp="1"/>
          </p:cNvSpPr>
          <p:nvPr>
            <p:ph sz="quarter" idx="10"/>
          </p:nvPr>
        </p:nvSpPr>
        <p:spPr>
          <a:xfrm>
            <a:off x="600076" y="1514475"/>
            <a:ext cx="10896599" cy="4781550"/>
          </a:xfrm>
        </p:spPr>
        <p:txBody>
          <a:bodyPr>
            <a:normAutofit fontScale="62500" lnSpcReduction="20000"/>
          </a:bodyPr>
          <a:lstStyle/>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What was proposed:</a:t>
            </a:r>
          </a:p>
          <a:p>
            <a:r>
              <a:rPr lang="en-GB" sz="1900" dirty="0">
                <a:latin typeface="Sans Serif Collection" panose="020B0502040504020204" pitchFamily="34" charset="0"/>
                <a:ea typeface="Sans Serif Collection" panose="020B0502040504020204" pitchFamily="34" charset="0"/>
                <a:cs typeface="Sans Serif Collection" panose="020B0502040504020204" pitchFamily="34" charset="0"/>
              </a:rPr>
              <a:t>Hybrid static + trace pipeline → scenario-specific </a:t>
            </a:r>
            <a:r>
              <a:rPr lang="en-GB" sz="190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1900" dirty="0">
                <a:latin typeface="Sans Serif Collection" panose="020B0502040504020204" pitchFamily="34" charset="0"/>
                <a:ea typeface="Sans Serif Collection" panose="020B0502040504020204" pitchFamily="34" charset="0"/>
                <a:cs typeface="Sans Serif Collection" panose="020B0502040504020204" pitchFamily="34" charset="0"/>
              </a:rPr>
              <a:t> v2 interaction diagrams</a:t>
            </a:r>
          </a:p>
          <a:p>
            <a:pPr marL="285750" indent="-285750">
              <a:buFont typeface="Arial" panose="020B0604020202020204" pitchFamily="34" charset="0"/>
              <a:buChar char="•"/>
            </a:pPr>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What was delivered:</a:t>
            </a:r>
          </a:p>
          <a:p>
            <a:pPr marL="742950" lvl="1" indent="-285750">
              <a:lnSpc>
                <a:spcPct val="120000"/>
              </a:lnSpc>
              <a:buFont typeface="Arial" panose="020B0604020202020204" pitchFamily="34" charset="0"/>
              <a:buChar char="•"/>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Neo4j knowledge graph of </a:t>
            </a:r>
            <a:r>
              <a:rPr lang="en-GB" sz="2000" dirty="0" err="1">
                <a:latin typeface="Sans Serif Collection" panose="020B0502040504020204" pitchFamily="34" charset="0"/>
                <a:ea typeface="Sans Serif Collection" panose="020B0502040504020204" pitchFamily="34" charset="0"/>
                <a:cs typeface="Sans Serif Collection" panose="020B0502040504020204" pitchFamily="34" charset="0"/>
              </a:rPr>
              <a:t>CPSCore</a:t>
            </a: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 - 121 components, 2,574 ordered static interactions (complete)</a:t>
            </a:r>
          </a:p>
          <a:p>
            <a:pPr marL="742950" lvl="1" indent="-285750">
              <a:lnSpc>
                <a:spcPct val="120000"/>
              </a:lnSpc>
              <a:buFont typeface="Arial" panose="020B0604020202020204" pitchFamily="34" charset="0"/>
              <a:buChar char="•"/>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12 composable agent skills spanning extraction → scenario scoping → instrumentation → agentic synthesis → SysML v2 / Mermaid generation (complete)</a:t>
            </a:r>
          </a:p>
          <a:p>
            <a:pPr marL="742950" lvl="1" indent="-285750">
              <a:lnSpc>
                <a:spcPct val="120000"/>
              </a:lnSpc>
              <a:buFont typeface="Arial" panose="020B0604020202020204" pitchFamily="34" charset="0"/>
              <a:buChar char="•"/>
            </a:pPr>
            <a:r>
              <a:rPr lang="en-GB" sz="2000" dirty="0" err="1">
                <a:latin typeface="Sans Serif Collection" panose="020B0502040504020204" pitchFamily="34" charset="0"/>
                <a:ea typeface="Sans Serif Collection" panose="020B0502040504020204" pitchFamily="34" charset="0"/>
                <a:cs typeface="Sans Serif Collection" panose="020B0502040504020204" pitchFamily="34" charset="0"/>
              </a:rPr>
              <a:t>csp_matcher</a:t>
            </a: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 runtime instrumentation tool - 27 trace events across 26 unique interaction pairs (complete)</a:t>
            </a:r>
          </a:p>
          <a:p>
            <a:pPr marL="742950" lvl="1" indent="-285750">
              <a:lnSpc>
                <a:spcPct val="120000"/>
              </a:lnSpc>
              <a:buFont typeface="Arial" panose="020B0604020202020204" pitchFamily="34" charset="0"/>
              <a:buChar char="•"/>
            </a:pPr>
            <a:r>
              <a:rPr lang="en-GB" sz="2000" dirty="0">
                <a:latin typeface="Sans Serif Collection" panose="020B0502040504020204" pitchFamily="34" charset="0"/>
                <a:ea typeface="Sans Serif Collection" panose="020B0502040504020204" pitchFamily="34" charset="0"/>
                <a:cs typeface="Sans Serif Collection" panose="020B0502040504020204" pitchFamily="34" charset="0"/>
              </a:rPr>
              <a:t>H1/H2/H3 confirmed on 4 scenarios: full pipeline macro-F1 0.964; guided instrumentation cuts noise 100% with zero coverage loss; the reconstructed diagram alone achieves perfect comprehension recall</a:t>
            </a: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Beyond the plan:</a:t>
            </a:r>
          </a:p>
          <a:p>
            <a:pPr>
              <a:lnSpc>
                <a:spcPct val="120000"/>
              </a:lnSpc>
            </a:pPr>
            <a:r>
              <a:rPr lang="en-GB" sz="1900" dirty="0">
                <a:latin typeface="Sans Serif Collection" panose="020B0502040504020204" pitchFamily="34" charset="0"/>
                <a:ea typeface="Sans Serif Collection" panose="020B0502040504020204" pitchFamily="34" charset="0"/>
                <a:cs typeface="Sans Serif Collection" panose="020B0502040504020204" pitchFamily="34" charset="0"/>
              </a:rPr>
              <a:t>Exploratory practitioner session - 4 engineers, second much larger industrial codebase, via GitHub Copilot MCP integration; resolved a real proxy-leak defect using only the static graph</a:t>
            </a:r>
          </a:p>
          <a:p>
            <a:endParaRPr lang="en-GB"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sz="2200" b="1" dirty="0">
                <a:latin typeface="Sans Serif Collection" panose="020B0502040504020204" pitchFamily="34" charset="0"/>
                <a:ea typeface="Sans Serif Collection" panose="020B0502040504020204" pitchFamily="34" charset="0"/>
                <a:cs typeface="Sans Serif Collection" panose="020B0502040504020204" pitchFamily="34" charset="0"/>
              </a:rPr>
              <a:t>Future work:</a:t>
            </a:r>
          </a:p>
          <a:p>
            <a:pPr>
              <a:lnSpc>
                <a:spcPct val="120000"/>
              </a:lnSpc>
            </a:pPr>
            <a:r>
              <a:rPr lang="en-GB" sz="1900" dirty="0">
                <a:latin typeface="Sans Serif Collection" panose="020B0502040504020204" pitchFamily="34" charset="0"/>
                <a:ea typeface="Sans Serif Collection" panose="020B0502040504020204" pitchFamily="34" charset="0"/>
                <a:cs typeface="Sans Serif Collection" panose="020B0502040504020204" pitchFamily="34" charset="0"/>
              </a:rPr>
              <a:t>Controlled replication on a second system, richer diagram labelling &amp; interactivity, temporal-ordering accuracy, incremental graph updates</a:t>
            </a:r>
            <a:endParaRPr lang="en-GB" sz="1900" b="1"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Slide Number Placeholder 3" hidden="1">
            <a:extLst>
              <a:ext uri="{FF2B5EF4-FFF2-40B4-BE49-F238E27FC236}">
                <a16:creationId xmlns:a16="http://schemas.microsoft.com/office/drawing/2014/main" id="{DA6BF0FA-18F7-3AAD-309D-D11FC3F4D390}"/>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36</a:t>
            </a:fld>
            <a:endParaRPr lang="en-GB" sz="300" noProof="0" dirty="0"/>
          </a:p>
        </p:txBody>
      </p:sp>
      <p:sp>
        <p:nvSpPr>
          <p:cNvPr id="3" name="TextBox 2">
            <a:extLst>
              <a:ext uri="{FF2B5EF4-FFF2-40B4-BE49-F238E27FC236}">
                <a16:creationId xmlns:a16="http://schemas.microsoft.com/office/drawing/2014/main" id="{63F85D66-BE30-A223-C8D5-2D77447C0426}"/>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22</a:t>
            </a:r>
          </a:p>
        </p:txBody>
      </p:sp>
      <p:sp>
        <p:nvSpPr>
          <p:cNvPr id="5" name="TextBox 4">
            <a:extLst>
              <a:ext uri="{FF2B5EF4-FFF2-40B4-BE49-F238E27FC236}">
                <a16:creationId xmlns:a16="http://schemas.microsoft.com/office/drawing/2014/main" id="{34F557DA-A5D4-860B-803A-F017D01FAC0B}"/>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9696244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Picture Placeholder 9" descr="A group of potted plants">
            <a:extLst>
              <a:ext uri="{FF2B5EF4-FFF2-40B4-BE49-F238E27FC236}">
                <a16:creationId xmlns:a16="http://schemas.microsoft.com/office/drawing/2014/main" id="{C5E399AE-C2DC-0BE4-A179-9A726D23FFC5}"/>
              </a:ext>
            </a:extLst>
          </p:cNvPr>
          <p:cNvPicPr>
            <a:picLocks noGrp="1" noChangeAspect="1"/>
          </p:cNvPicPr>
          <p:nvPr>
            <p:ph type="pic" sz="quarter" idx="10"/>
          </p:nvPr>
        </p:nvPicPr>
        <p:blipFill>
          <a:blip r:embed="rId3"/>
          <a:srcRect l="15" r="15"/>
          <a:stretch/>
        </p:blipFill>
        <p:spPr>
          <a:xfrm>
            <a:off x="458788" y="457200"/>
            <a:ext cx="11274425" cy="5943600"/>
          </a:xfrm>
        </p:spPr>
      </p:pic>
      <p:sp>
        <p:nvSpPr>
          <p:cNvPr id="3" name="Title 2">
            <a:extLst>
              <a:ext uri="{FF2B5EF4-FFF2-40B4-BE49-F238E27FC236}">
                <a16:creationId xmlns:a16="http://schemas.microsoft.com/office/drawing/2014/main" id="{526ABF06-5491-8319-408F-AC9C03E64E1E}"/>
              </a:ext>
            </a:extLst>
          </p:cNvPr>
          <p:cNvSpPr>
            <a:spLocks noGrp="1"/>
          </p:cNvSpPr>
          <p:nvPr>
            <p:ph type="title"/>
          </p:nvPr>
        </p:nvSpPr>
        <p:spPr>
          <a:xfrm>
            <a:off x="6853447" y="1355070"/>
            <a:ext cx="4424153" cy="1352682"/>
          </a:xfrm>
        </p:spPr>
        <p:txBody>
          <a:bodyPr>
            <a:noAutofit/>
          </a:bodyPr>
          <a:lstStyle/>
          <a:p>
            <a:pPr algn="ctr"/>
            <a:r>
              <a:rPr lang="en-GB" sz="5400" noProof="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Thank you! </a:t>
            </a:r>
            <a:endParaRPr lang="en-GB" sz="3200" i="1" noProof="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4" name="TextBox 3">
            <a:extLst>
              <a:ext uri="{FF2B5EF4-FFF2-40B4-BE49-F238E27FC236}">
                <a16:creationId xmlns:a16="http://schemas.microsoft.com/office/drawing/2014/main" id="{D03E57FC-9231-D22E-D87E-BDBBE118ECD6}"/>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38650859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929640" y="485113"/>
            <a:ext cx="10515600" cy="1531525"/>
          </a:xfrm>
        </p:spPr>
        <p:txBody>
          <a:bodyPr anchor="ct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Example Output: The S4 Dual-Gap, Recovered</a:t>
            </a:r>
          </a:p>
        </p:txBody>
      </p:sp>
      <p:pic>
        <p:nvPicPr>
          <p:cNvPr id="8" name="Picture 7">
            <a:extLst>
              <a:ext uri="{FF2B5EF4-FFF2-40B4-BE49-F238E27FC236}">
                <a16:creationId xmlns:a16="http://schemas.microsoft.com/office/drawing/2014/main" id="{E6EC81F9-7BD0-990E-148D-E2A35A33FFE6}"/>
              </a:ext>
            </a:extLst>
          </p:cNvPr>
          <p:cNvPicPr>
            <a:picLocks noChangeAspect="1"/>
          </p:cNvPicPr>
          <p:nvPr/>
        </p:nvPicPr>
        <p:blipFill>
          <a:blip r:embed="rId2"/>
          <a:stretch>
            <a:fillRect/>
          </a:stretch>
        </p:blipFill>
        <p:spPr>
          <a:xfrm>
            <a:off x="746760" y="2266950"/>
            <a:ext cx="5476889" cy="2847982"/>
          </a:xfrm>
          <a:prstGeom prst="rect">
            <a:avLst/>
          </a:prstGeom>
          <a:noFill/>
        </p:spPr>
      </p:pic>
      <p:sp>
        <p:nvSpPr>
          <p:cNvPr id="4" name="Content Placeholder 3"/>
          <p:cNvSpPr>
            <a:spLocks noGrp="1"/>
          </p:cNvSpPr>
          <p:nvPr>
            <p:ph sz="quarter" idx="11"/>
          </p:nvPr>
        </p:nvSpPr>
        <p:spPr>
          <a:xfrm>
            <a:off x="6309360" y="2153285"/>
            <a:ext cx="5135880" cy="3500438"/>
          </a:xfrm>
        </p:spPr>
        <p:txBody>
          <a:bodyPr>
            <a:normAutofit/>
          </a:bodyPr>
          <a:lstStyle/>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stream — recovered from static evidence (runtime-suppressed by a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LogLevel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::NONE no-op)</a:t>
            </a:r>
          </a:p>
          <a:p>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onStageEvent</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 recovered from the trace (a runtime connect(); no static call site exists)</a:t>
            </a:r>
          </a:p>
          <a:p>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Only the fused graph (C4/C5) surfaces both edges in one scenario-specific </a:t>
            </a:r>
            <a:r>
              <a:rPr lang="en-GB"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dirty="0">
                <a:latin typeface="Sans Serif Collection" panose="020B0502040504020204" pitchFamily="34" charset="0"/>
                <a:ea typeface="Sans Serif Collection" panose="020B0502040504020204" pitchFamily="34" charset="0"/>
                <a:cs typeface="Sans Serif Collection" panose="020B0502040504020204" pitchFamily="34" charset="0"/>
              </a:rPr>
              <a:t> v2 diagram — the concrete illustration of H1's headline finding.</a:t>
            </a:r>
          </a:p>
        </p:txBody>
      </p:sp>
      <p:sp>
        <p:nvSpPr>
          <p:cNvPr id="3" name="TextBox 2">
            <a:extLst>
              <a:ext uri="{FF2B5EF4-FFF2-40B4-BE49-F238E27FC236}">
                <a16:creationId xmlns:a16="http://schemas.microsoft.com/office/drawing/2014/main" id="{6D89BF6A-57E5-4980-0396-81737AAA91E0}"/>
              </a:ext>
            </a:extLst>
          </p:cNvPr>
          <p:cNvSpPr txBox="1"/>
          <p:nvPr/>
        </p:nvSpPr>
        <p:spPr>
          <a:xfrm>
            <a:off x="11014710" y="6534235"/>
            <a:ext cx="822960" cy="190821"/>
          </a:xfrm>
          <a:prstGeom prst="rect">
            <a:avLst/>
          </a:prstGeom>
          <a:noFill/>
        </p:spPr>
        <p:txBody>
          <a:bodyPr wrap="square" lIns="45720" tIns="18288" rIns="45720" bIns="18288" anchor="t">
            <a:spAutoFit/>
          </a:bodyPr>
          <a:lstStyle/>
          <a:p>
            <a:pPr algn="r"/>
            <a:r>
              <a:rPr lang="en-GB" sz="10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17</a:t>
            </a:r>
          </a:p>
        </p:txBody>
      </p:sp>
      <p:sp>
        <p:nvSpPr>
          <p:cNvPr id="5" name="TextBox 4">
            <a:extLst>
              <a:ext uri="{FF2B5EF4-FFF2-40B4-BE49-F238E27FC236}">
                <a16:creationId xmlns:a16="http://schemas.microsoft.com/office/drawing/2014/main" id="{25EDBF7A-49CD-3728-3616-9AE7DC3E734A}"/>
              </a:ext>
            </a:extLst>
          </p:cNvPr>
          <p:cNvSpPr txBox="1"/>
          <p:nvPr/>
        </p:nvSpPr>
        <p:spPr>
          <a:xfrm>
            <a:off x="428625" y="6541930"/>
            <a:ext cx="5625465" cy="175433"/>
          </a:xfrm>
          <a:prstGeom prst="rect">
            <a:avLst/>
          </a:prstGeom>
          <a:noFill/>
        </p:spPr>
        <p:txBody>
          <a:bodyPr wrap="square" lIns="45720" tIns="18288" rIns="45720" bIns="18288" anchor="t">
            <a:spAutoFit/>
          </a:bodyPr>
          <a:lstStyle/>
          <a:p>
            <a:r>
              <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Hybrid Static–Trace Interaction Model Synthesis  ·  Prathik Anand Krishnan  ·  </a:t>
            </a:r>
            <a:r>
              <a:rPr lang="en-GB" sz="900" b="0" i="0" noProof="0" dirty="0" err="1">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UvA</a:t>
            </a:r>
            <a:r>
              <a:rPr lang="en-GB" sz="90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rPr>
              <a:t> ·  TNO-ESI </a:t>
            </a:r>
            <a:endParaRPr lang="en-GB" sz="900" b="0" i="0" noProof="0" dirty="0">
              <a:solidFill>
                <a:srgbClr val="5A636E"/>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C858FDA-366B-E578-5154-44D49B8865A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C96F4F2-6B5A-7C37-1471-E3CA9D07707B}"/>
              </a:ext>
            </a:extLst>
          </p:cNvPr>
          <p:cNvSpPr>
            <a:spLocks noGrp="1"/>
          </p:cNvSpPr>
          <p:nvPr>
            <p:ph type="title"/>
          </p:nvPr>
        </p:nvSpPr>
        <p:spPr>
          <a:xfrm>
            <a:off x="497070" y="506016"/>
            <a:ext cx="10359659" cy="1325563"/>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Research Questions &amp; Goal</a:t>
            </a:r>
          </a:p>
        </p:txBody>
      </p:sp>
      <p:graphicFrame>
        <p:nvGraphicFramePr>
          <p:cNvPr id="2" name="Content Placeholder 1">
            <a:extLst>
              <a:ext uri="{FF2B5EF4-FFF2-40B4-BE49-F238E27FC236}">
                <a16:creationId xmlns:a16="http://schemas.microsoft.com/office/drawing/2014/main" id="{8318A29F-E75D-F722-EC05-BC9BA2A1E407}"/>
              </a:ext>
            </a:extLst>
          </p:cNvPr>
          <p:cNvGraphicFramePr>
            <a:graphicFrameLocks noGrp="1"/>
          </p:cNvGraphicFramePr>
          <p:nvPr>
            <p:ph sz="quarter" idx="10"/>
            <p:extLst>
              <p:ext uri="{D42A27DB-BD31-4B8C-83A1-F6EECF244321}">
                <p14:modId xmlns:p14="http://schemas.microsoft.com/office/powerpoint/2010/main" val="548800796"/>
              </p:ext>
            </p:extLst>
          </p:nvPr>
        </p:nvGraphicFramePr>
        <p:xfrm>
          <a:off x="1045685" y="1866402"/>
          <a:ext cx="9483365" cy="43634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72A0D7F7-63C4-ECF7-BA18-3CEC3ABC2D24}"/>
              </a:ext>
            </a:extLst>
          </p:cNvPr>
          <p:cNvSpPr txBox="1"/>
          <p:nvPr/>
        </p:nvSpPr>
        <p:spPr>
          <a:xfrm>
            <a:off x="598010" y="4048121"/>
            <a:ext cx="2820776" cy="1323439"/>
          </a:xfrm>
          <a:prstGeom prst="rect">
            <a:avLst/>
          </a:prstGeom>
          <a:noFill/>
        </p:spPr>
        <p:txBody>
          <a:bodyPr wrap="square" rtlCol="0">
            <a:spAutoFit/>
          </a:bodyPr>
          <a:lstStyle/>
          <a:p>
            <a:r>
              <a:rPr lang="en-IN" sz="1600" dirty="0"/>
              <a:t>RQ2: How can scenario-scoped querying of the static call graph restrict reconstruction to only scenario-relevant behaviour?</a:t>
            </a:r>
          </a:p>
          <a:p>
            <a:r>
              <a:rPr lang="en-IN" sz="1600" dirty="0"/>
              <a:t>Confirmed — H2</a:t>
            </a:r>
          </a:p>
        </p:txBody>
      </p:sp>
      <p:sp>
        <p:nvSpPr>
          <p:cNvPr id="7" name="TextBox 6">
            <a:extLst>
              <a:ext uri="{FF2B5EF4-FFF2-40B4-BE49-F238E27FC236}">
                <a16:creationId xmlns:a16="http://schemas.microsoft.com/office/drawing/2014/main" id="{59C28AF5-58FF-EA04-B351-3F510FD4990C}"/>
              </a:ext>
            </a:extLst>
          </p:cNvPr>
          <p:cNvSpPr txBox="1"/>
          <p:nvPr/>
        </p:nvSpPr>
        <p:spPr>
          <a:xfrm>
            <a:off x="7984135" y="3951327"/>
            <a:ext cx="3374179" cy="1323439"/>
          </a:xfrm>
          <a:prstGeom prst="rect">
            <a:avLst/>
          </a:prstGeom>
          <a:noFill/>
        </p:spPr>
        <p:txBody>
          <a:bodyPr wrap="square" rtlCol="0">
            <a:spAutoFit/>
          </a:bodyPr>
          <a:lstStyle/>
          <a:p>
            <a:r>
              <a:rPr lang="en-IN" sz="1600" dirty="0"/>
              <a:t>RQ1: How does combining static analysis and runtime traces improve accuracy and completeness of scenario-specific interaction model reconstruction? Confirmed — H1</a:t>
            </a:r>
          </a:p>
        </p:txBody>
      </p:sp>
      <p:sp>
        <p:nvSpPr>
          <p:cNvPr id="8" name="TextBox 7">
            <a:extLst>
              <a:ext uri="{FF2B5EF4-FFF2-40B4-BE49-F238E27FC236}">
                <a16:creationId xmlns:a16="http://schemas.microsoft.com/office/drawing/2014/main" id="{868FBA95-2DC4-ED78-82A3-74F9874EDFC3}"/>
              </a:ext>
            </a:extLst>
          </p:cNvPr>
          <p:cNvSpPr txBox="1"/>
          <p:nvPr/>
        </p:nvSpPr>
        <p:spPr>
          <a:xfrm>
            <a:off x="7984136" y="5274766"/>
            <a:ext cx="3529815" cy="1077218"/>
          </a:xfrm>
          <a:prstGeom prst="rect">
            <a:avLst/>
          </a:prstGeom>
          <a:noFill/>
        </p:spPr>
        <p:txBody>
          <a:bodyPr wrap="square" rtlCol="0">
            <a:spAutoFit/>
          </a:bodyPr>
          <a:lstStyle/>
          <a:p>
            <a:r>
              <a:rPr lang="en-IN" sz="1600" dirty="0"/>
              <a:t>RQ3:  Do reconstructed interaction models improve agent task performance on scenario comprehension, vs. source code alone? Confirmed — H3</a:t>
            </a:r>
          </a:p>
        </p:txBody>
      </p:sp>
      <p:sp>
        <p:nvSpPr>
          <p:cNvPr id="6" name="TextBox 5">
            <a:extLst>
              <a:ext uri="{FF2B5EF4-FFF2-40B4-BE49-F238E27FC236}">
                <a16:creationId xmlns:a16="http://schemas.microsoft.com/office/drawing/2014/main" id="{63CC3C84-A066-D458-6984-18AAC6FC15EF}"/>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2424580986"/>
      </p:ext>
    </p:extLst>
  </p:cSld>
  <p:clrMapOvr>
    <a:masterClrMapping/>
  </p:clrMapOvr>
  <p:extLst>
    <p:ext uri="{6950BFC3-D8DA-4A85-94F7-54DA5524770B}">
      <p188:commentRel xmlns:p188="http://schemas.microsoft.com/office/powerpoint/2018/8/main" r:id="rId3"/>
    </p:ext>
  </p:extLs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419100" y="1051559"/>
            <a:ext cx="11315701" cy="102728"/>
          </a:xfrm>
          <a:prstGeom prst="rect">
            <a:avLst/>
          </a:prstGeom>
          <a:solidFill>
            <a:schemeClr val="accent5">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00075" y="501830"/>
            <a:ext cx="10241280" cy="467820"/>
          </a:xfrm>
          <a:prstGeom prst="rect">
            <a:avLst/>
          </a:prstGeom>
          <a:noFill/>
        </p:spPr>
        <p:txBody>
          <a:bodyPr wrap="square" lIns="45720" tIns="18288" rIns="45720" bIns="18288" anchor="t">
            <a:spAutoFit/>
          </a:bodyPr>
          <a:lstStyle/>
          <a:p>
            <a:pPr algn="l"/>
            <a:r>
              <a:rPr lang="nl-NL" sz="2800" b="1" dirty="0" err="1">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Motivation</a:t>
            </a:r>
            <a:r>
              <a:rPr lang="nl-NL"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 </a:t>
            </a:r>
            <a:r>
              <a:rPr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Understanding </a:t>
            </a:r>
            <a:r>
              <a:rPr lang="nl-NL"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The </a:t>
            </a:r>
            <a:r>
              <a:rPr sz="2800" b="1" dirty="0" err="1">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Behaviour</a:t>
            </a:r>
            <a:endParaRPr sz="2800" b="1" dirty="0">
              <a:solidFill>
                <a:schemeClr val="tx1">
                  <a:lumMod val="75000"/>
                  <a:lumOff val="2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7" name="Rounded Rectangle 6"/>
          <p:cNvSpPr/>
          <p:nvPr/>
        </p:nvSpPr>
        <p:spPr>
          <a:xfrm>
            <a:off x="502920" y="1371600"/>
            <a:ext cx="5532120" cy="4480560"/>
          </a:xfrm>
          <a:prstGeom prst="roundRect">
            <a:avLst>
              <a:gd name="adj" fmla="val 4000"/>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0075" y="1554480"/>
            <a:ext cx="5305425" cy="2971070"/>
          </a:xfrm>
          <a:prstGeom prst="rect">
            <a:avLst/>
          </a:prstGeom>
          <a:noFill/>
        </p:spPr>
        <p:txBody>
          <a:bodyPr wrap="square" lIns="45720" tIns="18288" rIns="45720" bIns="18288" anchor="t">
            <a:spAutoFit/>
          </a:bodyPr>
          <a:lstStyle/>
          <a:p>
            <a:pPr algn="l">
              <a:spcAft>
                <a:spcPts val="600"/>
              </a:spcAft>
            </a:pPr>
            <a:r>
              <a:rPr sz="1400" b="1" i="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The setting</a:t>
            </a:r>
            <a:endParaRPr lang="nl-NL" sz="1400" b="1" i="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spcAft>
                <a:spcPts val="600"/>
              </a:spcAft>
            </a:pPr>
            <a:endParaRPr sz="1400" b="1" i="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gn="l">
              <a:spcAft>
                <a:spcPts val="8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Long-lived, safety-critical systems evolve continuously.</a:t>
            </a:r>
          </a:p>
          <a:p>
            <a:pPr algn="l">
              <a:spcAft>
                <a:spcPts val="8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Behaviour</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is captured by Interaction Models</a:t>
            </a:r>
            <a:r>
              <a:rPr lang="nl-NL" sz="140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ex: S</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cenario</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-specific sequence diagrams.</a:t>
            </a:r>
          </a:p>
          <a:p>
            <a:pPr algn="l">
              <a:spcAft>
                <a:spcPts val="8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In practice these diagrams drift with the code and become unreliable.</a:t>
            </a:r>
          </a:p>
          <a:p>
            <a:pPr algn="l">
              <a:spcAft>
                <a:spcPts val="8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Engineers must reconstruct </a:t>
            </a:r>
            <a:r>
              <a:rPr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behaviour</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by hand</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slow, error-prone</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nl-NL"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and</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expertise-dependent.</a:t>
            </a:r>
          </a:p>
          <a:p>
            <a:pPr algn="l"/>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Event-driven systems make this worse: async callbacks and pub/sub.</a:t>
            </a:r>
          </a:p>
        </p:txBody>
      </p:sp>
      <p:sp>
        <p:nvSpPr>
          <p:cNvPr id="9" name="Rounded Rectangle 8"/>
          <p:cNvSpPr/>
          <p:nvPr/>
        </p:nvSpPr>
        <p:spPr>
          <a:xfrm>
            <a:off x="6217920" y="1371600"/>
            <a:ext cx="5440680" cy="4480560"/>
          </a:xfrm>
          <a:prstGeom prst="roundRect">
            <a:avLst>
              <a:gd name="adj" fmla="val 4000"/>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572768"/>
            <a:ext cx="4937760" cy="252377"/>
          </a:xfrm>
          <a:prstGeom prst="rect">
            <a:avLst/>
          </a:prstGeom>
          <a:noFill/>
        </p:spPr>
        <p:txBody>
          <a:bodyPr wrap="square" lIns="45720" tIns="18288" rIns="45720" bIns="18288" anchor="t">
            <a:spAutoFit/>
          </a:bodyPr>
          <a:lstStyle/>
          <a:p>
            <a:pPr algn="l"/>
            <a:r>
              <a:rPr sz="1400" b="1" i="0" dirty="0">
                <a:solidFill>
                  <a:srgbClr val="151F14"/>
                </a:solidFill>
                <a:latin typeface="Sans Serif Collection" panose="020B0502040504020204" pitchFamily="34" charset="0"/>
                <a:ea typeface="Sans Serif Collection" panose="020B0502040504020204" pitchFamily="34" charset="0"/>
                <a:cs typeface="Sans Serif Collection" panose="020B0502040504020204" pitchFamily="34" charset="0"/>
              </a:rPr>
              <a:t>A REAL DEFECT THIS WOULD HAVE CAUGHT</a:t>
            </a:r>
          </a:p>
        </p:txBody>
      </p:sp>
      <p:sp>
        <p:nvSpPr>
          <p:cNvPr id="11" name="TextBox 10"/>
          <p:cNvSpPr txBox="1"/>
          <p:nvPr/>
        </p:nvSpPr>
        <p:spPr>
          <a:xfrm>
            <a:off x="6492240" y="2211705"/>
            <a:ext cx="5099684" cy="2145203"/>
          </a:xfrm>
          <a:prstGeom prst="rect">
            <a:avLst/>
          </a:prstGeom>
          <a:noFill/>
        </p:spPr>
        <p:txBody>
          <a:bodyPr wrap="square" lIns="45720" tIns="18288" rIns="45720" bIns="18288" anchor="t">
            <a:spAutoFit/>
          </a:bodyPr>
          <a:lstStyle/>
          <a:p>
            <a:pPr algn="l">
              <a:spcAft>
                <a:spcPts val="10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 stale proxy object was never </a:t>
            </a:r>
            <a:r>
              <a:rPr lang="nl-NL" sz="1400" b="0" i="0" dirty="0" err="1">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released</a:t>
            </a:r>
            <a:r>
              <a:rPr lang="nl-NL"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a:t>
            </a: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reset call was missing from the connection-handling code.</a:t>
            </a:r>
          </a:p>
          <a:p>
            <a:pPr algn="l">
              <a:spcAft>
                <a:spcPts val="10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After a service restart, the system silently stopped delivering change-notification events.</a:t>
            </a:r>
          </a:p>
          <a:p>
            <a:pPr algn="l">
              <a:spcAft>
                <a:spcPts val="1000"/>
              </a:spcAft>
            </a:pPr>
            <a:r>
              <a:rPr sz="1400" b="0" i="0" dirty="0">
                <a:solidFill>
                  <a:srgbClr val="222A33"/>
                </a:solidFill>
                <a:latin typeface="Sans Serif Collection" panose="020B0502040504020204" pitchFamily="34" charset="0"/>
                <a:ea typeface="Sans Serif Collection" panose="020B0502040504020204" pitchFamily="34" charset="0"/>
                <a:cs typeface="Sans Serif Collection" panose="020B0502040504020204" pitchFamily="34" charset="0"/>
              </a:rPr>
              <a:t>•  The fault was visible only by following an implicit chain of events that no interaction model showed.</a:t>
            </a:r>
          </a:p>
          <a:p>
            <a:pPr algn="l"/>
            <a:r>
              <a:rPr sz="1400" b="1" i="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  Diagnosing it meant manually re</a:t>
            </a:r>
            <a:r>
              <a:rPr lang="nl-NL" sz="1400" b="1" i="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a:t>
            </a:r>
            <a:r>
              <a:rPr sz="1400" b="1" i="0" dirty="0">
                <a:solidFill>
                  <a:srgbClr val="0B2B45"/>
                </a:solidFill>
                <a:latin typeface="Sans Serif Collection" panose="020B0502040504020204" pitchFamily="34" charset="0"/>
                <a:ea typeface="Sans Serif Collection" panose="020B0502040504020204" pitchFamily="34" charset="0"/>
                <a:cs typeface="Sans Serif Collection" panose="020B0502040504020204" pitchFamily="34" charset="0"/>
              </a:rPr>
              <a:t>constructing exactly the kind of model this thesis automates.</a:t>
            </a:r>
          </a:p>
        </p:txBody>
      </p:sp>
      <p:sp>
        <p:nvSpPr>
          <p:cNvPr id="12" name="TextBox 11"/>
          <p:cNvSpPr txBox="1"/>
          <p:nvPr/>
        </p:nvSpPr>
        <p:spPr>
          <a:xfrm>
            <a:off x="365760" y="6446520"/>
            <a:ext cx="8229600" cy="320040"/>
          </a:xfrm>
          <a:prstGeom prst="rect">
            <a:avLst/>
          </a:prstGeom>
          <a:noFill/>
        </p:spPr>
        <p:txBody>
          <a:bodyPr wrap="square" lIns="45720" tIns="18288" rIns="45720" bIns="18288" anchor="t">
            <a:spAutoFit/>
          </a:bodyPr>
          <a:lstStyle/>
          <a:p>
            <a:pPr algn="l"/>
            <a:r>
              <a:rPr sz="900" b="0" i="0">
                <a:solidFill>
                  <a:srgbClr val="5A636E"/>
                </a:solidFill>
                <a:latin typeface="Calibri"/>
              </a:rPr>
              <a:t>Hybrid Static–Trace Interaction Model Synthesis  ·  Prathik Anand Krishnan  ·  TNO-ESI / UvA</a:t>
            </a:r>
          </a:p>
        </p:txBody>
      </p:sp>
      <p:sp>
        <p:nvSpPr>
          <p:cNvPr id="13" name="TextBox 12"/>
          <p:cNvSpPr txBox="1"/>
          <p:nvPr/>
        </p:nvSpPr>
        <p:spPr>
          <a:xfrm>
            <a:off x="11155680" y="6446520"/>
            <a:ext cx="822960" cy="320040"/>
          </a:xfrm>
          <a:prstGeom prst="rect">
            <a:avLst/>
          </a:prstGeom>
          <a:noFill/>
        </p:spPr>
        <p:txBody>
          <a:bodyPr wrap="square" lIns="45720" tIns="18288" rIns="45720" bIns="18288" anchor="t">
            <a:spAutoFit/>
          </a:bodyPr>
          <a:lstStyle/>
          <a:p>
            <a:pPr algn="r"/>
            <a:r>
              <a:rPr sz="1000" b="0" i="0">
                <a:solidFill>
                  <a:srgbClr val="5A636E"/>
                </a:solidFill>
                <a:latin typeface="Calibri"/>
              </a:rPr>
              <a:t>3</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06F3F5D-1682-D458-C803-106301BA8B67}"/>
              </a:ext>
            </a:extLst>
          </p:cNvPr>
          <p:cNvSpPr>
            <a:spLocks noGrp="1"/>
          </p:cNvSpPr>
          <p:nvPr>
            <p:ph type="title"/>
          </p:nvPr>
        </p:nvSpPr>
        <p:spPr>
          <a:xfrm>
            <a:off x="899160" y="65532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Recap: Original 5-Stage Methodology</a:t>
            </a:r>
          </a:p>
        </p:txBody>
      </p:sp>
      <p:sp>
        <p:nvSpPr>
          <p:cNvPr id="16" name="Content Placeholder 2">
            <a:extLst>
              <a:ext uri="{FF2B5EF4-FFF2-40B4-BE49-F238E27FC236}">
                <a16:creationId xmlns:a16="http://schemas.microsoft.com/office/drawing/2014/main" id="{1445DE22-E1B4-6806-2536-86B3ECD5D16B}"/>
              </a:ext>
            </a:extLst>
          </p:cNvPr>
          <p:cNvSpPr>
            <a:spLocks noGrp="1"/>
          </p:cNvSpPr>
          <p:nvPr>
            <p:ph sz="quarter" idx="10"/>
          </p:nvPr>
        </p:nvSpPr>
        <p:spPr>
          <a:xfrm>
            <a:off x="899160" y="1665962"/>
            <a:ext cx="10662363" cy="4475758"/>
          </a:xfrm>
        </p:spPr>
        <p:txBody>
          <a:bodyPr>
            <a:normAutofit/>
          </a:bodyPr>
          <a:lstStyle/>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solidFill>
                  <a:schemeClr val="accent4"/>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 Definition → Static Analysis → Runtime Trace Collection → Hybrid Reconstruction → </a:t>
            </a:r>
            <a:r>
              <a:rPr lang="en-GB" b="1" noProof="0" dirty="0" err="1">
                <a:solidFill>
                  <a:schemeClr val="accent4"/>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b="1" noProof="0" dirty="0">
                <a:solidFill>
                  <a:schemeClr val="accent4"/>
                </a:solidFill>
                <a:latin typeface="Sans Serif Collection" panose="020B0502040504020204" pitchFamily="34" charset="0"/>
                <a:ea typeface="Sans Serif Collection" panose="020B0502040504020204" pitchFamily="34" charset="0"/>
                <a:cs typeface="Sans Serif Collection" panose="020B0502040504020204" pitchFamily="34" charset="0"/>
              </a:rPr>
              <a:t> v2 Interaction Diagram</a:t>
            </a: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Planned milestone by mid-semester:</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Complete static analysis (Weeks 4–7) and begin trace collection &amp; mapping (Weeks 7–10)</a:t>
            </a: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Actual position today:</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Static analysis complete + </a:t>
            </a:r>
            <a:r>
              <a:rPr lang="en-GB"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v2 output partially achieved ahead of schedule. </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 collection in active progress.</a:t>
            </a:r>
          </a:p>
        </p:txBody>
      </p:sp>
      <p:sp>
        <p:nvSpPr>
          <p:cNvPr id="4" name="Slide Number Placeholder 3" hidden="1">
            <a:extLst>
              <a:ext uri="{FF2B5EF4-FFF2-40B4-BE49-F238E27FC236}">
                <a16:creationId xmlns:a16="http://schemas.microsoft.com/office/drawing/2014/main" id="{E4C4EB1B-2B25-68CB-53B8-5CAED68F0766}"/>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41</a:t>
            </a:fld>
            <a:endParaRPr lang="en-GB" sz="300" noProof="0" dirty="0"/>
          </a:p>
        </p:txBody>
      </p:sp>
      <p:sp>
        <p:nvSpPr>
          <p:cNvPr id="2" name="TextBox 1">
            <a:extLst>
              <a:ext uri="{FF2B5EF4-FFF2-40B4-BE49-F238E27FC236}">
                <a16:creationId xmlns:a16="http://schemas.microsoft.com/office/drawing/2014/main" id="{19ADC264-2B7A-AFEF-EBD9-B8E7CEB82BB6}"/>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3861186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3882381-4F4F-82F0-2048-D44B3318155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71DCD3B-FE7B-B0EA-CB56-E6D8811BA538}"/>
              </a:ext>
            </a:extLst>
          </p:cNvPr>
          <p:cNvSpPr>
            <a:spLocks noGrp="1"/>
          </p:cNvSpPr>
          <p:nvPr>
            <p:ph type="title"/>
          </p:nvPr>
        </p:nvSpPr>
        <p:spPr>
          <a:xfrm>
            <a:off x="899160" y="65532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Progress Against Original Timeline</a:t>
            </a:r>
          </a:p>
        </p:txBody>
      </p:sp>
      <p:sp>
        <p:nvSpPr>
          <p:cNvPr id="16" name="Content Placeholder 2">
            <a:extLst>
              <a:ext uri="{FF2B5EF4-FFF2-40B4-BE49-F238E27FC236}">
                <a16:creationId xmlns:a16="http://schemas.microsoft.com/office/drawing/2014/main" id="{3DD58E81-FD46-DD92-6E9D-40DFE8AB1657}"/>
              </a:ext>
            </a:extLst>
          </p:cNvPr>
          <p:cNvSpPr>
            <a:spLocks noGrp="1"/>
          </p:cNvSpPr>
          <p:nvPr>
            <p:ph sz="quarter" idx="10"/>
          </p:nvPr>
        </p:nvSpPr>
        <p:spPr>
          <a:xfrm>
            <a:off x="899160" y="1665962"/>
            <a:ext cx="10662363" cy="4475758"/>
          </a:xfrm>
        </p:spPr>
        <p:txBody>
          <a:bodyPr>
            <a:normAutofit/>
          </a:bodyPr>
          <a:lstStyle/>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 Literature &amp; Scoping -- Done</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4–7: Static Analysis -- Done (evolved)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7–10: Trace Collection &amp; Mapping -- In progress</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10–13: Hybrid Reconstruction -- Not started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13–17: Modelling &amp; Evaluation -- Partially ahead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17–21: Writing -- Planned</a:t>
            </a: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Overall: On track. One significant architectural evolution in the static analysis approach.</a:t>
            </a:r>
          </a:p>
        </p:txBody>
      </p:sp>
      <p:sp>
        <p:nvSpPr>
          <p:cNvPr id="4" name="Slide Number Placeholder 3" hidden="1">
            <a:extLst>
              <a:ext uri="{FF2B5EF4-FFF2-40B4-BE49-F238E27FC236}">
                <a16:creationId xmlns:a16="http://schemas.microsoft.com/office/drawing/2014/main" id="{579F5A82-2194-5E79-91B3-F04EB71A6E0E}"/>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42</a:t>
            </a:fld>
            <a:endParaRPr lang="en-GB" sz="300" noProof="0" dirty="0"/>
          </a:p>
        </p:txBody>
      </p:sp>
      <p:sp>
        <p:nvSpPr>
          <p:cNvPr id="2" name="TextBox 1">
            <a:extLst>
              <a:ext uri="{FF2B5EF4-FFF2-40B4-BE49-F238E27FC236}">
                <a16:creationId xmlns:a16="http://schemas.microsoft.com/office/drawing/2014/main" id="{D68AB90D-371D-680F-7352-86EC9DF88C3E}"/>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40214884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C3F0ED-B3C8-B9C0-2F50-AC77498E81B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860ADC2-31A7-0A21-6925-8755E0D00DAA}"/>
              </a:ext>
            </a:extLst>
          </p:cNvPr>
          <p:cNvSpPr>
            <a:spLocks noGrp="1"/>
          </p:cNvSpPr>
          <p:nvPr>
            <p:ph type="title"/>
          </p:nvPr>
        </p:nvSpPr>
        <p:spPr>
          <a:xfrm>
            <a:off x="899160" y="655320"/>
            <a:ext cx="10812676" cy="1010642"/>
          </a:xfrm>
        </p:spPr>
        <p:txBody>
          <a:bodyPr anchor="ctr">
            <a:normAutofit/>
          </a:bodyPr>
          <a:lstStyle/>
          <a:p>
            <a:r>
              <a:rPr lang="en-GB" sz="36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What Changed: The Static Analysis Layer Evolved</a:t>
            </a:r>
          </a:p>
        </p:txBody>
      </p:sp>
      <p:sp>
        <p:nvSpPr>
          <p:cNvPr id="16" name="Content Placeholder 2">
            <a:extLst>
              <a:ext uri="{FF2B5EF4-FFF2-40B4-BE49-F238E27FC236}">
                <a16:creationId xmlns:a16="http://schemas.microsoft.com/office/drawing/2014/main" id="{C66F6BB6-1956-11F1-2A63-463DAEC4C019}"/>
              </a:ext>
            </a:extLst>
          </p:cNvPr>
          <p:cNvSpPr>
            <a:spLocks noGrp="1"/>
          </p:cNvSpPr>
          <p:nvPr>
            <p:ph sz="quarter" idx="10"/>
          </p:nvPr>
        </p:nvSpPr>
        <p:spPr>
          <a:xfrm>
            <a:off x="780789" y="1373060"/>
            <a:ext cx="10662363" cy="5010487"/>
          </a:xfrm>
        </p:spPr>
        <p:txBody>
          <a:bodyPr>
            <a:normAutofit fontScale="92500" lnSpcReduction="20000"/>
          </a:bodyPr>
          <a:lstStyle/>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Originally proposed: </a:t>
            </a: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Scenario-specific dependency-based code slicing directly on C++ source</a:t>
            </a:r>
          </a:p>
          <a:p>
            <a:endParaRPr lang="en-GB" sz="900"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What was built instead:</a:t>
            </a: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lnSpc>
                <a:spcPct val="110000"/>
              </a:lnSpc>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The graph representation directly addresses RQ2 ("What intermediate property graph can integrate static call graphs and runtime events?") - it is the unified IR (Neo4j Property Graph) that both static slices and runtime trace events will be merged into. The agent skill layer also makes the pipeline query-able without hardcoding scenario-specific logic.</a:t>
            </a:r>
          </a:p>
        </p:txBody>
      </p:sp>
      <p:sp>
        <p:nvSpPr>
          <p:cNvPr id="4" name="Slide Number Placeholder 3" hidden="1">
            <a:extLst>
              <a:ext uri="{FF2B5EF4-FFF2-40B4-BE49-F238E27FC236}">
                <a16:creationId xmlns:a16="http://schemas.microsoft.com/office/drawing/2014/main" id="{CE8942C9-5D98-B897-A28B-57A78EEDAA99}"/>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43</a:t>
            </a:fld>
            <a:endParaRPr lang="en-GB" sz="300" noProof="0" dirty="0"/>
          </a:p>
        </p:txBody>
      </p:sp>
      <p:graphicFrame>
        <p:nvGraphicFramePr>
          <p:cNvPr id="5" name="Diagram 4">
            <a:extLst>
              <a:ext uri="{FF2B5EF4-FFF2-40B4-BE49-F238E27FC236}">
                <a16:creationId xmlns:a16="http://schemas.microsoft.com/office/drawing/2014/main" id="{422F13A0-055C-C0D6-D800-750F37B01D59}"/>
              </a:ext>
            </a:extLst>
          </p:cNvPr>
          <p:cNvGraphicFramePr/>
          <p:nvPr>
            <p:extLst>
              <p:ext uri="{D42A27DB-BD31-4B8C-83A1-F6EECF244321}">
                <p14:modId xmlns:p14="http://schemas.microsoft.com/office/powerpoint/2010/main" val="3968101522"/>
              </p:ext>
            </p:extLst>
          </p:nvPr>
        </p:nvGraphicFramePr>
        <p:xfrm>
          <a:off x="748848" y="2537145"/>
          <a:ext cx="10812676" cy="25233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C590F411-9C7E-E474-7238-B3BFF049A141}"/>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19473113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AD6A172-E7FC-806E-4794-D7BDEFA5093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CF249AF-0972-1AE7-0D91-7C1165EC4D2F}"/>
              </a:ext>
            </a:extLst>
          </p:cNvPr>
          <p:cNvSpPr>
            <a:spLocks noGrp="1"/>
          </p:cNvSpPr>
          <p:nvPr>
            <p:ph type="title"/>
          </p:nvPr>
        </p:nvSpPr>
        <p:spPr>
          <a:xfrm>
            <a:off x="899160" y="655320"/>
            <a:ext cx="10812676" cy="1010642"/>
          </a:xfrm>
        </p:spPr>
        <p:txBody>
          <a:bodyPr anchor="ct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Progress Against Original Timeline</a:t>
            </a:r>
          </a:p>
        </p:txBody>
      </p:sp>
      <p:sp>
        <p:nvSpPr>
          <p:cNvPr id="16" name="Content Placeholder 2">
            <a:extLst>
              <a:ext uri="{FF2B5EF4-FFF2-40B4-BE49-F238E27FC236}">
                <a16:creationId xmlns:a16="http://schemas.microsoft.com/office/drawing/2014/main" id="{C349D8F0-71DE-E5A3-81DF-1538F35A28F0}"/>
              </a:ext>
            </a:extLst>
          </p:cNvPr>
          <p:cNvSpPr>
            <a:spLocks noGrp="1"/>
          </p:cNvSpPr>
          <p:nvPr>
            <p:ph sz="quarter" idx="10"/>
          </p:nvPr>
        </p:nvSpPr>
        <p:spPr>
          <a:xfrm>
            <a:off x="899160" y="1665962"/>
            <a:ext cx="10662363" cy="4475758"/>
          </a:xfrm>
        </p:spPr>
        <p:txBody>
          <a:bodyPr>
            <a:normAutofit/>
          </a:bodyPr>
          <a:lstStyle/>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 Literature &amp; Scoping -- Done</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4–7: Static Analysis -- Done (evolved)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7–10: Trace Collection &amp; Mapping -- In progress</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10–13: Hybrid Reconstruction -- Not started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13–17: Modelling &amp; Evaluation -- Partially ahead</a:t>
            </a:r>
          </a:p>
          <a:p>
            <a:pPr marL="285750" indent="-285750">
              <a:buFont typeface="Arial" panose="020B0604020202020204" pitchFamily="34" charset="0"/>
              <a:buChar char="•"/>
            </a:pPr>
            <a:r>
              <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17–21: Writing -- Planned</a:t>
            </a:r>
          </a:p>
          <a:p>
            <a:endParaRPr lang="en-GB" noProof="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GB" b="1" noProof="0" dirty="0">
                <a:latin typeface="Sans Serif Collection" panose="020B0502040504020204" pitchFamily="34" charset="0"/>
                <a:ea typeface="Sans Serif Collection" panose="020B0502040504020204" pitchFamily="34" charset="0"/>
                <a:cs typeface="Sans Serif Collection" panose="020B0502040504020204" pitchFamily="34" charset="0"/>
              </a:rPr>
              <a:t>Overall: On track. One significant architectural evolution in the static analysis approach.</a:t>
            </a:r>
          </a:p>
        </p:txBody>
      </p:sp>
      <p:sp>
        <p:nvSpPr>
          <p:cNvPr id="4" name="Slide Number Placeholder 3" hidden="1">
            <a:extLst>
              <a:ext uri="{FF2B5EF4-FFF2-40B4-BE49-F238E27FC236}">
                <a16:creationId xmlns:a16="http://schemas.microsoft.com/office/drawing/2014/main" id="{D88D29D8-7286-4204-05F7-9CF7B9B47EAE}"/>
              </a:ext>
            </a:extLst>
          </p:cNvPr>
          <p:cNvSpPr>
            <a:spLocks noGrp="1"/>
          </p:cNvSpPr>
          <p:nvPr>
            <p:ph type="sldNum" sz="quarter" idx="4294967295"/>
          </p:nvPr>
        </p:nvSpPr>
        <p:spPr>
          <a:xfrm>
            <a:off x="8534400" y="6121252"/>
            <a:ext cx="2743200" cy="365125"/>
          </a:xfrm>
        </p:spPr>
        <p:txBody>
          <a:bodyPr anchor="ctr">
            <a:normAutofit/>
          </a:bodyPr>
          <a:lstStyle/>
          <a:p>
            <a:pPr>
              <a:lnSpc>
                <a:spcPct val="90000"/>
              </a:lnSpc>
              <a:spcAft>
                <a:spcPts val="600"/>
              </a:spcAft>
            </a:pPr>
            <a:fld id="{B5CEABB6-07DC-46E8-9B57-56EC44A396E5}" type="slidenum">
              <a:rPr lang="en-GB" sz="300" noProof="0" smtClean="0"/>
              <a:pPr>
                <a:lnSpc>
                  <a:spcPct val="90000"/>
                </a:lnSpc>
                <a:spcAft>
                  <a:spcPts val="600"/>
                </a:spcAft>
              </a:pPr>
              <a:t>44</a:t>
            </a:fld>
            <a:endParaRPr lang="en-GB" sz="300" noProof="0" dirty="0"/>
          </a:p>
        </p:txBody>
      </p:sp>
      <p:sp>
        <p:nvSpPr>
          <p:cNvPr id="2" name="TextBox 1">
            <a:extLst>
              <a:ext uri="{FF2B5EF4-FFF2-40B4-BE49-F238E27FC236}">
                <a16:creationId xmlns:a16="http://schemas.microsoft.com/office/drawing/2014/main" id="{64D7FD2E-AF73-69A6-413E-C975DA074554}"/>
              </a:ext>
            </a:extLst>
          </p:cNvPr>
          <p:cNvSpPr txBox="1"/>
          <p:nvPr/>
        </p:nvSpPr>
        <p:spPr>
          <a:xfrm>
            <a:off x="356235" y="6475095"/>
            <a:ext cx="8229600" cy="320040"/>
          </a:xfrm>
          <a:prstGeom prst="rect">
            <a:avLst/>
          </a:prstGeom>
          <a:noFill/>
        </p:spPr>
        <p:txBody>
          <a:bodyPr wrap="square" lIns="45720" tIns="18288" rIns="45720" bIns="18288" anchor="t">
            <a:spAutoFit/>
          </a:bodyPr>
          <a:lstStyle/>
          <a:p>
            <a:pPr algn="l"/>
            <a:r>
              <a:rPr lang="en-GB" sz="900" b="0" i="0" noProof="0" dirty="0">
                <a:solidFill>
                  <a:srgbClr val="5A636E"/>
                </a:solidFill>
                <a:latin typeface="Calibri"/>
              </a:rPr>
              <a:t>Hybrid Static–Trace Interaction Model Synthesis  ·  Prathik Anand Krishnan  ·  TNO-ESI / </a:t>
            </a:r>
            <a:r>
              <a:rPr lang="en-GB" sz="900" b="0" i="0" noProof="0" dirty="0" err="1">
                <a:solidFill>
                  <a:srgbClr val="5A636E"/>
                </a:solidFill>
                <a:latin typeface="Calibri"/>
              </a:rPr>
              <a:t>UvA</a:t>
            </a:r>
            <a:endParaRPr lang="en-GB" sz="900" b="0" i="0" noProof="0" dirty="0">
              <a:solidFill>
                <a:srgbClr val="5A636E"/>
              </a:solidFill>
              <a:latin typeface="Calibri"/>
            </a:endParaRPr>
          </a:p>
        </p:txBody>
      </p:sp>
    </p:spTree>
    <p:extLst>
      <p:ext uri="{BB962C8B-B14F-4D97-AF65-F5344CB8AC3E}">
        <p14:creationId xmlns:p14="http://schemas.microsoft.com/office/powerpoint/2010/main" val="8332243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9432263-9105-2C3C-E1DE-C8DE23A416A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4EF7C2-0A83-AEB6-A684-B69E839F2A96}"/>
              </a:ext>
            </a:extLst>
          </p:cNvPr>
          <p:cNvSpPr>
            <a:spLocks noGrp="1"/>
          </p:cNvSpPr>
          <p:nvPr>
            <p:ph type="title"/>
          </p:nvPr>
        </p:nvSpPr>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Evaluation &amp; Expected Outcomes</a:t>
            </a:r>
          </a:p>
        </p:txBody>
      </p:sp>
      <p:sp>
        <p:nvSpPr>
          <p:cNvPr id="4" name="Slide Number Placeholder 3">
            <a:extLst>
              <a:ext uri="{FF2B5EF4-FFF2-40B4-BE49-F238E27FC236}">
                <a16:creationId xmlns:a16="http://schemas.microsoft.com/office/drawing/2014/main" id="{CF516A9F-E954-9B54-5B63-FC9AC8251B42}"/>
              </a:ext>
            </a:extLst>
          </p:cNvPr>
          <p:cNvSpPr>
            <a:spLocks noGrp="1"/>
          </p:cNvSpPr>
          <p:nvPr>
            <p:ph type="sldNum" sz="quarter" idx="4"/>
          </p:nvPr>
        </p:nvSpPr>
        <p:spPr/>
        <p:txBody>
          <a:bodyPr/>
          <a:lstStyle/>
          <a:p>
            <a:fld id="{B5CEABB6-07DC-46E8-9B57-56EC44A396E5}" type="slidenum">
              <a:rPr lang="en-GB" noProof="0" smtClean="0"/>
              <a:pPr/>
              <a:t>45</a:t>
            </a:fld>
            <a:endParaRPr lang="en-GB" noProof="0" dirty="0"/>
          </a:p>
        </p:txBody>
      </p:sp>
      <p:graphicFrame>
        <p:nvGraphicFramePr>
          <p:cNvPr id="3" name="Table 11">
            <a:extLst>
              <a:ext uri="{FF2B5EF4-FFF2-40B4-BE49-F238E27FC236}">
                <a16:creationId xmlns:a16="http://schemas.microsoft.com/office/drawing/2014/main" id="{618F5EC6-9237-BD09-C34B-6AF719222C85}"/>
              </a:ext>
            </a:extLst>
          </p:cNvPr>
          <p:cNvGraphicFramePr>
            <a:graphicFrameLocks/>
          </p:cNvGraphicFramePr>
          <p:nvPr>
            <p:extLst>
              <p:ext uri="{D42A27DB-BD31-4B8C-83A1-F6EECF244321}">
                <p14:modId xmlns:p14="http://schemas.microsoft.com/office/powerpoint/2010/main" val="2725888204"/>
              </p:ext>
            </p:extLst>
          </p:nvPr>
        </p:nvGraphicFramePr>
        <p:xfrm>
          <a:off x="849497" y="2186073"/>
          <a:ext cx="10493001" cy="1957954"/>
        </p:xfrm>
        <a:graphic>
          <a:graphicData uri="http://schemas.openxmlformats.org/drawingml/2006/table">
            <a:tbl>
              <a:tblPr firstRow="1" bandRow="1">
                <a:tableStyleId>{5FD0F851-EC5A-4D38-B0AD-8093EC10F338}</a:tableStyleId>
              </a:tblPr>
              <a:tblGrid>
                <a:gridCol w="3417349">
                  <a:extLst>
                    <a:ext uri="{9D8B030D-6E8A-4147-A177-3AD203B41FA5}">
                      <a16:colId xmlns:a16="http://schemas.microsoft.com/office/drawing/2014/main" val="3233966979"/>
                    </a:ext>
                  </a:extLst>
                </a:gridCol>
                <a:gridCol w="3316134">
                  <a:extLst>
                    <a:ext uri="{9D8B030D-6E8A-4147-A177-3AD203B41FA5}">
                      <a16:colId xmlns:a16="http://schemas.microsoft.com/office/drawing/2014/main" val="1427916659"/>
                    </a:ext>
                  </a:extLst>
                </a:gridCol>
                <a:gridCol w="3759518">
                  <a:extLst>
                    <a:ext uri="{9D8B030D-6E8A-4147-A177-3AD203B41FA5}">
                      <a16:colId xmlns:a16="http://schemas.microsoft.com/office/drawing/2014/main" val="1158840958"/>
                    </a:ext>
                  </a:extLst>
                </a:gridCol>
              </a:tblGrid>
              <a:tr h="4365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Trace-Only Approach </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Static-Only Approach </a:t>
                      </a:r>
                    </a:p>
                  </a:txBody>
                  <a:tcPr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Hybrid Approach</a:t>
                      </a:r>
                    </a:p>
                  </a:txBody>
                  <a:tcPr marL="95186" marR="95186" marT="47593" marB="47593" anchor="ct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13590700"/>
                  </a:ext>
                </a:extLst>
              </a:tr>
              <a:tr h="760689">
                <a:tc>
                  <a:txBody>
                    <a:bodyPr/>
                    <a:lstStyle/>
                    <a:p>
                      <a:pPr marL="0" algn="ctr" defTabSz="914400" rtl="0" eaLnBrk="1" latinLnBrk="0" hangingPunct="1"/>
                      <a:r>
                        <a:rPr lang="en-GB" sz="2000" kern="1200" noProof="0" dirty="0">
                          <a:solidFill>
                            <a:schemeClr val="tx1">
                              <a:lumMod val="65000"/>
                              <a:lumOff val="35000"/>
                            </a:schemeClr>
                          </a:solidFill>
                          <a:latin typeface="+mn-lt"/>
                          <a:ea typeface="+mn-ea"/>
                          <a:cs typeface="+mn-cs"/>
                        </a:rPr>
                        <a:t>Interaction Diagram</a:t>
                      </a:r>
                    </a:p>
                    <a:p>
                      <a:pPr marL="0" algn="ctr" defTabSz="914400" rtl="0" eaLnBrk="1" latinLnBrk="0" hangingPunct="1"/>
                      <a:r>
                        <a:rPr lang="en-GB" sz="2000" kern="1200" noProof="0" dirty="0">
                          <a:solidFill>
                            <a:schemeClr val="tx1">
                              <a:lumMod val="65000"/>
                              <a:lumOff val="35000"/>
                            </a:schemeClr>
                          </a:solidFill>
                          <a:latin typeface="+mn-lt"/>
                          <a:ea typeface="+mn-ea"/>
                          <a:cs typeface="+mn-cs"/>
                        </a:rPr>
                        <a:t>(from traces alone)</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GB" sz="2000" kern="1200" noProof="0" dirty="0">
                          <a:solidFill>
                            <a:schemeClr val="tx1">
                              <a:lumMod val="65000"/>
                              <a:lumOff val="35000"/>
                            </a:schemeClr>
                          </a:solidFill>
                          <a:latin typeface="+mn-lt"/>
                          <a:ea typeface="+mn-ea"/>
                          <a:cs typeface="+mn-cs"/>
                        </a:rPr>
                        <a:t>Interaction Diagram</a:t>
                      </a:r>
                    </a:p>
                    <a:p>
                      <a:pPr marL="0" algn="ctr" defTabSz="914400" rtl="0" eaLnBrk="1" latinLnBrk="0" hangingPunct="1"/>
                      <a:r>
                        <a:rPr lang="en-GB" sz="2000" kern="1200" noProof="0" dirty="0">
                          <a:solidFill>
                            <a:schemeClr val="tx1">
                              <a:lumMod val="65000"/>
                              <a:lumOff val="35000"/>
                            </a:schemeClr>
                          </a:solidFill>
                          <a:latin typeface="+mn-lt"/>
                          <a:ea typeface="+mn-ea"/>
                          <a:cs typeface="+mn-cs"/>
                        </a:rPr>
                        <a:t>(from static code alone)</a:t>
                      </a:r>
                    </a:p>
                  </a:txBody>
                  <a:tcPr anchor="ctr">
                    <a:lnL>
                      <a:noFill/>
                    </a:lnL>
                    <a:lnR>
                      <a:noFill/>
                    </a:lnR>
                    <a:lnT w="12700" cmpd="sng">
                      <a:noFill/>
                    </a:lnT>
                    <a:lnB>
                      <a:noFill/>
                    </a:lnB>
                    <a:lnTlToBr w="12700" cmpd="sng">
                      <a:noFill/>
                      <a:prstDash val="solid"/>
                    </a:lnTlToBr>
                    <a:lnBlToTr w="12700" cmpd="sng">
                      <a:noFill/>
                      <a:prstDash val="solid"/>
                    </a:lnBlToTr>
                  </a:tcPr>
                </a:tc>
                <a:tc>
                  <a:txBody>
                    <a:bodyPr/>
                    <a:lstStyle/>
                    <a:p>
                      <a:pPr marL="0" algn="ctr" defTabSz="914400" rtl="0" eaLnBrk="1" latinLnBrk="0" hangingPunct="1"/>
                      <a:r>
                        <a:rPr lang="en-GB" sz="2000" kern="1200" noProof="0" dirty="0">
                          <a:solidFill>
                            <a:schemeClr val="tx1">
                              <a:lumMod val="65000"/>
                              <a:lumOff val="35000"/>
                            </a:schemeClr>
                          </a:solidFill>
                          <a:latin typeface="+mn-lt"/>
                          <a:ea typeface="+mn-ea"/>
                          <a:cs typeface="+mn-cs"/>
                        </a:rPr>
                        <a:t>Interaction Diagram</a:t>
                      </a:r>
                    </a:p>
                    <a:p>
                      <a:pPr marL="0" algn="ctr" defTabSz="914400" rtl="0" eaLnBrk="1" latinLnBrk="0" hangingPunct="1"/>
                      <a:r>
                        <a:rPr lang="en-GB" sz="2000" kern="1200" noProof="0" dirty="0">
                          <a:solidFill>
                            <a:schemeClr val="tx1">
                              <a:lumMod val="65000"/>
                              <a:lumOff val="35000"/>
                            </a:schemeClr>
                          </a:solidFill>
                          <a:latin typeface="+mn-lt"/>
                          <a:ea typeface="+mn-ea"/>
                          <a:cs typeface="+mn-cs"/>
                        </a:rPr>
                        <a:t>(Trace enriched with static code)</a:t>
                      </a:r>
                    </a:p>
                  </a:txBody>
                  <a:tcPr marL="95186" marR="95186" marT="47593" marB="47593"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830826746"/>
                  </a:ext>
                </a:extLst>
              </a:tr>
              <a:tr h="7606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kern="1200" noProof="0" dirty="0">
                          <a:solidFill>
                            <a:schemeClr val="tx1">
                              <a:lumMod val="65000"/>
                              <a:lumOff val="35000"/>
                            </a:schemeClr>
                          </a:solidFill>
                          <a:latin typeface="+mn-lt"/>
                          <a:ea typeface="+mn-ea"/>
                          <a:cs typeface="+mn-cs"/>
                        </a:rPr>
                        <a:t>Incomplete flow</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kern="1200" noProof="0" dirty="0">
                          <a:solidFill>
                            <a:schemeClr val="tx1">
                              <a:lumMod val="65000"/>
                              <a:lumOff val="35000"/>
                            </a:schemeClr>
                          </a:solidFill>
                          <a:latin typeface="+mn-lt"/>
                          <a:ea typeface="+mn-ea"/>
                          <a:cs typeface="+mn-cs"/>
                        </a:rPr>
                        <a:t>Over-approximation</a:t>
                      </a:r>
                    </a:p>
                  </a:txBody>
                  <a:tcPr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kern="1200" noProof="0" dirty="0">
                          <a:solidFill>
                            <a:schemeClr val="tx1">
                              <a:lumMod val="65000"/>
                              <a:lumOff val="35000"/>
                            </a:schemeClr>
                          </a:solidFill>
                          <a:latin typeface="+mn-lt"/>
                          <a:ea typeface="+mn-ea"/>
                          <a:cs typeface="+mn-cs"/>
                        </a:rPr>
                        <a:t>More complete flow</a:t>
                      </a:r>
                    </a:p>
                  </a:txBody>
                  <a:tcPr marL="95186" marR="95186" marT="47593" marB="47593"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321589815"/>
                  </a:ext>
                </a:extLst>
              </a:tr>
            </a:tbl>
          </a:graphicData>
        </a:graphic>
      </p:graphicFrame>
      <p:sp>
        <p:nvSpPr>
          <p:cNvPr id="8" name="TextBox 7">
            <a:extLst>
              <a:ext uri="{FF2B5EF4-FFF2-40B4-BE49-F238E27FC236}">
                <a16:creationId xmlns:a16="http://schemas.microsoft.com/office/drawing/2014/main" id="{72135843-6E30-2E41-5C48-4108864AD894}"/>
              </a:ext>
            </a:extLst>
          </p:cNvPr>
          <p:cNvSpPr txBox="1"/>
          <p:nvPr/>
        </p:nvSpPr>
        <p:spPr>
          <a:xfrm>
            <a:off x="916169" y="4917626"/>
            <a:ext cx="6096000" cy="1015663"/>
          </a:xfrm>
          <a:prstGeom prst="rect">
            <a:avLst/>
          </a:prstGeom>
          <a:noFill/>
        </p:spPr>
        <p:txBody>
          <a:bodyPr wrap="square">
            <a:spAutoFit/>
          </a:bodyPr>
          <a:lstStyle/>
          <a:p>
            <a:pPr marL="285750" indent="-285750">
              <a:buFont typeface="Arial" panose="020B0604020202020204" pitchFamily="34" charset="0"/>
              <a:buChar char="•"/>
            </a:pPr>
            <a:r>
              <a:rPr lang="en-GB" sz="2000" noProof="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Prototype implementation</a:t>
            </a:r>
          </a:p>
          <a:p>
            <a:pPr marL="285750" indent="-285750">
              <a:buFont typeface="Arial" panose="020B0604020202020204" pitchFamily="34" charset="0"/>
              <a:buChar char="•"/>
            </a:pPr>
            <a:r>
              <a:rPr lang="en-GB" sz="2000" noProof="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Scenario-specific </a:t>
            </a:r>
            <a:r>
              <a:rPr lang="en-GB" sz="2000" noProof="0" dirty="0" err="1">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SysML</a:t>
            </a:r>
            <a:r>
              <a:rPr lang="en-GB" sz="2000" noProof="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v2 diagrams</a:t>
            </a:r>
          </a:p>
          <a:p>
            <a:pPr marL="285750" indent="-285750">
              <a:buFont typeface="Arial" panose="020B0604020202020204" pitchFamily="34" charset="0"/>
              <a:buChar char="•"/>
            </a:pPr>
            <a:r>
              <a:rPr lang="en-GB" sz="2000" noProof="0" dirty="0">
                <a:solidFill>
                  <a:schemeClr val="tx1">
                    <a:lumMod val="65000"/>
                    <a:lumOff val="3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Comparative evaluation results</a:t>
            </a:r>
          </a:p>
        </p:txBody>
      </p:sp>
      <p:sp>
        <p:nvSpPr>
          <p:cNvPr id="2" name="Footer Placeholder 1">
            <a:extLst>
              <a:ext uri="{FF2B5EF4-FFF2-40B4-BE49-F238E27FC236}">
                <a16:creationId xmlns:a16="http://schemas.microsoft.com/office/drawing/2014/main" id="{CBB05CDD-072B-1444-F76E-12039D108A81}"/>
              </a:ext>
            </a:extLst>
          </p:cNvPr>
          <p:cNvSpPr>
            <a:spLocks noGrp="1"/>
          </p:cNvSpPr>
          <p:nvPr>
            <p:ph type="ftr" sz="quarter" idx="3"/>
          </p:nvPr>
        </p:nvSpPr>
        <p:spPr/>
        <p:txBody>
          <a:bodyPr/>
          <a:lstStyle/>
          <a:p>
            <a:r>
              <a:rPr lang="en-US"/>
              <a:t>Hybrid Static–Trace Interaction Model Synthesis  ·  Prathik Anand Krishnan  ·  UvA  ·  TNO-ESI /</a:t>
            </a:r>
            <a:endParaRPr lang="en-US" dirty="0"/>
          </a:p>
        </p:txBody>
      </p:sp>
    </p:spTree>
    <p:extLst>
      <p:ext uri="{BB962C8B-B14F-4D97-AF65-F5344CB8AC3E}">
        <p14:creationId xmlns:p14="http://schemas.microsoft.com/office/powerpoint/2010/main" val="22121531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1039863-1334-69B2-98D8-71AE5E19997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5C87862-358F-1349-F402-1FBDC5323204}"/>
              </a:ext>
            </a:extLst>
          </p:cNvPr>
          <p:cNvSpPr>
            <a:spLocks noGrp="1"/>
          </p:cNvSpPr>
          <p:nvPr>
            <p:ph type="title"/>
          </p:nvPr>
        </p:nvSpPr>
        <p:spPr>
          <a:xfrm>
            <a:off x="835980" y="630776"/>
            <a:ext cx="9762309" cy="1163190"/>
          </a:xfrm>
        </p:spPr>
        <p:txBody>
          <a:bodyPr>
            <a:normAutofit/>
          </a:bodyPr>
          <a:lstStyle/>
          <a:p>
            <a:r>
              <a:rPr lang="en-GB" sz="44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Planning &amp; Feasibility</a:t>
            </a:r>
          </a:p>
        </p:txBody>
      </p:sp>
      <p:sp>
        <p:nvSpPr>
          <p:cNvPr id="10" name="Content Placeholder 9">
            <a:extLst>
              <a:ext uri="{FF2B5EF4-FFF2-40B4-BE49-F238E27FC236}">
                <a16:creationId xmlns:a16="http://schemas.microsoft.com/office/drawing/2014/main" id="{4477682C-AE9B-05BC-9FD4-A1E6EE10F3DF}"/>
              </a:ext>
            </a:extLst>
          </p:cNvPr>
          <p:cNvSpPr>
            <a:spLocks noGrp="1"/>
          </p:cNvSpPr>
          <p:nvPr>
            <p:ph sz="quarter" idx="11"/>
          </p:nvPr>
        </p:nvSpPr>
        <p:spPr>
          <a:xfrm>
            <a:off x="914399" y="2392678"/>
            <a:ext cx="7277494" cy="3046587"/>
          </a:xfrm>
        </p:spPr>
        <p:txBody>
          <a:bodyPr>
            <a:normAutofit/>
          </a:bodyPr>
          <a:lstStyle/>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       -	Literature &amp; Scoping</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4–7       -	Static Analysis</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7–10     -	Trace Collection &amp; Mapping</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10–13   -	Hybrid </a:t>
            </a:r>
            <a:r>
              <a:rPr lang="en-GB" sz="2000" noProof="0" dirty="0" err="1">
                <a:latin typeface="Sans Serif Collection" panose="020B0502040504020204" pitchFamily="34" charset="0"/>
                <a:ea typeface="Sans Serif Collection" panose="020B0502040504020204" pitchFamily="34" charset="0"/>
                <a:cs typeface="Sans Serif Collection" panose="020B0502040504020204" pitchFamily="34" charset="0"/>
              </a:rPr>
              <a:t>Modeling</a:t>
            </a: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 &amp; Evaluation</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13–17   - 	Writing</a:t>
            </a:r>
          </a:p>
          <a:p>
            <a:pPr marL="285750" indent="-285750">
              <a:buFont typeface="Arial" panose="020B0604020202020204" pitchFamily="34" charset="0"/>
              <a:buChar char="•"/>
            </a:pPr>
            <a:r>
              <a:rPr lang="en-GB" sz="2000" noProof="0" dirty="0">
                <a:latin typeface="Sans Serif Collection" panose="020B0502040504020204" pitchFamily="34" charset="0"/>
                <a:ea typeface="Sans Serif Collection" panose="020B0502040504020204" pitchFamily="34" charset="0"/>
                <a:cs typeface="Sans Serif Collection" panose="020B0502040504020204" pitchFamily="34" charset="0"/>
              </a:rPr>
              <a:t>Weeks 17–21   -	Buffer</a:t>
            </a:r>
          </a:p>
        </p:txBody>
      </p:sp>
      <p:sp>
        <p:nvSpPr>
          <p:cNvPr id="3" name="Slide Number Placeholder 2">
            <a:extLst>
              <a:ext uri="{FF2B5EF4-FFF2-40B4-BE49-F238E27FC236}">
                <a16:creationId xmlns:a16="http://schemas.microsoft.com/office/drawing/2014/main" id="{BD83182D-8F63-E16F-3C49-55E086CB912C}"/>
              </a:ext>
            </a:extLst>
          </p:cNvPr>
          <p:cNvSpPr>
            <a:spLocks noGrp="1"/>
          </p:cNvSpPr>
          <p:nvPr>
            <p:ph type="sldNum" sz="quarter" idx="4"/>
          </p:nvPr>
        </p:nvSpPr>
        <p:spPr>
          <a:xfrm>
            <a:off x="8534400" y="6121252"/>
            <a:ext cx="2743200" cy="365125"/>
          </a:xfrm>
        </p:spPr>
        <p:txBody>
          <a:bodyPr/>
          <a:lstStyle/>
          <a:p>
            <a:fld id="{B5CEABB6-07DC-46E8-9B57-56EC44A396E5}" type="slidenum">
              <a:rPr lang="en-GB" noProof="0" smtClean="0"/>
              <a:pPr/>
              <a:t>46</a:t>
            </a:fld>
            <a:endParaRPr lang="en-GB" noProof="0" dirty="0"/>
          </a:p>
        </p:txBody>
      </p:sp>
      <p:sp>
        <p:nvSpPr>
          <p:cNvPr id="2" name="Footer Placeholder 1">
            <a:extLst>
              <a:ext uri="{FF2B5EF4-FFF2-40B4-BE49-F238E27FC236}">
                <a16:creationId xmlns:a16="http://schemas.microsoft.com/office/drawing/2014/main" id="{74072CD4-3AB6-3D14-94C9-3543CC54F30B}"/>
              </a:ext>
            </a:extLst>
          </p:cNvPr>
          <p:cNvSpPr>
            <a:spLocks noGrp="1"/>
          </p:cNvSpPr>
          <p:nvPr>
            <p:ph type="ftr" sz="quarter" idx="3"/>
          </p:nvPr>
        </p:nvSpPr>
        <p:spPr/>
        <p:txBody>
          <a:bodyPr/>
          <a:lstStyle/>
          <a:p>
            <a:r>
              <a:rPr lang="en-US"/>
              <a:t>Hybrid Static–Trace Interaction Model Synthesis  ·  Prathik Anand Krishnan  ·  UvA  ·  TNO-ESI /</a:t>
            </a:r>
            <a:endParaRPr lang="en-US" dirty="0"/>
          </a:p>
        </p:txBody>
      </p:sp>
    </p:spTree>
    <p:extLst>
      <p:ext uri="{BB962C8B-B14F-4D97-AF65-F5344CB8AC3E}">
        <p14:creationId xmlns:p14="http://schemas.microsoft.com/office/powerpoint/2010/main" val="2473809672"/>
      </p:ext>
    </p:extLst>
  </p:cSld>
  <p:clrMapOvr>
    <a:masterClrMapping/>
  </p:clrMapOvr>
</p:sld>
</file>

<file path=ppt/theme/theme1.xml><?xml version="1.0" encoding="utf-8"?>
<a:theme xmlns:a="http://schemas.openxmlformats.org/drawingml/2006/main" name="Custom">
  <a:themeElements>
    <a:clrScheme name="Custom 77">
      <a:dk1>
        <a:sysClr val="windowText" lastClr="000000"/>
      </a:dk1>
      <a:lt1>
        <a:sysClr val="window" lastClr="FFFFFF"/>
      </a:lt1>
      <a:dk2>
        <a:srgbClr val="44546A"/>
      </a:dk2>
      <a:lt2>
        <a:srgbClr val="E7E6E6"/>
      </a:lt2>
      <a:accent1>
        <a:srgbClr val="FFB09D"/>
      </a:accent1>
      <a:accent2>
        <a:srgbClr val="FFD7C7"/>
      </a:accent2>
      <a:accent3>
        <a:srgbClr val="FFE9E0"/>
      </a:accent3>
      <a:accent4>
        <a:srgbClr val="55736D"/>
      </a:accent4>
      <a:accent5>
        <a:srgbClr val="88A88E"/>
      </a:accent5>
      <a:accent6>
        <a:srgbClr val="E6FFFB"/>
      </a:accent6>
      <a:hlink>
        <a:srgbClr val="0563C1"/>
      </a:hlink>
      <a:folHlink>
        <a:srgbClr val="954F72"/>
      </a:folHlink>
    </a:clrScheme>
    <a:fontScheme name="Custom 116">
      <a:majorFont>
        <a:latin typeface="Bodoni MT"/>
        <a:ea typeface=""/>
        <a:cs typeface=""/>
      </a:majorFont>
      <a:minorFont>
        <a:latin typeface="Sourc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66722518_win32_SD_v11" id="{6E195932-91F4-4861-8538-848409B20D97}" vid="{F5C82CE7-F5AC-4E30-975C-FD228ED220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796806-D3A7-49C6-9335-B8A0B9307F8E}">
  <ds:schemaRefs>
    <ds:schemaRef ds:uri="http://schemas.microsoft.com/sharepoint/v3/contenttype/forms"/>
  </ds:schemaRefs>
</ds:datastoreItem>
</file>

<file path=customXml/itemProps2.xml><?xml version="1.0" encoding="utf-8"?>
<ds:datastoreItem xmlns:ds="http://schemas.openxmlformats.org/officeDocument/2006/customXml" ds:itemID="{337CDA33-9251-49D0-A51A-7888AA3E0635}">
  <ds:schemaRefs>
    <ds:schemaRef ds:uri="http://schemas.microsoft.com/office/2006/metadata/properties"/>
    <ds:schemaRef ds:uri="http://schemas.microsoft.com/office/2006/documentManagement/types"/>
    <ds:schemaRef ds:uri="http://purl.org/dc/dcmitype/"/>
    <ds:schemaRef ds:uri="http://purl.org/dc/elements/1.1/"/>
    <ds:schemaRef ds:uri="http://purl.org/dc/terms/"/>
    <ds:schemaRef ds:uri="71af3243-3dd4-4a8d-8c0d-dd76da1f02a5"/>
    <ds:schemaRef ds:uri="230e9df3-be65-4c73-a93b-d1236ebd677e"/>
    <ds:schemaRef ds:uri="http://schemas.microsoft.com/office/infopath/2007/PartnerControls"/>
    <ds:schemaRef ds:uri="http://schemas.openxmlformats.org/package/2006/metadata/core-properties"/>
    <ds:schemaRef ds:uri="16c05727-aa75-4e4a-9b5f-8a80a1165891"/>
    <ds:schemaRef ds:uri="http://schemas.microsoft.com/sharepoint/v3"/>
    <ds:schemaRef ds:uri="http://www.w3.org/XML/1998/namespace"/>
  </ds:schemaRefs>
</ds:datastoreItem>
</file>

<file path=customXml/itemProps3.xml><?xml version="1.0" encoding="utf-8"?>
<ds:datastoreItem xmlns:ds="http://schemas.openxmlformats.org/officeDocument/2006/customXml" ds:itemID="{32E4FA29-61E2-42A6-9537-732ED628B6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Light sales pitch presentation</Template>
  <TotalTime>4325</TotalTime>
  <Words>7876</Words>
  <Application>Microsoft Office PowerPoint</Application>
  <PresentationFormat>Widescreen</PresentationFormat>
  <Paragraphs>838</Paragraphs>
  <Slides>46</Slides>
  <Notes>16</Notes>
  <HiddenSlides>10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Arial</vt:lpstr>
      <vt:lpstr>Bodoni MT</vt:lpstr>
      <vt:lpstr>Calibri</vt:lpstr>
      <vt:lpstr>Consolas</vt:lpstr>
      <vt:lpstr>Sans Serif Collection</vt:lpstr>
      <vt:lpstr>SFMono-Regular</vt:lpstr>
      <vt:lpstr>Source Sans Pro Light</vt:lpstr>
      <vt:lpstr>Custom</vt:lpstr>
      <vt:lpstr>Hybrid Static–Trace Analysis for Synthesizing Interaction Diagrams in Event-Driven Systems</vt:lpstr>
      <vt:lpstr>PowerPoint Presentation</vt:lpstr>
      <vt:lpstr>Problem Statement &amp; Motivation</vt:lpstr>
      <vt:lpstr>State of the Art &amp; Research Gap</vt:lpstr>
      <vt:lpstr>Research Questions</vt:lpstr>
      <vt:lpstr>CpsCore: Scale</vt:lpstr>
      <vt:lpstr>Approach: Agent Skill Pipeline</vt:lpstr>
      <vt:lpstr>Four Evaluation Scenarios were Selected</vt:lpstr>
      <vt:lpstr>Reference Diagrams - Ground Truths</vt:lpstr>
      <vt:lpstr>Ground Truth Explanation</vt:lpstr>
      <vt:lpstr>Methodology - The Hybrid Pipeline </vt:lpstr>
      <vt:lpstr>Stage 1 : Static Extraction: C++ → Property Graph</vt:lpstr>
      <vt:lpstr>Stage 2 : Code Graph Query: Property Graph → S1 Subgraph</vt:lpstr>
      <vt:lpstr>Stage 3 : Dependency Matrix Extraction: Subgraph → Call Table</vt:lpstr>
      <vt:lpstr>Stage 4 : Trace Instrumentation &amp; Runtime Tracing</vt:lpstr>
      <vt:lpstr>Stage 5 : Agentic Synthesis: Static + Dynamic → Elements</vt:lpstr>
      <vt:lpstr>Stage 6 : SysML v2 Generation: Elements → Scenario Diagram</vt:lpstr>
      <vt:lpstr>Whole Pipeline Summary</vt:lpstr>
      <vt:lpstr>H1 Experiment Design</vt:lpstr>
      <vt:lpstr>H1 – Metrics Calculations for Scenario 1</vt:lpstr>
      <vt:lpstr>H1 – Metrics Calculations for Scenario 1</vt:lpstr>
      <vt:lpstr>H1 – Metrics Calculations for Scenario 1</vt:lpstr>
      <vt:lpstr>H1 – Metrics Calculations for Scenario 1</vt:lpstr>
      <vt:lpstr>H1 Results: Precision / Recall / F1</vt:lpstr>
      <vt:lpstr>H1 Interpretation — Why the Numbers Look This Way</vt:lpstr>
      <vt:lpstr>Scenario 1 - Outputs</vt:lpstr>
      <vt:lpstr>Scenario 2 - Outputs</vt:lpstr>
      <vt:lpstr>Scenario 3 - Outputs</vt:lpstr>
      <vt:lpstr>Scenario 4 - Outputs</vt:lpstr>
      <vt:lpstr>H2 Results in Detail: Noise, Coverage &amp; Expert Ratings</vt:lpstr>
      <vt:lpstr>H3 Setup &amp; Results : Diagram Utility</vt:lpstr>
      <vt:lpstr>What Was Produced: SysML v2 Artifacts</vt:lpstr>
      <vt:lpstr>Trace Collection &amp; Practitioner Validation</vt:lpstr>
      <vt:lpstr>Research Questions: Where Each Stands</vt:lpstr>
      <vt:lpstr>Challenges Encountered &amp; How They Were Resolved</vt:lpstr>
      <vt:lpstr>Overall Summary</vt:lpstr>
      <vt:lpstr>Thank you! </vt:lpstr>
      <vt:lpstr>Example Output: The S4 Dual-Gap, Recovered</vt:lpstr>
      <vt:lpstr>Research Questions &amp; Goal</vt:lpstr>
      <vt:lpstr>PowerPoint Presentation</vt:lpstr>
      <vt:lpstr>Recap: Original 5-Stage Methodology</vt:lpstr>
      <vt:lpstr>Progress Against Original Timeline</vt:lpstr>
      <vt:lpstr>What Changed: The Static Analysis Layer Evolved</vt:lpstr>
      <vt:lpstr>Progress Against Original Timeline</vt:lpstr>
      <vt:lpstr>Evaluation &amp; Expected Outcomes</vt:lpstr>
      <vt:lpstr>Planning &amp; Feasibility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Prathik Anand Krishnan</dc:creator>
  <cp:lastModifiedBy>Prathik Anand Krishnan</cp:lastModifiedBy>
  <cp:revision>52</cp:revision>
  <dcterms:created xsi:type="dcterms:W3CDTF">2026-01-24T15:38:06Z</dcterms:created>
  <dcterms:modified xsi:type="dcterms:W3CDTF">2026-07-19T14:25:08Z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