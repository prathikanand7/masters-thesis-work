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48" r:id="rId4"/>
  </p:sldMasterIdLst>
  <p:notesMasterIdLst>
    <p:notesMasterId r:id="rId23"/>
  </p:notesMasterIdLst>
  <p:handoutMasterIdLst>
    <p:handoutMasterId r:id="rId24"/>
  </p:handoutMasterIdLst>
  <p:sldIdLst>
    <p:sldId id="346" r:id="rId5"/>
    <p:sldId id="365" r:id="rId6"/>
    <p:sldId id="367" r:id="rId7"/>
    <p:sldId id="349" r:id="rId8"/>
    <p:sldId id="359" r:id="rId9"/>
    <p:sldId id="368" r:id="rId10"/>
    <p:sldId id="370" r:id="rId11"/>
    <p:sldId id="372" r:id="rId12"/>
    <p:sldId id="373" r:id="rId13"/>
    <p:sldId id="374" r:id="rId14"/>
    <p:sldId id="375" r:id="rId15"/>
    <p:sldId id="376" r:id="rId16"/>
    <p:sldId id="369" r:id="rId17"/>
    <p:sldId id="344" r:id="rId18"/>
    <p:sldId id="357" r:id="rId19"/>
    <p:sldId id="361" r:id="rId20"/>
    <p:sldId id="362" r:id="rId21"/>
    <p:sldId id="364" r:id="rId2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752" userDrawn="1">
          <p15:clr>
            <a:srgbClr val="A4A3A4"/>
          </p15:clr>
        </p15:guide>
        <p15:guide id="2" pos="3840">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B6A3D024-909B-3BC2-1496-FEEAB652808A}" name="Sher Dionisio" initials="" userId="S::Sher.Dionisio@teksystemsgs.com::02daa716-9709-4d47-a153-1943ce1675cb" providerId="AD"/>
</p188:authorLst>
</file>

<file path=ppt/commentAuthors.xml><?xml version="1.0" encoding="utf-8"?>
<p:cmAuthorLst xmlns:a="http://schemas.openxmlformats.org/drawingml/2006/main" xmlns:r="http://schemas.openxmlformats.org/officeDocument/2006/relationships" xmlns:p="http://schemas.openxmlformats.org/presentationml/2006/main">
  <p:cmAuthor id="3" name="Author" initials="A" lastIdx="0" clrIdx="2"/>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51F14"/>
    <a:srgbClr val="7A786C"/>
  </p:clrMru>
  <p:extLst>
    <p:ext uri="{E76CE94A-603C-4142-B9EB-6D1370010A27}">
      <p14:discardImageEditData xmlns:p14="http://schemas.microsoft.com/office/powerpoint/2010/main" val="0"/>
    </p:ext>
    <p:ext uri="{D31A062A-798A-4329-ABDD-BBA856620510}">
      <p14:defaultImageDpi xmlns:p14="http://schemas.microsoft.com/office/powerpoint/2010/main" val="15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FD0F851-EC5A-4D38-B0AD-8093EC10F338}">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 styleId="{F2DE63D5-997A-4646-A377-4702673A728D}" styleName="Light Style 2 - Accent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 styleId="{5A111915-BE36-4E01-A7E5-04B1672EAD32}" styleName="Light Style 2 - Accent 5">
    <a:wholeTbl>
      <a:tcTxStyle>
        <a:fontRef idx="minor">
          <a:scrgbClr r="0" g="0" b="0"/>
        </a:fontRef>
        <a:schemeClr val="tx1"/>
      </a:tcTxStyle>
      <a:tcStyle>
        <a:tcBdr>
          <a:left>
            <a:lnRef idx="1">
              <a:schemeClr val="accent5"/>
            </a:lnRef>
          </a:left>
          <a:right>
            <a:lnRef idx="1">
              <a:schemeClr val="accent5"/>
            </a:lnRef>
          </a:right>
          <a:top>
            <a:lnRef idx="1">
              <a:schemeClr val="accent5"/>
            </a:lnRef>
          </a:top>
          <a:bottom>
            <a:lnRef idx="1">
              <a:schemeClr val="accent5"/>
            </a:lnRef>
          </a:bottom>
          <a:insideH>
            <a:ln>
              <a:noFill/>
            </a:ln>
          </a:insideH>
          <a:insideV>
            <a:ln>
              <a:noFill/>
            </a:ln>
          </a:insideV>
        </a:tcBdr>
        <a:fill>
          <a:noFill/>
        </a:fill>
      </a:tcStyle>
    </a:wholeTbl>
    <a:band1H>
      <a:tcStyle>
        <a:tcBdr>
          <a:top>
            <a:lnRef idx="1">
              <a:schemeClr val="accent5"/>
            </a:lnRef>
          </a:top>
          <a:bottom>
            <a:lnRef idx="1">
              <a:schemeClr val="accent5"/>
            </a:lnRef>
          </a:bottom>
        </a:tcBdr>
      </a:tcStyle>
    </a:band1H>
    <a:band1V>
      <a:tcStyle>
        <a:tcBdr>
          <a:left>
            <a:lnRef idx="1">
              <a:schemeClr val="accent5"/>
            </a:lnRef>
          </a:left>
          <a:right>
            <a:lnRef idx="1">
              <a:schemeClr val="accent5"/>
            </a:lnRef>
          </a:right>
        </a:tcBdr>
      </a:tcStyle>
    </a:band1V>
    <a:band2V>
      <a:tcStyle>
        <a:tcBdr>
          <a:left>
            <a:lnRef idx="1">
              <a:schemeClr val="accent5"/>
            </a:lnRef>
          </a:left>
          <a:right>
            <a:lnRef idx="1">
              <a:schemeClr val="accent5"/>
            </a:lnRef>
          </a:right>
        </a:tcBdr>
      </a:tcStyle>
    </a:band2V>
    <a:lastCol>
      <a:tcTxStyle b="on"/>
      <a:tcStyle>
        <a:tcBdr/>
      </a:tcStyle>
    </a:lastCol>
    <a:firstCol>
      <a:tcTxStyle b="on"/>
      <a:tcStyle>
        <a:tcBdr/>
      </a:tcStyle>
    </a:firstCol>
    <a:lastRow>
      <a:tcTxStyle b="on"/>
      <a:tcStyle>
        <a:tcBdr>
          <a:top>
            <a:ln w="50800" cmpd="dbl">
              <a:solidFill>
                <a:schemeClr val="accent5"/>
              </a:solidFill>
            </a:ln>
          </a:top>
        </a:tcBdr>
      </a:tcStyle>
    </a:lastRow>
    <a:firstRow>
      <a:tcTxStyle b="on">
        <a:fontRef idx="minor">
          <a:scrgbClr r="0" g="0" b="0"/>
        </a:fontRef>
        <a:schemeClr val="bg1"/>
      </a:tcTxStyle>
      <a:tcStyle>
        <a:tcBdr/>
        <a:fillRef idx="1">
          <a:schemeClr val="accent5"/>
        </a:fillRef>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72833802-FEF1-4C79-8D5D-14CF1EAF98D9}" styleName="Light Style 2 - Accent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 styleId="{17292A2E-F333-43FB-9621-5CBBE7FDCDCB}" styleName="Light Style 2 - Accent 4">
    <a:wholeTbl>
      <a:tcTxStyle>
        <a:fontRef idx="minor">
          <a:scrgbClr r="0" g="0" b="0"/>
        </a:fontRef>
        <a:schemeClr val="tx1"/>
      </a:tcTxStyle>
      <a:tcStyle>
        <a:tcBdr>
          <a:left>
            <a:lnRef idx="1">
              <a:schemeClr val="accent4"/>
            </a:lnRef>
          </a:left>
          <a:right>
            <a:lnRef idx="1">
              <a:schemeClr val="accent4"/>
            </a:lnRef>
          </a:right>
          <a:top>
            <a:lnRef idx="1">
              <a:schemeClr val="accent4"/>
            </a:lnRef>
          </a:top>
          <a:bottom>
            <a:lnRef idx="1">
              <a:schemeClr val="accent4"/>
            </a:lnRef>
          </a:bottom>
          <a:insideH>
            <a:ln>
              <a:noFill/>
            </a:ln>
          </a:insideH>
          <a:insideV>
            <a:ln>
              <a:noFill/>
            </a:ln>
          </a:insideV>
        </a:tcBdr>
        <a:fill>
          <a:noFill/>
        </a:fill>
      </a:tcStyle>
    </a:wholeTbl>
    <a:band1H>
      <a:tcStyle>
        <a:tcBdr>
          <a:top>
            <a:lnRef idx="1">
              <a:schemeClr val="accent4"/>
            </a:lnRef>
          </a:top>
          <a:bottom>
            <a:lnRef idx="1">
              <a:schemeClr val="accent4"/>
            </a:lnRef>
          </a:bottom>
        </a:tcBdr>
      </a:tcStyle>
    </a:band1H>
    <a:band1V>
      <a:tcStyle>
        <a:tcBdr>
          <a:left>
            <a:lnRef idx="1">
              <a:schemeClr val="accent4"/>
            </a:lnRef>
          </a:left>
          <a:right>
            <a:lnRef idx="1">
              <a:schemeClr val="accent4"/>
            </a:lnRef>
          </a:right>
        </a:tcBdr>
      </a:tcStyle>
    </a:band1V>
    <a:band2V>
      <a:tcStyle>
        <a:tcBdr>
          <a:left>
            <a:lnRef idx="1">
              <a:schemeClr val="accent4"/>
            </a:lnRef>
          </a:left>
          <a:right>
            <a:lnRef idx="1">
              <a:schemeClr val="accent4"/>
            </a:lnRef>
          </a:right>
        </a:tcBdr>
      </a:tcStyle>
    </a:band2V>
    <a:lastCol>
      <a:tcTxStyle b="on"/>
      <a:tcStyle>
        <a:tcBdr/>
      </a:tcStyle>
    </a:lastCol>
    <a:firstCol>
      <a:tcTxStyle b="on"/>
      <a:tcStyle>
        <a:tcBdr/>
      </a:tcStyle>
    </a:firstCol>
    <a:lastRow>
      <a:tcTxStyle b="on"/>
      <a:tcStyle>
        <a:tcBdr>
          <a:top>
            <a:ln w="50800" cmpd="dbl">
              <a:solidFill>
                <a:schemeClr val="accent4"/>
              </a:solidFill>
            </a:ln>
          </a:top>
        </a:tcBdr>
      </a:tcStyle>
    </a:lastRow>
    <a:firstRow>
      <a:tcTxStyle b="on">
        <a:fontRef idx="minor">
          <a:scrgbClr r="0" g="0" b="0"/>
        </a:fontRef>
        <a:schemeClr val="bg1"/>
      </a:tcTxStyle>
      <a:tcStyle>
        <a:tcBdr/>
        <a:fillRef idx="1">
          <a:schemeClr val="accent4"/>
        </a:fillRef>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BDBED569-4797-4DF1-A0F4-6AAB3CD982D8}" styleName="Light Style 3 - Accent 5">
    <a:wholeTbl>
      <a:tcTxStyle>
        <a:fontRef idx="minor">
          <a:scrgbClr r="0" g="0" b="0"/>
        </a:fontRef>
        <a:schemeClr val="tx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noFill/>
        </a:fill>
      </a:tcStyle>
    </a:wholeTbl>
    <a:band1H>
      <a:tcStyle>
        <a:tcBdr/>
        <a:fill>
          <a:solidFill>
            <a:schemeClr val="accent5">
              <a:alpha val="20000"/>
            </a:schemeClr>
          </a:solidFill>
        </a:fill>
      </a:tcStyle>
    </a:band1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noFill/>
        </a:fill>
      </a:tcStyle>
    </a:lastRow>
    <a:firstRow>
      <a:tcTxStyle b="on"/>
      <a:tcStyle>
        <a:tcBdr>
          <a:bottom>
            <a:ln w="25400" cmpd="sng">
              <a:solidFill>
                <a:schemeClr val="accent5"/>
              </a:solidFill>
            </a:ln>
          </a:bottom>
        </a:tcBdr>
        <a:fill>
          <a:noFill/>
        </a:fill>
      </a:tcStyle>
    </a:firstRow>
  </a:tblStyle>
  <a:tblStyle styleId="{ED083AE6-46FA-4A59-8FB0-9F97EB10719F}" styleName="Light Style 3 - Accent 4">
    <a:wholeTbl>
      <a:tcTxStyle>
        <a:fontRef idx="minor">
          <a:scrgbClr r="0" g="0" b="0"/>
        </a:fontRef>
        <a:schemeClr val="tx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noFill/>
        </a:fill>
      </a:tcStyle>
    </a:wholeTbl>
    <a:band1H>
      <a:tcStyle>
        <a:tcBdr/>
        <a:fill>
          <a:solidFill>
            <a:schemeClr val="accent4">
              <a:alpha val="20000"/>
            </a:schemeClr>
          </a:solidFill>
        </a:fill>
      </a:tcStyle>
    </a:band1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noFill/>
        </a:fill>
      </a:tcStyle>
    </a:lastRow>
    <a:firstRow>
      <a:tcTxStyle b="on"/>
      <a:tcStyle>
        <a:tcBdr>
          <a:bottom>
            <a:ln w="25400" cmpd="sng">
              <a:solidFill>
                <a:schemeClr val="accent4"/>
              </a:solidFill>
            </a:ln>
          </a:bottom>
        </a:tcBdr>
        <a:fill>
          <a:noFill/>
        </a:fill>
      </a:tcStyle>
    </a:firstRow>
  </a:tblStyle>
  <a:tblStyle styleId="{5FD0F851-EC5A-4D38-B0AD-8093EC10F338}" styleName="Light Style 1 - Accent 5">
    <a:wholeTbl>
      <a:tcTxStyle>
        <a:fontRef idx="minor">
          <a:scrgbClr r="0" g="0" b="0"/>
        </a:fontRef>
        <a:schemeClr val="tx1"/>
      </a:tcTxStyle>
      <a:tcStyle>
        <a:tcBdr>
          <a:left>
            <a:ln>
              <a:noFill/>
            </a:ln>
          </a:left>
          <a:right>
            <a:ln>
              <a:noFill/>
            </a:ln>
          </a:right>
          <a:top>
            <a:ln w="12700" cmpd="sng">
              <a:solidFill>
                <a:schemeClr val="accent5"/>
              </a:solidFill>
            </a:ln>
          </a:top>
          <a:bottom>
            <a:ln w="12700" cmpd="sng">
              <a:solidFill>
                <a:schemeClr val="accent5"/>
              </a:solidFill>
            </a:ln>
          </a:bottom>
          <a:insideH>
            <a:ln>
              <a:noFill/>
            </a:ln>
          </a:insideH>
          <a:insideV>
            <a:ln>
              <a:noFill/>
            </a:ln>
          </a:insideV>
        </a:tcBdr>
        <a:fill>
          <a:noFill/>
        </a:fill>
      </a:tcStyle>
    </a:wholeTbl>
    <a:band1H>
      <a:tcStyle>
        <a:tcBdr/>
        <a:fill>
          <a:solidFill>
            <a:schemeClr val="accent5">
              <a:alpha val="20000"/>
            </a:schemeClr>
          </a:solidFill>
        </a:fill>
      </a:tcStyle>
    </a:band1H>
    <a:band2H>
      <a:tcStyle>
        <a:tcBdr/>
      </a:tcStyle>
    </a:band2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12700" cmpd="sng">
              <a:solidFill>
                <a:schemeClr val="accent5"/>
              </a:solidFill>
            </a:ln>
          </a:top>
        </a:tcBdr>
        <a:fill>
          <a:noFill/>
        </a:fill>
      </a:tcStyle>
    </a:lastRow>
    <a:firstRow>
      <a:tcTxStyle b="on"/>
      <a:tcStyle>
        <a:tcBdr>
          <a:bottom>
            <a:ln w="12700" cmpd="sng">
              <a:solidFill>
                <a:schemeClr val="accent5"/>
              </a:solidFill>
            </a:ln>
          </a:bottom>
        </a:tcBdr>
        <a:fill>
          <a:noFill/>
        </a:fill>
      </a:tcStyle>
    </a:firstRow>
  </a:tblStyle>
  <a:tblStyle styleId="{327F97BB-C833-4FB7-BDE5-3F7075034690}" styleName="Themed Style 2 - Accent 5">
    <a:tblBg>
      <a:fillRef idx="3">
        <a:schemeClr val="accent5"/>
      </a:fillRef>
      <a:effectRef idx="3">
        <a:schemeClr val="accent5"/>
      </a:effectRef>
    </a:tblBg>
    <a:wholeTbl>
      <a:tcTxStyle>
        <a:fontRef idx="minor">
          <a:scrgbClr r="0" g="0" b="0"/>
        </a:fontRef>
        <a:schemeClr val="lt1"/>
      </a:tcTxStyle>
      <a:tcStyle>
        <a:tcBdr>
          <a:left>
            <a:lnRef idx="1">
              <a:schemeClr val="accent5">
                <a:tint val="50000"/>
              </a:schemeClr>
            </a:lnRef>
          </a:left>
          <a:right>
            <a:lnRef idx="1">
              <a:schemeClr val="accent5">
                <a:tint val="50000"/>
              </a:schemeClr>
            </a:lnRef>
          </a:right>
          <a:top>
            <a:lnRef idx="1">
              <a:schemeClr val="accent5">
                <a:tint val="50000"/>
              </a:schemeClr>
            </a:lnRef>
          </a:top>
          <a:bottom>
            <a:lnRef idx="1">
              <a:schemeClr val="accent5">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775DCB02-9BB8-47FD-8907-85C794F793BA}" styleName="Themed Style 1 - Accent 4">
    <a:tblBg>
      <a:fillRef idx="2">
        <a:schemeClr val="accent4"/>
      </a:fillRef>
      <a:effectRef idx="1">
        <a:schemeClr val="accent4"/>
      </a:effectRef>
    </a:tblBg>
    <a:wholeTbl>
      <a:tcTxStyle>
        <a:fontRef idx="minor">
          <a:scrgbClr r="0" g="0" b="0"/>
        </a:fontRef>
        <a:schemeClr val="dk1"/>
      </a:tcTxStyle>
      <a:tcStyle>
        <a:tcBdr>
          <a:left>
            <a:lnRef idx="1">
              <a:schemeClr val="accent4"/>
            </a:lnRef>
          </a:left>
          <a:right>
            <a:lnRef idx="1">
              <a:schemeClr val="accent4"/>
            </a:lnRef>
          </a:right>
          <a:top>
            <a:lnRef idx="1">
              <a:schemeClr val="accent4"/>
            </a:lnRef>
          </a:top>
          <a:bottom>
            <a:lnRef idx="1">
              <a:schemeClr val="accent4"/>
            </a:lnRef>
          </a:bottom>
          <a:insideH>
            <a:lnRef idx="1">
              <a:schemeClr val="accent4"/>
            </a:lnRef>
          </a:insideH>
          <a:insideV>
            <a:lnRef idx="1">
              <a:schemeClr val="accent4"/>
            </a:lnRef>
          </a:insideV>
        </a:tcBdr>
        <a:fill>
          <a:noFill/>
        </a:fill>
      </a:tcStyle>
    </a:wholeTbl>
    <a:band1H>
      <a:tcStyle>
        <a:tcBdr/>
        <a:fill>
          <a:solidFill>
            <a:schemeClr val="accent4">
              <a:alpha val="40000"/>
            </a:schemeClr>
          </a:solidFill>
        </a:fill>
      </a:tcStyle>
    </a:band1H>
    <a:band2H>
      <a:tcStyle>
        <a:tcBdr/>
      </a:tcStyle>
    </a:band2H>
    <a:band1V>
      <a:tcStyle>
        <a:tcBdr>
          <a:top>
            <a:lnRef idx="1">
              <a:schemeClr val="accent4"/>
            </a:lnRef>
          </a:top>
          <a:bottom>
            <a:lnRef idx="1">
              <a:schemeClr val="accent4"/>
            </a:lnRef>
          </a:bottom>
        </a:tcBdr>
        <a:fill>
          <a:solidFill>
            <a:schemeClr val="accent4">
              <a:alpha val="40000"/>
            </a:schemeClr>
          </a:solidFill>
        </a:fill>
      </a:tcStyle>
    </a:band1V>
    <a:band2V>
      <a:tcStyle>
        <a:tcBdr/>
      </a:tcStyle>
    </a:band2V>
    <a:lastCol>
      <a:tcTxStyle b="on"/>
      <a:tcStyle>
        <a:tcBdr>
          <a:left>
            <a:lnRef idx="2">
              <a:schemeClr val="accent4"/>
            </a:lnRef>
          </a:left>
          <a:right>
            <a:lnRef idx="1">
              <a:schemeClr val="accent4"/>
            </a:lnRef>
          </a:right>
          <a:top>
            <a:lnRef idx="1">
              <a:schemeClr val="accent4"/>
            </a:lnRef>
          </a:top>
          <a:bottom>
            <a:lnRef idx="1">
              <a:schemeClr val="accent4"/>
            </a:lnRef>
          </a:bottom>
          <a:insideH>
            <a:lnRef idx="1">
              <a:schemeClr val="accent4"/>
            </a:lnRef>
          </a:insideH>
          <a:insideV>
            <a:ln>
              <a:noFill/>
            </a:ln>
          </a:insideV>
        </a:tcBdr>
      </a:tcStyle>
    </a:lastCol>
    <a:firstCol>
      <a:tcTxStyle b="on"/>
      <a:tcStyle>
        <a:tcBdr>
          <a:left>
            <a:lnRef idx="1">
              <a:schemeClr val="accent4"/>
            </a:lnRef>
          </a:left>
          <a:right>
            <a:lnRef idx="2">
              <a:schemeClr val="accent4"/>
            </a:lnRef>
          </a:right>
          <a:top>
            <a:lnRef idx="1">
              <a:schemeClr val="accent4"/>
            </a:lnRef>
          </a:top>
          <a:bottom>
            <a:lnRef idx="1">
              <a:schemeClr val="accent4"/>
            </a:lnRef>
          </a:bottom>
          <a:insideH>
            <a:lnRef idx="1">
              <a:schemeClr val="accent4"/>
            </a:lnRef>
          </a:insideH>
          <a:insideV>
            <a:ln>
              <a:noFill/>
            </a:ln>
          </a:insideV>
        </a:tcBdr>
      </a:tcStyle>
    </a:firstCol>
    <a:lastRow>
      <a:tcTxStyle b="on"/>
      <a:tcStyle>
        <a:tcBdr>
          <a:left>
            <a:lnRef idx="1">
              <a:schemeClr val="accent4"/>
            </a:lnRef>
          </a:left>
          <a:right>
            <a:lnRef idx="1">
              <a:schemeClr val="accent4"/>
            </a:lnRef>
          </a:right>
          <a:top>
            <a:lnRef idx="2">
              <a:schemeClr val="accent4"/>
            </a:lnRef>
          </a:top>
          <a:bottom>
            <a:lnRef idx="2">
              <a:schemeClr val="accent4"/>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4"/>
            </a:lnRef>
          </a:left>
          <a:right>
            <a:lnRef idx="1">
              <a:schemeClr val="accent4"/>
            </a:lnRef>
          </a:right>
          <a:top>
            <a:lnRef idx="1">
              <a:schemeClr val="accent4"/>
            </a:lnRef>
          </a:top>
          <a:bottom>
            <a:lnRef idx="2">
              <a:schemeClr val="lt1"/>
            </a:lnRef>
          </a:bottom>
          <a:insideH>
            <a:ln>
              <a:noFill/>
            </a:ln>
          </a:insideH>
          <a:insideV>
            <a:ln>
              <a:noFill/>
            </a:ln>
          </a:insideV>
        </a:tcBdr>
        <a:fill>
          <a:solidFill>
            <a:schemeClr val="accent4"/>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987" autoAdjust="0"/>
    <p:restoredTop sz="93447" autoAdjust="0"/>
  </p:normalViewPr>
  <p:slideViewPr>
    <p:cSldViewPr snapToGrid="0">
      <p:cViewPr>
        <p:scale>
          <a:sx n="100" d="100"/>
          <a:sy n="100" d="100"/>
        </p:scale>
        <p:origin x="936" y="318"/>
      </p:cViewPr>
      <p:guideLst>
        <p:guide orient="horz" pos="1752"/>
        <p:guide pos="3840"/>
      </p:guideLst>
    </p:cSldViewPr>
  </p:slideViewPr>
  <p:outlineViewPr>
    <p:cViewPr>
      <p:scale>
        <a:sx n="33" d="100"/>
        <a:sy n="33" d="100"/>
      </p:scale>
      <p:origin x="0" y="0"/>
    </p:cViewPr>
  </p:outlineViewPr>
  <p:notesTextViewPr>
    <p:cViewPr>
      <p:scale>
        <a:sx n="1" d="1"/>
        <a:sy n="1" d="1"/>
      </p:scale>
      <p:origin x="0" y="0"/>
    </p:cViewPr>
  </p:notesTextViewPr>
  <p:sorterViewPr>
    <p:cViewPr varScale="1">
      <p:scale>
        <a:sx n="1" d="1"/>
        <a:sy n="1" d="1"/>
      </p:scale>
      <p:origin x="0" y="-10109"/>
    </p:cViewPr>
  </p:sorterViewPr>
  <p:notesViewPr>
    <p:cSldViewPr snapToGrid="0" showGuides="1">
      <p:cViewPr varScale="1">
        <p:scale>
          <a:sx n="58" d="100"/>
          <a:sy n="58" d="100"/>
        </p:scale>
        <p:origin x="3240" y="67"/>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presProps" Target="presProps.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commentAuthors" Target="commentAuthor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handoutMaster" Target="handoutMasters/handoutMaster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notesMaster" Target="notesMasters/notesMaster1.xml"/><Relationship Id="rId28" Type="http://schemas.openxmlformats.org/officeDocument/2006/relationships/theme" Target="theme/theme1.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viewProps" Target="viewProps.xml"/><Relationship Id="rId30" Type="http://schemas.microsoft.com/office/2018/10/relationships/authors" Target="authors.xml"/></Relationships>
</file>

<file path=ppt/diagrams/colors1.xml><?xml version="1.0" encoding="utf-8"?>
<dgm:colorsDef xmlns:dgm="http://schemas.openxmlformats.org/drawingml/2006/diagram" xmlns:a="http://schemas.openxmlformats.org/drawingml/2006/main" uniqueId="urn:microsoft.com/office/officeart/2005/8/colors/accent4_2">
  <dgm:title val=""/>
  <dgm:desc val=""/>
  <dgm:catLst>
    <dgm:cat type="accent4" pri="11200"/>
  </dgm:catLst>
  <dgm:styleLbl name="node0">
    <dgm:fillClrLst meth="repeat">
      <a:schemeClr val="accent4"/>
    </dgm:fillClrLst>
    <dgm:linClrLst meth="repeat">
      <a:schemeClr val="lt1"/>
    </dgm:linClrLst>
    <dgm:effectClrLst/>
    <dgm:txLinClrLst/>
    <dgm:txFillClrLst/>
    <dgm:txEffectClrLst/>
  </dgm:styleLbl>
  <dgm:styleLbl name="node1">
    <dgm:fillClrLst meth="repeat">
      <a:schemeClr val="accent4"/>
    </dgm:fillClrLst>
    <dgm:linClrLst meth="repeat">
      <a:schemeClr val="lt1"/>
    </dgm:linClrLst>
    <dgm:effectClrLst/>
    <dgm:txLinClrLst/>
    <dgm:txFillClrLst/>
    <dgm:txEffectClrLst/>
  </dgm:styleLbl>
  <dgm:styleLbl name="alignNode1">
    <dgm:fillClrLst meth="repeat">
      <a:schemeClr val="accent4"/>
    </dgm:fillClrLst>
    <dgm:linClrLst meth="repeat">
      <a:schemeClr val="accent4"/>
    </dgm:linClrLst>
    <dgm:effectClrLst/>
    <dgm:txLinClrLst/>
    <dgm:txFillClrLst/>
    <dgm:txEffectClrLst/>
  </dgm:styleLbl>
  <dgm:styleLbl name="lnNode1">
    <dgm:fillClrLst meth="repeat">
      <a:schemeClr val="accent4"/>
    </dgm:fillClrLst>
    <dgm:linClrLst meth="repeat">
      <a:schemeClr val="lt1"/>
    </dgm:linClrLst>
    <dgm:effectClrLst/>
    <dgm:txLinClrLst/>
    <dgm:txFillClrLst/>
    <dgm:txEffectClrLst/>
  </dgm:styleLbl>
  <dgm:styleLbl name="vennNode1">
    <dgm:fillClrLst meth="repeat">
      <a:schemeClr val="accent4">
        <a:alpha val="50000"/>
      </a:schemeClr>
    </dgm:fillClrLst>
    <dgm:linClrLst meth="repeat">
      <a:schemeClr val="lt1"/>
    </dgm:linClrLst>
    <dgm:effectClrLst/>
    <dgm:txLinClrLst/>
    <dgm:txFillClrLst/>
    <dgm:txEffectClrLst/>
  </dgm:styleLbl>
  <dgm:styleLbl name="node2">
    <dgm:fillClrLst meth="repeat">
      <a:schemeClr val="accent4"/>
    </dgm:fillClrLst>
    <dgm:linClrLst meth="repeat">
      <a:schemeClr val="lt1"/>
    </dgm:linClrLst>
    <dgm:effectClrLst/>
    <dgm:txLinClrLst/>
    <dgm:txFillClrLst/>
    <dgm:txEffectClrLst/>
  </dgm:styleLbl>
  <dgm:styleLbl name="node3">
    <dgm:fillClrLst meth="repeat">
      <a:schemeClr val="accent4"/>
    </dgm:fillClrLst>
    <dgm:linClrLst meth="repeat">
      <a:schemeClr val="lt1"/>
    </dgm:linClrLst>
    <dgm:effectClrLst/>
    <dgm:txLinClrLst/>
    <dgm:txFillClrLst/>
    <dgm:txEffectClrLst/>
  </dgm:styleLbl>
  <dgm:styleLbl name="node4">
    <dgm:fillClrLst meth="repeat">
      <a:schemeClr val="accent4"/>
    </dgm:fillClrLst>
    <dgm:linClrLst meth="repeat">
      <a:schemeClr val="lt1"/>
    </dgm:linClrLst>
    <dgm:effectClrLst/>
    <dgm:txLinClrLst/>
    <dgm:txFillClrLst/>
    <dgm:txEffectClrLst/>
  </dgm:styleLbl>
  <dgm:styleLbl name="fgImgPlace1">
    <dgm:fillClrLst meth="repeat">
      <a:schemeClr val="accent4">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4">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4">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4">
        <a:tint val="60000"/>
      </a:schemeClr>
    </dgm:fillClrLst>
    <dgm:linClrLst meth="repeat">
      <a:schemeClr val="accent4">
        <a:tint val="60000"/>
      </a:schemeClr>
    </dgm:linClrLst>
    <dgm:effectClrLst/>
    <dgm:txLinClrLst/>
    <dgm:txFillClrLst/>
    <dgm:txEffectClrLst/>
  </dgm:styleLbl>
  <dgm:styleLbl name="fgSibTrans2D1">
    <dgm:fillClrLst meth="repeat">
      <a:schemeClr val="accent4">
        <a:tint val="60000"/>
      </a:schemeClr>
    </dgm:fillClrLst>
    <dgm:linClrLst meth="repeat">
      <a:schemeClr val="accent4">
        <a:tint val="60000"/>
      </a:schemeClr>
    </dgm:linClrLst>
    <dgm:effectClrLst/>
    <dgm:txLinClrLst/>
    <dgm:txFillClrLst/>
    <dgm:txEffectClrLst/>
  </dgm:styleLbl>
  <dgm:styleLbl name="bgSibTrans2D1">
    <dgm:fillClrLst meth="repeat">
      <a:schemeClr val="accent4">
        <a:tint val="60000"/>
      </a:schemeClr>
    </dgm:fillClrLst>
    <dgm:linClrLst meth="repeat">
      <a:schemeClr val="accent4">
        <a:tint val="60000"/>
      </a:schemeClr>
    </dgm:linClrLst>
    <dgm:effectClrLst/>
    <dgm:txLinClrLst/>
    <dgm:txFillClrLst/>
    <dgm:txEffectClrLst/>
  </dgm:styleLbl>
  <dgm:styleLbl name="sibTrans1D1">
    <dgm:fillClrLst meth="repeat">
      <a:schemeClr val="accent4"/>
    </dgm:fillClrLst>
    <dgm:linClrLst meth="repeat">
      <a:schemeClr val="accent4"/>
    </dgm:linClrLst>
    <dgm:effectClrLst/>
    <dgm:txLinClrLst/>
    <dgm:txFillClrLst meth="repeat">
      <a:schemeClr val="tx1"/>
    </dgm:txFillClrLst>
    <dgm:txEffectClrLst/>
  </dgm:styleLbl>
  <dgm:styleLbl name="callout">
    <dgm:fillClrLst meth="repeat">
      <a:schemeClr val="accent4"/>
    </dgm:fillClrLst>
    <dgm:linClrLst meth="repeat">
      <a:schemeClr val="accent4">
        <a:tint val="50000"/>
      </a:schemeClr>
    </dgm:linClrLst>
    <dgm:effectClrLst/>
    <dgm:txLinClrLst/>
    <dgm:txFillClrLst meth="repeat">
      <a:schemeClr val="tx1"/>
    </dgm:txFillClrLst>
    <dgm:txEffectClrLst/>
  </dgm:styleLbl>
  <dgm:styleLbl name="asst0">
    <dgm:fillClrLst meth="repeat">
      <a:schemeClr val="accent4"/>
    </dgm:fillClrLst>
    <dgm:linClrLst meth="repeat">
      <a:schemeClr val="lt1"/>
    </dgm:linClrLst>
    <dgm:effectClrLst/>
    <dgm:txLinClrLst/>
    <dgm:txFillClrLst/>
    <dgm:txEffectClrLst/>
  </dgm:styleLbl>
  <dgm:styleLbl name="asst1">
    <dgm:fillClrLst meth="repeat">
      <a:schemeClr val="accent4"/>
    </dgm:fillClrLst>
    <dgm:linClrLst meth="repeat">
      <a:schemeClr val="lt1"/>
    </dgm:linClrLst>
    <dgm:effectClrLst/>
    <dgm:txLinClrLst/>
    <dgm:txFillClrLst/>
    <dgm:txEffectClrLst/>
  </dgm:styleLbl>
  <dgm:styleLbl name="asst2">
    <dgm:fillClrLst meth="repeat">
      <a:schemeClr val="accent4"/>
    </dgm:fillClrLst>
    <dgm:linClrLst meth="repeat">
      <a:schemeClr val="lt1"/>
    </dgm:linClrLst>
    <dgm:effectClrLst/>
    <dgm:txLinClrLst/>
    <dgm:txFillClrLst/>
    <dgm:txEffectClrLst/>
  </dgm:styleLbl>
  <dgm:styleLbl name="asst3">
    <dgm:fillClrLst meth="repeat">
      <a:schemeClr val="accent4"/>
    </dgm:fillClrLst>
    <dgm:linClrLst meth="repeat">
      <a:schemeClr val="lt1"/>
    </dgm:linClrLst>
    <dgm:effectClrLst/>
    <dgm:txLinClrLst/>
    <dgm:txFillClrLst/>
    <dgm:txEffectClrLst/>
  </dgm:styleLbl>
  <dgm:styleLbl name="asst4">
    <dgm:fillClrLst meth="repeat">
      <a:schemeClr val="accent4"/>
    </dgm:fillClrLst>
    <dgm:linClrLst meth="repeat">
      <a:schemeClr val="lt1"/>
    </dgm:linClrLst>
    <dgm:effectClrLst/>
    <dgm:txLinClrLst/>
    <dgm:txFillClrLst/>
    <dgm:txEffectClrLst/>
  </dgm:styleLbl>
  <dgm:styleLbl name="parChTrans2D1">
    <dgm:fillClrLst meth="repeat">
      <a:schemeClr val="accent4">
        <a:tint val="60000"/>
      </a:schemeClr>
    </dgm:fillClrLst>
    <dgm:linClrLst meth="repeat">
      <a:schemeClr val="accent4">
        <a:tint val="60000"/>
      </a:schemeClr>
    </dgm:linClrLst>
    <dgm:effectClrLst/>
    <dgm:txLinClrLst/>
    <dgm:txFillClrLst meth="repeat">
      <a:schemeClr val="lt1"/>
    </dgm:txFillClrLst>
    <dgm:txEffectClrLst/>
  </dgm:styleLbl>
  <dgm:styleLbl name="parChTrans2D2">
    <dgm:fillClrLst meth="repeat">
      <a:schemeClr val="accent4"/>
    </dgm:fillClrLst>
    <dgm:linClrLst meth="repeat">
      <a:schemeClr val="accent4"/>
    </dgm:linClrLst>
    <dgm:effectClrLst/>
    <dgm:txLinClrLst/>
    <dgm:txFillClrLst meth="repeat">
      <a:schemeClr val="lt1"/>
    </dgm:txFillClrLst>
    <dgm:txEffectClrLst/>
  </dgm:styleLbl>
  <dgm:styleLbl name="parChTrans2D3">
    <dgm:fillClrLst meth="repeat">
      <a:schemeClr val="accent4"/>
    </dgm:fillClrLst>
    <dgm:linClrLst meth="repeat">
      <a:schemeClr val="accent4"/>
    </dgm:linClrLst>
    <dgm:effectClrLst/>
    <dgm:txLinClrLst/>
    <dgm:txFillClrLst meth="repeat">
      <a:schemeClr val="lt1"/>
    </dgm:txFillClrLst>
    <dgm:txEffectClrLst/>
  </dgm:styleLbl>
  <dgm:styleLbl name="parChTrans2D4">
    <dgm:fillClrLst meth="repeat">
      <a:schemeClr val="accent4"/>
    </dgm:fillClrLst>
    <dgm:linClrLst meth="repeat">
      <a:schemeClr val="accent4"/>
    </dgm:linClrLst>
    <dgm:effectClrLst/>
    <dgm:txLinClrLst/>
    <dgm:txFillClrLst meth="repeat">
      <a:schemeClr val="lt1"/>
    </dgm:txFillClrLst>
    <dgm:txEffectClrLst/>
  </dgm:styleLbl>
  <dgm:styleLbl name="parChTrans1D1">
    <dgm:fillClrLst meth="repeat">
      <a:schemeClr val="accent4"/>
    </dgm:fillClrLst>
    <dgm:linClrLst meth="repeat">
      <a:schemeClr val="accent4">
        <a:shade val="60000"/>
      </a:schemeClr>
    </dgm:linClrLst>
    <dgm:effectClrLst/>
    <dgm:txLinClrLst/>
    <dgm:txFillClrLst meth="repeat">
      <a:schemeClr val="tx1"/>
    </dgm:txFillClrLst>
    <dgm:txEffectClrLst/>
  </dgm:styleLbl>
  <dgm:styleLbl name="parChTrans1D2">
    <dgm:fillClrLst meth="repeat">
      <a:schemeClr val="accent4"/>
    </dgm:fillClrLst>
    <dgm:linClrLst meth="repeat">
      <a:schemeClr val="accent4">
        <a:shade val="60000"/>
      </a:schemeClr>
    </dgm:linClrLst>
    <dgm:effectClrLst/>
    <dgm:txLinClrLst/>
    <dgm:txFillClrLst meth="repeat">
      <a:schemeClr val="tx1"/>
    </dgm:txFillClrLst>
    <dgm:txEffectClrLst/>
  </dgm:styleLbl>
  <dgm:styleLbl name="parChTrans1D3">
    <dgm:fillClrLst meth="repeat">
      <a:schemeClr val="accent4"/>
    </dgm:fillClrLst>
    <dgm:linClrLst meth="repeat">
      <a:schemeClr val="accent4">
        <a:shade val="80000"/>
      </a:schemeClr>
    </dgm:linClrLst>
    <dgm:effectClrLst/>
    <dgm:txLinClrLst/>
    <dgm:txFillClrLst meth="repeat">
      <a:schemeClr val="tx1"/>
    </dgm:txFillClrLst>
    <dgm:txEffectClrLst/>
  </dgm:styleLbl>
  <dgm:styleLbl name="parChTrans1D4">
    <dgm:fillClrLst meth="repeat">
      <a:schemeClr val="accent4"/>
    </dgm:fillClrLst>
    <dgm:linClrLst meth="repeat">
      <a:schemeClr val="accent4">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4"/>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solidFgAcc1">
    <dgm:fillClrLst meth="repeat">
      <a:schemeClr val="lt1"/>
    </dgm:fillClrLst>
    <dgm:linClrLst meth="repeat">
      <a:schemeClr val="accent4"/>
    </dgm:linClrLst>
    <dgm:effectClrLst/>
    <dgm:txLinClrLst/>
    <dgm:txFillClrLst meth="repeat">
      <a:schemeClr val="dk1"/>
    </dgm:txFillClrLst>
    <dgm:txEffectClrLst/>
  </dgm:styleLbl>
  <dgm:styleLbl name="solidAlignAcc1">
    <dgm:fillClrLst meth="repeat">
      <a:schemeClr val="lt1"/>
    </dgm:fillClrLst>
    <dgm:linClrLst meth="repeat">
      <a:schemeClr val="accent4"/>
    </dgm:linClrLst>
    <dgm:effectClrLst/>
    <dgm:txLinClrLst/>
    <dgm:txFillClrLst meth="repeat">
      <a:schemeClr val="dk1"/>
    </dgm:txFillClrLst>
    <dgm:txEffectClrLst/>
  </dgm:styleLbl>
  <dgm:styleLbl name="solidBgAcc1">
    <dgm:fillClrLst meth="repeat">
      <a:schemeClr val="lt1"/>
    </dgm:fillClrLst>
    <dgm:linClrLst meth="repeat">
      <a:schemeClr val="accent4"/>
    </dgm:linClrLst>
    <dgm:effectClrLst/>
    <dgm:txLinClrLst/>
    <dgm:txFillClrLst meth="repeat">
      <a:schemeClr val="dk1"/>
    </dgm:txFillClrLst>
    <dgm:txEffectClrLst/>
  </dgm:styleLbl>
  <dgm:styleLbl name="fgAccFollowNode1">
    <dgm:fillClrLst meth="repeat">
      <a:schemeClr val="accent4">
        <a:alpha val="90000"/>
        <a:tint val="40000"/>
      </a:schemeClr>
    </dgm:fillClrLst>
    <dgm:linClrLst meth="repeat">
      <a:schemeClr val="accent4">
        <a:alpha val="90000"/>
        <a:tint val="40000"/>
      </a:schemeClr>
    </dgm:linClrLst>
    <dgm:effectClrLst/>
    <dgm:txLinClrLst/>
    <dgm:txFillClrLst meth="repeat">
      <a:schemeClr val="dk1"/>
    </dgm:txFillClrLst>
    <dgm:txEffectClrLst/>
  </dgm:styleLbl>
  <dgm:styleLbl name="alignAccFollowNode1">
    <dgm:fillClrLst meth="repeat">
      <a:schemeClr val="accent4">
        <a:alpha val="90000"/>
        <a:tint val="40000"/>
      </a:schemeClr>
    </dgm:fillClrLst>
    <dgm:linClrLst meth="repeat">
      <a:schemeClr val="accent4">
        <a:alpha val="90000"/>
        <a:tint val="40000"/>
      </a:schemeClr>
    </dgm:linClrLst>
    <dgm:effectClrLst/>
    <dgm:txLinClrLst/>
    <dgm:txFillClrLst meth="repeat">
      <a:schemeClr val="dk1"/>
    </dgm:txFillClrLst>
    <dgm:txEffectClrLst/>
  </dgm:styleLbl>
  <dgm:styleLbl name="bgAccFollowNode1">
    <dgm:fillClrLst meth="repeat">
      <a:schemeClr val="accent4">
        <a:alpha val="90000"/>
        <a:tint val="40000"/>
      </a:schemeClr>
    </dgm:fillClrLst>
    <dgm:linClrLst meth="repeat">
      <a:schemeClr val="accent4">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bgShp">
    <dgm:fillClrLst meth="repeat">
      <a:schemeClr val="accent4">
        <a:tint val="40000"/>
      </a:schemeClr>
    </dgm:fillClrLst>
    <dgm:linClrLst meth="repeat">
      <a:schemeClr val="accent4"/>
    </dgm:linClrLst>
    <dgm:effectClrLst/>
    <dgm:txLinClrLst/>
    <dgm:txFillClrLst meth="repeat">
      <a:schemeClr val="dk1"/>
    </dgm:txFillClrLst>
    <dgm:txEffectClrLst/>
  </dgm:styleLbl>
  <dgm:styleLbl name="dkBgShp">
    <dgm:fillClrLst meth="repeat">
      <a:schemeClr val="accent4">
        <a:shade val="80000"/>
      </a:schemeClr>
    </dgm:fillClrLst>
    <dgm:linClrLst meth="repeat">
      <a:schemeClr val="accent4"/>
    </dgm:linClrLst>
    <dgm:effectClrLst/>
    <dgm:txLinClrLst/>
    <dgm:txFillClrLst meth="repeat">
      <a:schemeClr val="lt1"/>
    </dgm:txFillClrLst>
    <dgm:txEffectClrLst/>
  </dgm:styleLbl>
  <dgm:styleLbl name="trBgShp">
    <dgm:fillClrLst meth="repeat">
      <a:schemeClr val="accent4">
        <a:tint val="50000"/>
        <a:alpha val="40000"/>
      </a:schemeClr>
    </dgm:fillClrLst>
    <dgm:linClrLst meth="repeat">
      <a:schemeClr val="accent4"/>
    </dgm:linClrLst>
    <dgm:effectClrLst/>
    <dgm:txLinClrLst/>
    <dgm:txFillClrLst meth="repeat">
      <a:schemeClr val="lt1"/>
    </dgm:txFillClrLst>
    <dgm:txEffectClrLst/>
  </dgm:styleLbl>
  <dgm:styleLbl name="fgShp">
    <dgm:fillClrLst meth="repeat">
      <a:schemeClr val="accent4">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4_2">
  <dgm:title val=""/>
  <dgm:desc val=""/>
  <dgm:catLst>
    <dgm:cat type="accent4" pri="11200"/>
  </dgm:catLst>
  <dgm:styleLbl name="node0">
    <dgm:fillClrLst meth="repeat">
      <a:schemeClr val="accent4"/>
    </dgm:fillClrLst>
    <dgm:linClrLst meth="repeat">
      <a:schemeClr val="lt1"/>
    </dgm:linClrLst>
    <dgm:effectClrLst/>
    <dgm:txLinClrLst/>
    <dgm:txFillClrLst/>
    <dgm:txEffectClrLst/>
  </dgm:styleLbl>
  <dgm:styleLbl name="node1">
    <dgm:fillClrLst meth="repeat">
      <a:schemeClr val="accent4"/>
    </dgm:fillClrLst>
    <dgm:linClrLst meth="repeat">
      <a:schemeClr val="lt1"/>
    </dgm:linClrLst>
    <dgm:effectClrLst/>
    <dgm:txLinClrLst/>
    <dgm:txFillClrLst/>
    <dgm:txEffectClrLst/>
  </dgm:styleLbl>
  <dgm:styleLbl name="alignNode1">
    <dgm:fillClrLst meth="repeat">
      <a:schemeClr val="accent4"/>
    </dgm:fillClrLst>
    <dgm:linClrLst meth="repeat">
      <a:schemeClr val="accent4"/>
    </dgm:linClrLst>
    <dgm:effectClrLst/>
    <dgm:txLinClrLst/>
    <dgm:txFillClrLst/>
    <dgm:txEffectClrLst/>
  </dgm:styleLbl>
  <dgm:styleLbl name="lnNode1">
    <dgm:fillClrLst meth="repeat">
      <a:schemeClr val="accent4"/>
    </dgm:fillClrLst>
    <dgm:linClrLst meth="repeat">
      <a:schemeClr val="lt1"/>
    </dgm:linClrLst>
    <dgm:effectClrLst/>
    <dgm:txLinClrLst/>
    <dgm:txFillClrLst/>
    <dgm:txEffectClrLst/>
  </dgm:styleLbl>
  <dgm:styleLbl name="vennNode1">
    <dgm:fillClrLst meth="repeat">
      <a:schemeClr val="accent4">
        <a:alpha val="50000"/>
      </a:schemeClr>
    </dgm:fillClrLst>
    <dgm:linClrLst meth="repeat">
      <a:schemeClr val="lt1"/>
    </dgm:linClrLst>
    <dgm:effectClrLst/>
    <dgm:txLinClrLst/>
    <dgm:txFillClrLst/>
    <dgm:txEffectClrLst/>
  </dgm:styleLbl>
  <dgm:styleLbl name="node2">
    <dgm:fillClrLst meth="repeat">
      <a:schemeClr val="accent4"/>
    </dgm:fillClrLst>
    <dgm:linClrLst meth="repeat">
      <a:schemeClr val="lt1"/>
    </dgm:linClrLst>
    <dgm:effectClrLst/>
    <dgm:txLinClrLst/>
    <dgm:txFillClrLst/>
    <dgm:txEffectClrLst/>
  </dgm:styleLbl>
  <dgm:styleLbl name="node3">
    <dgm:fillClrLst meth="repeat">
      <a:schemeClr val="accent4"/>
    </dgm:fillClrLst>
    <dgm:linClrLst meth="repeat">
      <a:schemeClr val="lt1"/>
    </dgm:linClrLst>
    <dgm:effectClrLst/>
    <dgm:txLinClrLst/>
    <dgm:txFillClrLst/>
    <dgm:txEffectClrLst/>
  </dgm:styleLbl>
  <dgm:styleLbl name="node4">
    <dgm:fillClrLst meth="repeat">
      <a:schemeClr val="accent4"/>
    </dgm:fillClrLst>
    <dgm:linClrLst meth="repeat">
      <a:schemeClr val="lt1"/>
    </dgm:linClrLst>
    <dgm:effectClrLst/>
    <dgm:txLinClrLst/>
    <dgm:txFillClrLst/>
    <dgm:txEffectClrLst/>
  </dgm:styleLbl>
  <dgm:styleLbl name="fgImgPlace1">
    <dgm:fillClrLst meth="repeat">
      <a:schemeClr val="accent4">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4">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4">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4">
        <a:tint val="60000"/>
      </a:schemeClr>
    </dgm:fillClrLst>
    <dgm:linClrLst meth="repeat">
      <a:schemeClr val="accent4">
        <a:tint val="60000"/>
      </a:schemeClr>
    </dgm:linClrLst>
    <dgm:effectClrLst/>
    <dgm:txLinClrLst/>
    <dgm:txFillClrLst/>
    <dgm:txEffectClrLst/>
  </dgm:styleLbl>
  <dgm:styleLbl name="fgSibTrans2D1">
    <dgm:fillClrLst meth="repeat">
      <a:schemeClr val="accent4">
        <a:tint val="60000"/>
      </a:schemeClr>
    </dgm:fillClrLst>
    <dgm:linClrLst meth="repeat">
      <a:schemeClr val="accent4">
        <a:tint val="60000"/>
      </a:schemeClr>
    </dgm:linClrLst>
    <dgm:effectClrLst/>
    <dgm:txLinClrLst/>
    <dgm:txFillClrLst/>
    <dgm:txEffectClrLst/>
  </dgm:styleLbl>
  <dgm:styleLbl name="bgSibTrans2D1">
    <dgm:fillClrLst meth="repeat">
      <a:schemeClr val="accent4">
        <a:tint val="60000"/>
      </a:schemeClr>
    </dgm:fillClrLst>
    <dgm:linClrLst meth="repeat">
      <a:schemeClr val="accent4">
        <a:tint val="60000"/>
      </a:schemeClr>
    </dgm:linClrLst>
    <dgm:effectClrLst/>
    <dgm:txLinClrLst/>
    <dgm:txFillClrLst/>
    <dgm:txEffectClrLst/>
  </dgm:styleLbl>
  <dgm:styleLbl name="sibTrans1D1">
    <dgm:fillClrLst meth="repeat">
      <a:schemeClr val="accent4"/>
    </dgm:fillClrLst>
    <dgm:linClrLst meth="repeat">
      <a:schemeClr val="accent4"/>
    </dgm:linClrLst>
    <dgm:effectClrLst/>
    <dgm:txLinClrLst/>
    <dgm:txFillClrLst meth="repeat">
      <a:schemeClr val="tx1"/>
    </dgm:txFillClrLst>
    <dgm:txEffectClrLst/>
  </dgm:styleLbl>
  <dgm:styleLbl name="callout">
    <dgm:fillClrLst meth="repeat">
      <a:schemeClr val="accent4"/>
    </dgm:fillClrLst>
    <dgm:linClrLst meth="repeat">
      <a:schemeClr val="accent4">
        <a:tint val="50000"/>
      </a:schemeClr>
    </dgm:linClrLst>
    <dgm:effectClrLst/>
    <dgm:txLinClrLst/>
    <dgm:txFillClrLst meth="repeat">
      <a:schemeClr val="tx1"/>
    </dgm:txFillClrLst>
    <dgm:txEffectClrLst/>
  </dgm:styleLbl>
  <dgm:styleLbl name="asst0">
    <dgm:fillClrLst meth="repeat">
      <a:schemeClr val="accent4"/>
    </dgm:fillClrLst>
    <dgm:linClrLst meth="repeat">
      <a:schemeClr val="lt1"/>
    </dgm:linClrLst>
    <dgm:effectClrLst/>
    <dgm:txLinClrLst/>
    <dgm:txFillClrLst/>
    <dgm:txEffectClrLst/>
  </dgm:styleLbl>
  <dgm:styleLbl name="asst1">
    <dgm:fillClrLst meth="repeat">
      <a:schemeClr val="accent4"/>
    </dgm:fillClrLst>
    <dgm:linClrLst meth="repeat">
      <a:schemeClr val="lt1"/>
    </dgm:linClrLst>
    <dgm:effectClrLst/>
    <dgm:txLinClrLst/>
    <dgm:txFillClrLst/>
    <dgm:txEffectClrLst/>
  </dgm:styleLbl>
  <dgm:styleLbl name="asst2">
    <dgm:fillClrLst meth="repeat">
      <a:schemeClr val="accent4"/>
    </dgm:fillClrLst>
    <dgm:linClrLst meth="repeat">
      <a:schemeClr val="lt1"/>
    </dgm:linClrLst>
    <dgm:effectClrLst/>
    <dgm:txLinClrLst/>
    <dgm:txFillClrLst/>
    <dgm:txEffectClrLst/>
  </dgm:styleLbl>
  <dgm:styleLbl name="asst3">
    <dgm:fillClrLst meth="repeat">
      <a:schemeClr val="accent4"/>
    </dgm:fillClrLst>
    <dgm:linClrLst meth="repeat">
      <a:schemeClr val="lt1"/>
    </dgm:linClrLst>
    <dgm:effectClrLst/>
    <dgm:txLinClrLst/>
    <dgm:txFillClrLst/>
    <dgm:txEffectClrLst/>
  </dgm:styleLbl>
  <dgm:styleLbl name="asst4">
    <dgm:fillClrLst meth="repeat">
      <a:schemeClr val="accent4"/>
    </dgm:fillClrLst>
    <dgm:linClrLst meth="repeat">
      <a:schemeClr val="lt1"/>
    </dgm:linClrLst>
    <dgm:effectClrLst/>
    <dgm:txLinClrLst/>
    <dgm:txFillClrLst/>
    <dgm:txEffectClrLst/>
  </dgm:styleLbl>
  <dgm:styleLbl name="parChTrans2D1">
    <dgm:fillClrLst meth="repeat">
      <a:schemeClr val="accent4">
        <a:tint val="60000"/>
      </a:schemeClr>
    </dgm:fillClrLst>
    <dgm:linClrLst meth="repeat">
      <a:schemeClr val="accent4">
        <a:tint val="60000"/>
      </a:schemeClr>
    </dgm:linClrLst>
    <dgm:effectClrLst/>
    <dgm:txLinClrLst/>
    <dgm:txFillClrLst meth="repeat">
      <a:schemeClr val="lt1"/>
    </dgm:txFillClrLst>
    <dgm:txEffectClrLst/>
  </dgm:styleLbl>
  <dgm:styleLbl name="parChTrans2D2">
    <dgm:fillClrLst meth="repeat">
      <a:schemeClr val="accent4"/>
    </dgm:fillClrLst>
    <dgm:linClrLst meth="repeat">
      <a:schemeClr val="accent4"/>
    </dgm:linClrLst>
    <dgm:effectClrLst/>
    <dgm:txLinClrLst/>
    <dgm:txFillClrLst meth="repeat">
      <a:schemeClr val="lt1"/>
    </dgm:txFillClrLst>
    <dgm:txEffectClrLst/>
  </dgm:styleLbl>
  <dgm:styleLbl name="parChTrans2D3">
    <dgm:fillClrLst meth="repeat">
      <a:schemeClr val="accent4"/>
    </dgm:fillClrLst>
    <dgm:linClrLst meth="repeat">
      <a:schemeClr val="accent4"/>
    </dgm:linClrLst>
    <dgm:effectClrLst/>
    <dgm:txLinClrLst/>
    <dgm:txFillClrLst meth="repeat">
      <a:schemeClr val="lt1"/>
    </dgm:txFillClrLst>
    <dgm:txEffectClrLst/>
  </dgm:styleLbl>
  <dgm:styleLbl name="parChTrans2D4">
    <dgm:fillClrLst meth="repeat">
      <a:schemeClr val="accent4"/>
    </dgm:fillClrLst>
    <dgm:linClrLst meth="repeat">
      <a:schemeClr val="accent4"/>
    </dgm:linClrLst>
    <dgm:effectClrLst/>
    <dgm:txLinClrLst/>
    <dgm:txFillClrLst meth="repeat">
      <a:schemeClr val="lt1"/>
    </dgm:txFillClrLst>
    <dgm:txEffectClrLst/>
  </dgm:styleLbl>
  <dgm:styleLbl name="parChTrans1D1">
    <dgm:fillClrLst meth="repeat">
      <a:schemeClr val="accent4"/>
    </dgm:fillClrLst>
    <dgm:linClrLst meth="repeat">
      <a:schemeClr val="accent4">
        <a:shade val="60000"/>
      </a:schemeClr>
    </dgm:linClrLst>
    <dgm:effectClrLst/>
    <dgm:txLinClrLst/>
    <dgm:txFillClrLst meth="repeat">
      <a:schemeClr val="tx1"/>
    </dgm:txFillClrLst>
    <dgm:txEffectClrLst/>
  </dgm:styleLbl>
  <dgm:styleLbl name="parChTrans1D2">
    <dgm:fillClrLst meth="repeat">
      <a:schemeClr val="accent4"/>
    </dgm:fillClrLst>
    <dgm:linClrLst meth="repeat">
      <a:schemeClr val="accent4">
        <a:shade val="60000"/>
      </a:schemeClr>
    </dgm:linClrLst>
    <dgm:effectClrLst/>
    <dgm:txLinClrLst/>
    <dgm:txFillClrLst meth="repeat">
      <a:schemeClr val="tx1"/>
    </dgm:txFillClrLst>
    <dgm:txEffectClrLst/>
  </dgm:styleLbl>
  <dgm:styleLbl name="parChTrans1D3">
    <dgm:fillClrLst meth="repeat">
      <a:schemeClr val="accent4"/>
    </dgm:fillClrLst>
    <dgm:linClrLst meth="repeat">
      <a:schemeClr val="accent4">
        <a:shade val="80000"/>
      </a:schemeClr>
    </dgm:linClrLst>
    <dgm:effectClrLst/>
    <dgm:txLinClrLst/>
    <dgm:txFillClrLst meth="repeat">
      <a:schemeClr val="tx1"/>
    </dgm:txFillClrLst>
    <dgm:txEffectClrLst/>
  </dgm:styleLbl>
  <dgm:styleLbl name="parChTrans1D4">
    <dgm:fillClrLst meth="repeat">
      <a:schemeClr val="accent4"/>
    </dgm:fillClrLst>
    <dgm:linClrLst meth="repeat">
      <a:schemeClr val="accent4">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4"/>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solidFgAcc1">
    <dgm:fillClrLst meth="repeat">
      <a:schemeClr val="lt1"/>
    </dgm:fillClrLst>
    <dgm:linClrLst meth="repeat">
      <a:schemeClr val="accent4"/>
    </dgm:linClrLst>
    <dgm:effectClrLst/>
    <dgm:txLinClrLst/>
    <dgm:txFillClrLst meth="repeat">
      <a:schemeClr val="dk1"/>
    </dgm:txFillClrLst>
    <dgm:txEffectClrLst/>
  </dgm:styleLbl>
  <dgm:styleLbl name="solidAlignAcc1">
    <dgm:fillClrLst meth="repeat">
      <a:schemeClr val="lt1"/>
    </dgm:fillClrLst>
    <dgm:linClrLst meth="repeat">
      <a:schemeClr val="accent4"/>
    </dgm:linClrLst>
    <dgm:effectClrLst/>
    <dgm:txLinClrLst/>
    <dgm:txFillClrLst meth="repeat">
      <a:schemeClr val="dk1"/>
    </dgm:txFillClrLst>
    <dgm:txEffectClrLst/>
  </dgm:styleLbl>
  <dgm:styleLbl name="solidBgAcc1">
    <dgm:fillClrLst meth="repeat">
      <a:schemeClr val="lt1"/>
    </dgm:fillClrLst>
    <dgm:linClrLst meth="repeat">
      <a:schemeClr val="accent4"/>
    </dgm:linClrLst>
    <dgm:effectClrLst/>
    <dgm:txLinClrLst/>
    <dgm:txFillClrLst meth="repeat">
      <a:schemeClr val="dk1"/>
    </dgm:txFillClrLst>
    <dgm:txEffectClrLst/>
  </dgm:styleLbl>
  <dgm:styleLbl name="fgAccFollowNode1">
    <dgm:fillClrLst meth="repeat">
      <a:schemeClr val="accent4">
        <a:alpha val="90000"/>
        <a:tint val="40000"/>
      </a:schemeClr>
    </dgm:fillClrLst>
    <dgm:linClrLst meth="repeat">
      <a:schemeClr val="accent4">
        <a:alpha val="90000"/>
        <a:tint val="40000"/>
      </a:schemeClr>
    </dgm:linClrLst>
    <dgm:effectClrLst/>
    <dgm:txLinClrLst/>
    <dgm:txFillClrLst meth="repeat">
      <a:schemeClr val="dk1"/>
    </dgm:txFillClrLst>
    <dgm:txEffectClrLst/>
  </dgm:styleLbl>
  <dgm:styleLbl name="alignAccFollowNode1">
    <dgm:fillClrLst meth="repeat">
      <a:schemeClr val="accent4">
        <a:alpha val="90000"/>
        <a:tint val="40000"/>
      </a:schemeClr>
    </dgm:fillClrLst>
    <dgm:linClrLst meth="repeat">
      <a:schemeClr val="accent4">
        <a:alpha val="90000"/>
        <a:tint val="40000"/>
      </a:schemeClr>
    </dgm:linClrLst>
    <dgm:effectClrLst/>
    <dgm:txLinClrLst/>
    <dgm:txFillClrLst meth="repeat">
      <a:schemeClr val="dk1"/>
    </dgm:txFillClrLst>
    <dgm:txEffectClrLst/>
  </dgm:styleLbl>
  <dgm:styleLbl name="bgAccFollowNode1">
    <dgm:fillClrLst meth="repeat">
      <a:schemeClr val="accent4">
        <a:alpha val="90000"/>
        <a:tint val="40000"/>
      </a:schemeClr>
    </dgm:fillClrLst>
    <dgm:linClrLst meth="repeat">
      <a:schemeClr val="accent4">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bgShp">
    <dgm:fillClrLst meth="repeat">
      <a:schemeClr val="accent4">
        <a:tint val="40000"/>
      </a:schemeClr>
    </dgm:fillClrLst>
    <dgm:linClrLst meth="repeat">
      <a:schemeClr val="accent4"/>
    </dgm:linClrLst>
    <dgm:effectClrLst/>
    <dgm:txLinClrLst/>
    <dgm:txFillClrLst meth="repeat">
      <a:schemeClr val="dk1"/>
    </dgm:txFillClrLst>
    <dgm:txEffectClrLst/>
  </dgm:styleLbl>
  <dgm:styleLbl name="dkBgShp">
    <dgm:fillClrLst meth="repeat">
      <a:schemeClr val="accent4">
        <a:shade val="80000"/>
      </a:schemeClr>
    </dgm:fillClrLst>
    <dgm:linClrLst meth="repeat">
      <a:schemeClr val="accent4"/>
    </dgm:linClrLst>
    <dgm:effectClrLst/>
    <dgm:txLinClrLst/>
    <dgm:txFillClrLst meth="repeat">
      <a:schemeClr val="lt1"/>
    </dgm:txFillClrLst>
    <dgm:txEffectClrLst/>
  </dgm:styleLbl>
  <dgm:styleLbl name="trBgShp">
    <dgm:fillClrLst meth="repeat">
      <a:schemeClr val="accent4">
        <a:tint val="50000"/>
        <a:alpha val="40000"/>
      </a:schemeClr>
    </dgm:fillClrLst>
    <dgm:linClrLst meth="repeat">
      <a:schemeClr val="accent4"/>
    </dgm:linClrLst>
    <dgm:effectClrLst/>
    <dgm:txLinClrLst/>
    <dgm:txFillClrLst meth="repeat">
      <a:schemeClr val="lt1"/>
    </dgm:txFillClrLst>
    <dgm:txEffectClrLst/>
  </dgm:styleLbl>
  <dgm:styleLbl name="fgShp">
    <dgm:fillClrLst meth="repeat">
      <a:schemeClr val="accent4">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4_2">
  <dgm:title val=""/>
  <dgm:desc val=""/>
  <dgm:catLst>
    <dgm:cat type="accent4" pri="11200"/>
  </dgm:catLst>
  <dgm:styleLbl name="node0">
    <dgm:fillClrLst meth="repeat">
      <a:schemeClr val="accent4"/>
    </dgm:fillClrLst>
    <dgm:linClrLst meth="repeat">
      <a:schemeClr val="lt1"/>
    </dgm:linClrLst>
    <dgm:effectClrLst/>
    <dgm:txLinClrLst/>
    <dgm:txFillClrLst/>
    <dgm:txEffectClrLst/>
  </dgm:styleLbl>
  <dgm:styleLbl name="node1">
    <dgm:fillClrLst meth="repeat">
      <a:schemeClr val="accent4"/>
    </dgm:fillClrLst>
    <dgm:linClrLst meth="repeat">
      <a:schemeClr val="lt1"/>
    </dgm:linClrLst>
    <dgm:effectClrLst/>
    <dgm:txLinClrLst/>
    <dgm:txFillClrLst/>
    <dgm:txEffectClrLst/>
  </dgm:styleLbl>
  <dgm:styleLbl name="alignNode1">
    <dgm:fillClrLst meth="repeat">
      <a:schemeClr val="accent4"/>
    </dgm:fillClrLst>
    <dgm:linClrLst meth="repeat">
      <a:schemeClr val="accent4"/>
    </dgm:linClrLst>
    <dgm:effectClrLst/>
    <dgm:txLinClrLst/>
    <dgm:txFillClrLst/>
    <dgm:txEffectClrLst/>
  </dgm:styleLbl>
  <dgm:styleLbl name="lnNode1">
    <dgm:fillClrLst meth="repeat">
      <a:schemeClr val="accent4"/>
    </dgm:fillClrLst>
    <dgm:linClrLst meth="repeat">
      <a:schemeClr val="lt1"/>
    </dgm:linClrLst>
    <dgm:effectClrLst/>
    <dgm:txLinClrLst/>
    <dgm:txFillClrLst/>
    <dgm:txEffectClrLst/>
  </dgm:styleLbl>
  <dgm:styleLbl name="vennNode1">
    <dgm:fillClrLst meth="repeat">
      <a:schemeClr val="accent4">
        <a:alpha val="50000"/>
      </a:schemeClr>
    </dgm:fillClrLst>
    <dgm:linClrLst meth="repeat">
      <a:schemeClr val="lt1"/>
    </dgm:linClrLst>
    <dgm:effectClrLst/>
    <dgm:txLinClrLst/>
    <dgm:txFillClrLst/>
    <dgm:txEffectClrLst/>
  </dgm:styleLbl>
  <dgm:styleLbl name="node2">
    <dgm:fillClrLst meth="repeat">
      <a:schemeClr val="accent4"/>
    </dgm:fillClrLst>
    <dgm:linClrLst meth="repeat">
      <a:schemeClr val="lt1"/>
    </dgm:linClrLst>
    <dgm:effectClrLst/>
    <dgm:txLinClrLst/>
    <dgm:txFillClrLst/>
    <dgm:txEffectClrLst/>
  </dgm:styleLbl>
  <dgm:styleLbl name="node3">
    <dgm:fillClrLst meth="repeat">
      <a:schemeClr val="accent4"/>
    </dgm:fillClrLst>
    <dgm:linClrLst meth="repeat">
      <a:schemeClr val="lt1"/>
    </dgm:linClrLst>
    <dgm:effectClrLst/>
    <dgm:txLinClrLst/>
    <dgm:txFillClrLst/>
    <dgm:txEffectClrLst/>
  </dgm:styleLbl>
  <dgm:styleLbl name="node4">
    <dgm:fillClrLst meth="repeat">
      <a:schemeClr val="accent4"/>
    </dgm:fillClrLst>
    <dgm:linClrLst meth="repeat">
      <a:schemeClr val="lt1"/>
    </dgm:linClrLst>
    <dgm:effectClrLst/>
    <dgm:txLinClrLst/>
    <dgm:txFillClrLst/>
    <dgm:txEffectClrLst/>
  </dgm:styleLbl>
  <dgm:styleLbl name="fgImgPlace1">
    <dgm:fillClrLst meth="repeat">
      <a:schemeClr val="accent4">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4">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4">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4">
        <a:tint val="60000"/>
      </a:schemeClr>
    </dgm:fillClrLst>
    <dgm:linClrLst meth="repeat">
      <a:schemeClr val="accent4">
        <a:tint val="60000"/>
      </a:schemeClr>
    </dgm:linClrLst>
    <dgm:effectClrLst/>
    <dgm:txLinClrLst/>
    <dgm:txFillClrLst/>
    <dgm:txEffectClrLst/>
  </dgm:styleLbl>
  <dgm:styleLbl name="fgSibTrans2D1">
    <dgm:fillClrLst meth="repeat">
      <a:schemeClr val="accent4">
        <a:tint val="60000"/>
      </a:schemeClr>
    </dgm:fillClrLst>
    <dgm:linClrLst meth="repeat">
      <a:schemeClr val="accent4">
        <a:tint val="60000"/>
      </a:schemeClr>
    </dgm:linClrLst>
    <dgm:effectClrLst/>
    <dgm:txLinClrLst/>
    <dgm:txFillClrLst/>
    <dgm:txEffectClrLst/>
  </dgm:styleLbl>
  <dgm:styleLbl name="bgSibTrans2D1">
    <dgm:fillClrLst meth="repeat">
      <a:schemeClr val="accent4">
        <a:tint val="60000"/>
      </a:schemeClr>
    </dgm:fillClrLst>
    <dgm:linClrLst meth="repeat">
      <a:schemeClr val="accent4">
        <a:tint val="60000"/>
      </a:schemeClr>
    </dgm:linClrLst>
    <dgm:effectClrLst/>
    <dgm:txLinClrLst/>
    <dgm:txFillClrLst/>
    <dgm:txEffectClrLst/>
  </dgm:styleLbl>
  <dgm:styleLbl name="sibTrans1D1">
    <dgm:fillClrLst meth="repeat">
      <a:schemeClr val="accent4"/>
    </dgm:fillClrLst>
    <dgm:linClrLst meth="repeat">
      <a:schemeClr val="accent4"/>
    </dgm:linClrLst>
    <dgm:effectClrLst/>
    <dgm:txLinClrLst/>
    <dgm:txFillClrLst meth="repeat">
      <a:schemeClr val="tx1"/>
    </dgm:txFillClrLst>
    <dgm:txEffectClrLst/>
  </dgm:styleLbl>
  <dgm:styleLbl name="callout">
    <dgm:fillClrLst meth="repeat">
      <a:schemeClr val="accent4"/>
    </dgm:fillClrLst>
    <dgm:linClrLst meth="repeat">
      <a:schemeClr val="accent4">
        <a:tint val="50000"/>
      </a:schemeClr>
    </dgm:linClrLst>
    <dgm:effectClrLst/>
    <dgm:txLinClrLst/>
    <dgm:txFillClrLst meth="repeat">
      <a:schemeClr val="tx1"/>
    </dgm:txFillClrLst>
    <dgm:txEffectClrLst/>
  </dgm:styleLbl>
  <dgm:styleLbl name="asst0">
    <dgm:fillClrLst meth="repeat">
      <a:schemeClr val="accent4"/>
    </dgm:fillClrLst>
    <dgm:linClrLst meth="repeat">
      <a:schemeClr val="lt1"/>
    </dgm:linClrLst>
    <dgm:effectClrLst/>
    <dgm:txLinClrLst/>
    <dgm:txFillClrLst/>
    <dgm:txEffectClrLst/>
  </dgm:styleLbl>
  <dgm:styleLbl name="asst1">
    <dgm:fillClrLst meth="repeat">
      <a:schemeClr val="accent4"/>
    </dgm:fillClrLst>
    <dgm:linClrLst meth="repeat">
      <a:schemeClr val="lt1"/>
    </dgm:linClrLst>
    <dgm:effectClrLst/>
    <dgm:txLinClrLst/>
    <dgm:txFillClrLst/>
    <dgm:txEffectClrLst/>
  </dgm:styleLbl>
  <dgm:styleLbl name="asst2">
    <dgm:fillClrLst meth="repeat">
      <a:schemeClr val="accent4"/>
    </dgm:fillClrLst>
    <dgm:linClrLst meth="repeat">
      <a:schemeClr val="lt1"/>
    </dgm:linClrLst>
    <dgm:effectClrLst/>
    <dgm:txLinClrLst/>
    <dgm:txFillClrLst/>
    <dgm:txEffectClrLst/>
  </dgm:styleLbl>
  <dgm:styleLbl name="asst3">
    <dgm:fillClrLst meth="repeat">
      <a:schemeClr val="accent4"/>
    </dgm:fillClrLst>
    <dgm:linClrLst meth="repeat">
      <a:schemeClr val="lt1"/>
    </dgm:linClrLst>
    <dgm:effectClrLst/>
    <dgm:txLinClrLst/>
    <dgm:txFillClrLst/>
    <dgm:txEffectClrLst/>
  </dgm:styleLbl>
  <dgm:styleLbl name="asst4">
    <dgm:fillClrLst meth="repeat">
      <a:schemeClr val="accent4"/>
    </dgm:fillClrLst>
    <dgm:linClrLst meth="repeat">
      <a:schemeClr val="lt1"/>
    </dgm:linClrLst>
    <dgm:effectClrLst/>
    <dgm:txLinClrLst/>
    <dgm:txFillClrLst/>
    <dgm:txEffectClrLst/>
  </dgm:styleLbl>
  <dgm:styleLbl name="parChTrans2D1">
    <dgm:fillClrLst meth="repeat">
      <a:schemeClr val="accent4">
        <a:tint val="60000"/>
      </a:schemeClr>
    </dgm:fillClrLst>
    <dgm:linClrLst meth="repeat">
      <a:schemeClr val="accent4">
        <a:tint val="60000"/>
      </a:schemeClr>
    </dgm:linClrLst>
    <dgm:effectClrLst/>
    <dgm:txLinClrLst/>
    <dgm:txFillClrLst meth="repeat">
      <a:schemeClr val="lt1"/>
    </dgm:txFillClrLst>
    <dgm:txEffectClrLst/>
  </dgm:styleLbl>
  <dgm:styleLbl name="parChTrans2D2">
    <dgm:fillClrLst meth="repeat">
      <a:schemeClr val="accent4"/>
    </dgm:fillClrLst>
    <dgm:linClrLst meth="repeat">
      <a:schemeClr val="accent4"/>
    </dgm:linClrLst>
    <dgm:effectClrLst/>
    <dgm:txLinClrLst/>
    <dgm:txFillClrLst meth="repeat">
      <a:schemeClr val="lt1"/>
    </dgm:txFillClrLst>
    <dgm:txEffectClrLst/>
  </dgm:styleLbl>
  <dgm:styleLbl name="parChTrans2D3">
    <dgm:fillClrLst meth="repeat">
      <a:schemeClr val="accent4"/>
    </dgm:fillClrLst>
    <dgm:linClrLst meth="repeat">
      <a:schemeClr val="accent4"/>
    </dgm:linClrLst>
    <dgm:effectClrLst/>
    <dgm:txLinClrLst/>
    <dgm:txFillClrLst meth="repeat">
      <a:schemeClr val="lt1"/>
    </dgm:txFillClrLst>
    <dgm:txEffectClrLst/>
  </dgm:styleLbl>
  <dgm:styleLbl name="parChTrans2D4">
    <dgm:fillClrLst meth="repeat">
      <a:schemeClr val="accent4"/>
    </dgm:fillClrLst>
    <dgm:linClrLst meth="repeat">
      <a:schemeClr val="accent4"/>
    </dgm:linClrLst>
    <dgm:effectClrLst/>
    <dgm:txLinClrLst/>
    <dgm:txFillClrLst meth="repeat">
      <a:schemeClr val="lt1"/>
    </dgm:txFillClrLst>
    <dgm:txEffectClrLst/>
  </dgm:styleLbl>
  <dgm:styleLbl name="parChTrans1D1">
    <dgm:fillClrLst meth="repeat">
      <a:schemeClr val="accent4"/>
    </dgm:fillClrLst>
    <dgm:linClrLst meth="repeat">
      <a:schemeClr val="accent4">
        <a:shade val="60000"/>
      </a:schemeClr>
    </dgm:linClrLst>
    <dgm:effectClrLst/>
    <dgm:txLinClrLst/>
    <dgm:txFillClrLst meth="repeat">
      <a:schemeClr val="tx1"/>
    </dgm:txFillClrLst>
    <dgm:txEffectClrLst/>
  </dgm:styleLbl>
  <dgm:styleLbl name="parChTrans1D2">
    <dgm:fillClrLst meth="repeat">
      <a:schemeClr val="accent4"/>
    </dgm:fillClrLst>
    <dgm:linClrLst meth="repeat">
      <a:schemeClr val="accent4">
        <a:shade val="60000"/>
      </a:schemeClr>
    </dgm:linClrLst>
    <dgm:effectClrLst/>
    <dgm:txLinClrLst/>
    <dgm:txFillClrLst meth="repeat">
      <a:schemeClr val="tx1"/>
    </dgm:txFillClrLst>
    <dgm:txEffectClrLst/>
  </dgm:styleLbl>
  <dgm:styleLbl name="parChTrans1D3">
    <dgm:fillClrLst meth="repeat">
      <a:schemeClr val="accent4"/>
    </dgm:fillClrLst>
    <dgm:linClrLst meth="repeat">
      <a:schemeClr val="accent4">
        <a:shade val="80000"/>
      </a:schemeClr>
    </dgm:linClrLst>
    <dgm:effectClrLst/>
    <dgm:txLinClrLst/>
    <dgm:txFillClrLst meth="repeat">
      <a:schemeClr val="tx1"/>
    </dgm:txFillClrLst>
    <dgm:txEffectClrLst/>
  </dgm:styleLbl>
  <dgm:styleLbl name="parChTrans1D4">
    <dgm:fillClrLst meth="repeat">
      <a:schemeClr val="accent4"/>
    </dgm:fillClrLst>
    <dgm:linClrLst meth="repeat">
      <a:schemeClr val="accent4">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4"/>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solidFgAcc1">
    <dgm:fillClrLst meth="repeat">
      <a:schemeClr val="lt1"/>
    </dgm:fillClrLst>
    <dgm:linClrLst meth="repeat">
      <a:schemeClr val="accent4"/>
    </dgm:linClrLst>
    <dgm:effectClrLst/>
    <dgm:txLinClrLst/>
    <dgm:txFillClrLst meth="repeat">
      <a:schemeClr val="dk1"/>
    </dgm:txFillClrLst>
    <dgm:txEffectClrLst/>
  </dgm:styleLbl>
  <dgm:styleLbl name="solidAlignAcc1">
    <dgm:fillClrLst meth="repeat">
      <a:schemeClr val="lt1"/>
    </dgm:fillClrLst>
    <dgm:linClrLst meth="repeat">
      <a:schemeClr val="accent4"/>
    </dgm:linClrLst>
    <dgm:effectClrLst/>
    <dgm:txLinClrLst/>
    <dgm:txFillClrLst meth="repeat">
      <a:schemeClr val="dk1"/>
    </dgm:txFillClrLst>
    <dgm:txEffectClrLst/>
  </dgm:styleLbl>
  <dgm:styleLbl name="solidBgAcc1">
    <dgm:fillClrLst meth="repeat">
      <a:schemeClr val="lt1"/>
    </dgm:fillClrLst>
    <dgm:linClrLst meth="repeat">
      <a:schemeClr val="accent4"/>
    </dgm:linClrLst>
    <dgm:effectClrLst/>
    <dgm:txLinClrLst/>
    <dgm:txFillClrLst meth="repeat">
      <a:schemeClr val="dk1"/>
    </dgm:txFillClrLst>
    <dgm:txEffectClrLst/>
  </dgm:styleLbl>
  <dgm:styleLbl name="fgAccFollowNode1">
    <dgm:fillClrLst meth="repeat">
      <a:schemeClr val="accent4">
        <a:alpha val="90000"/>
        <a:tint val="40000"/>
      </a:schemeClr>
    </dgm:fillClrLst>
    <dgm:linClrLst meth="repeat">
      <a:schemeClr val="accent4">
        <a:alpha val="90000"/>
        <a:tint val="40000"/>
      </a:schemeClr>
    </dgm:linClrLst>
    <dgm:effectClrLst/>
    <dgm:txLinClrLst/>
    <dgm:txFillClrLst meth="repeat">
      <a:schemeClr val="dk1"/>
    </dgm:txFillClrLst>
    <dgm:txEffectClrLst/>
  </dgm:styleLbl>
  <dgm:styleLbl name="alignAccFollowNode1">
    <dgm:fillClrLst meth="repeat">
      <a:schemeClr val="accent4">
        <a:alpha val="90000"/>
        <a:tint val="40000"/>
      </a:schemeClr>
    </dgm:fillClrLst>
    <dgm:linClrLst meth="repeat">
      <a:schemeClr val="accent4">
        <a:alpha val="90000"/>
        <a:tint val="40000"/>
      </a:schemeClr>
    </dgm:linClrLst>
    <dgm:effectClrLst/>
    <dgm:txLinClrLst/>
    <dgm:txFillClrLst meth="repeat">
      <a:schemeClr val="dk1"/>
    </dgm:txFillClrLst>
    <dgm:txEffectClrLst/>
  </dgm:styleLbl>
  <dgm:styleLbl name="bgAccFollowNode1">
    <dgm:fillClrLst meth="repeat">
      <a:schemeClr val="accent4">
        <a:alpha val="90000"/>
        <a:tint val="40000"/>
      </a:schemeClr>
    </dgm:fillClrLst>
    <dgm:linClrLst meth="repeat">
      <a:schemeClr val="accent4">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bgShp">
    <dgm:fillClrLst meth="repeat">
      <a:schemeClr val="accent4">
        <a:tint val="40000"/>
      </a:schemeClr>
    </dgm:fillClrLst>
    <dgm:linClrLst meth="repeat">
      <a:schemeClr val="accent4"/>
    </dgm:linClrLst>
    <dgm:effectClrLst/>
    <dgm:txLinClrLst/>
    <dgm:txFillClrLst meth="repeat">
      <a:schemeClr val="dk1"/>
    </dgm:txFillClrLst>
    <dgm:txEffectClrLst/>
  </dgm:styleLbl>
  <dgm:styleLbl name="dkBgShp">
    <dgm:fillClrLst meth="repeat">
      <a:schemeClr val="accent4">
        <a:shade val="80000"/>
      </a:schemeClr>
    </dgm:fillClrLst>
    <dgm:linClrLst meth="repeat">
      <a:schemeClr val="accent4"/>
    </dgm:linClrLst>
    <dgm:effectClrLst/>
    <dgm:txLinClrLst/>
    <dgm:txFillClrLst meth="repeat">
      <a:schemeClr val="lt1"/>
    </dgm:txFillClrLst>
    <dgm:txEffectClrLst/>
  </dgm:styleLbl>
  <dgm:styleLbl name="trBgShp">
    <dgm:fillClrLst meth="repeat">
      <a:schemeClr val="accent4">
        <a:tint val="50000"/>
        <a:alpha val="40000"/>
      </a:schemeClr>
    </dgm:fillClrLst>
    <dgm:linClrLst meth="repeat">
      <a:schemeClr val="accent4"/>
    </dgm:linClrLst>
    <dgm:effectClrLst/>
    <dgm:txLinClrLst/>
    <dgm:txFillClrLst meth="repeat">
      <a:schemeClr val="lt1"/>
    </dgm:txFillClrLst>
    <dgm:txEffectClrLst/>
  </dgm:styleLbl>
  <dgm:styleLbl name="fgShp">
    <dgm:fillClrLst meth="repeat">
      <a:schemeClr val="accent4">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282B970A-343D-4CF1-ACD8-1E2928BB0BB1}" type="doc">
      <dgm:prSet loTypeId="urn:microsoft.com/office/officeart/2005/8/layout/radial4" loCatId="relationship" qsTypeId="urn:microsoft.com/office/officeart/2005/8/quickstyle/simple2" qsCatId="simple" csTypeId="urn:microsoft.com/office/officeart/2005/8/colors/accent4_2" csCatId="accent4" phldr="1"/>
      <dgm:spPr/>
      <dgm:t>
        <a:bodyPr/>
        <a:lstStyle/>
        <a:p>
          <a:endParaRPr lang="en-IN"/>
        </a:p>
      </dgm:t>
    </dgm:pt>
    <dgm:pt modelId="{50075DFF-BDD2-4B22-BB45-D72E355A0837}">
      <dgm:prSet phldrT="[Text]" custT="1"/>
      <dgm:spPr/>
      <dgm:t>
        <a:bodyPr/>
        <a:lstStyle/>
        <a:p>
          <a:pPr>
            <a:buNone/>
          </a:pPr>
          <a:r>
            <a:rPr lang="en-IN" sz="3500" dirty="0"/>
            <a:t>Hybrid Analysis - Interaction Diagram</a:t>
          </a:r>
        </a:p>
      </dgm:t>
    </dgm:pt>
    <dgm:pt modelId="{8EBEC8EE-1475-4134-9795-1AD1D3E69769}" type="parTrans" cxnId="{16815193-993C-4DD3-9052-FCC6BEFAB67F}">
      <dgm:prSet/>
      <dgm:spPr/>
      <dgm:t>
        <a:bodyPr/>
        <a:lstStyle/>
        <a:p>
          <a:endParaRPr lang="en-IN"/>
        </a:p>
      </dgm:t>
    </dgm:pt>
    <dgm:pt modelId="{0A9D0EF0-9EBE-48F2-82FB-8B164A14BE5E}" type="sibTrans" cxnId="{16815193-993C-4DD3-9052-FCC6BEFAB67F}">
      <dgm:prSet/>
      <dgm:spPr/>
      <dgm:t>
        <a:bodyPr/>
        <a:lstStyle/>
        <a:p>
          <a:endParaRPr lang="en-IN"/>
        </a:p>
      </dgm:t>
    </dgm:pt>
    <dgm:pt modelId="{0211A353-289D-4524-9D3F-247B3468225E}">
      <dgm:prSet phldrT="[Text]"/>
      <dgm:spPr/>
      <dgm:t>
        <a:bodyPr/>
        <a:lstStyle/>
        <a:p>
          <a:pPr>
            <a:buNone/>
          </a:pPr>
          <a:r>
            <a:rPr lang="en-IN" dirty="0"/>
            <a:t>Static Code Structure</a:t>
          </a:r>
        </a:p>
      </dgm:t>
    </dgm:pt>
    <dgm:pt modelId="{C2F80ECA-2972-44EA-8274-BBC94B98BF8F}" type="parTrans" cxnId="{488FA463-4D2D-4F01-8629-5F245FEF84D9}">
      <dgm:prSet/>
      <dgm:spPr/>
      <dgm:t>
        <a:bodyPr/>
        <a:lstStyle/>
        <a:p>
          <a:endParaRPr lang="en-IN"/>
        </a:p>
      </dgm:t>
    </dgm:pt>
    <dgm:pt modelId="{7177C19B-DE9F-4C96-86E7-96571403DBE9}" type="sibTrans" cxnId="{488FA463-4D2D-4F01-8629-5F245FEF84D9}">
      <dgm:prSet/>
      <dgm:spPr/>
      <dgm:t>
        <a:bodyPr/>
        <a:lstStyle/>
        <a:p>
          <a:endParaRPr lang="en-IN"/>
        </a:p>
      </dgm:t>
    </dgm:pt>
    <dgm:pt modelId="{FA687220-3D64-4729-97B5-56C3B0CB4991}">
      <dgm:prSet phldrT="[Text]"/>
      <dgm:spPr/>
      <dgm:t>
        <a:bodyPr/>
        <a:lstStyle/>
        <a:p>
          <a:r>
            <a:rPr lang="en-IN" dirty="0"/>
            <a:t>Incomplete Runtime Traces</a:t>
          </a:r>
        </a:p>
      </dgm:t>
    </dgm:pt>
    <dgm:pt modelId="{50770C6B-5AEF-4BF8-8C77-2C95B4E196AA}" type="parTrans" cxnId="{7386F78F-1D2E-458D-BF2D-B78550D9070B}">
      <dgm:prSet/>
      <dgm:spPr/>
      <dgm:t>
        <a:bodyPr/>
        <a:lstStyle/>
        <a:p>
          <a:endParaRPr lang="en-IN"/>
        </a:p>
      </dgm:t>
    </dgm:pt>
    <dgm:pt modelId="{A68AE9DD-55CD-4847-ADCA-BACF42E16F3A}" type="sibTrans" cxnId="{7386F78F-1D2E-458D-BF2D-B78550D9070B}">
      <dgm:prSet/>
      <dgm:spPr/>
      <dgm:t>
        <a:bodyPr/>
        <a:lstStyle/>
        <a:p>
          <a:endParaRPr lang="en-IN"/>
        </a:p>
      </dgm:t>
    </dgm:pt>
    <dgm:pt modelId="{82E91E0B-8AC0-4C2B-8161-BBAF5DB50A07}" type="pres">
      <dgm:prSet presAssocID="{282B970A-343D-4CF1-ACD8-1E2928BB0BB1}" presName="cycle" presStyleCnt="0">
        <dgm:presLayoutVars>
          <dgm:chMax val="1"/>
          <dgm:dir/>
          <dgm:animLvl val="ctr"/>
          <dgm:resizeHandles val="exact"/>
        </dgm:presLayoutVars>
      </dgm:prSet>
      <dgm:spPr/>
    </dgm:pt>
    <dgm:pt modelId="{E6E6520F-46AA-4630-9440-F84329110735}" type="pres">
      <dgm:prSet presAssocID="{50075DFF-BDD2-4B22-BB45-D72E355A0837}" presName="centerShape" presStyleLbl="node0" presStyleIdx="0" presStyleCnt="1" custScaleX="124053" custScaleY="126718"/>
      <dgm:spPr/>
    </dgm:pt>
    <dgm:pt modelId="{B8ACAC19-9BEB-4097-ADE6-D47CB3C1FDF8}" type="pres">
      <dgm:prSet presAssocID="{C2F80ECA-2972-44EA-8274-BBC94B98BF8F}" presName="parTrans" presStyleLbl="bgSibTrans2D1" presStyleIdx="0" presStyleCnt="2"/>
      <dgm:spPr/>
    </dgm:pt>
    <dgm:pt modelId="{E76856CA-843E-4B14-9B79-40084004CF3F}" type="pres">
      <dgm:prSet presAssocID="{0211A353-289D-4524-9D3F-247B3468225E}" presName="node" presStyleLbl="node1" presStyleIdx="0" presStyleCnt="2">
        <dgm:presLayoutVars>
          <dgm:bulletEnabled val="1"/>
        </dgm:presLayoutVars>
      </dgm:prSet>
      <dgm:spPr/>
    </dgm:pt>
    <dgm:pt modelId="{76CBC3C4-A747-4381-B8A5-1715FFDFC7F8}" type="pres">
      <dgm:prSet presAssocID="{50770C6B-5AEF-4BF8-8C77-2C95B4E196AA}" presName="parTrans" presStyleLbl="bgSibTrans2D1" presStyleIdx="1" presStyleCnt="2"/>
      <dgm:spPr/>
    </dgm:pt>
    <dgm:pt modelId="{259CC2E9-93BA-4ED4-A047-1AE3733F2CB5}" type="pres">
      <dgm:prSet presAssocID="{FA687220-3D64-4729-97B5-56C3B0CB4991}" presName="node" presStyleLbl="node1" presStyleIdx="1" presStyleCnt="2">
        <dgm:presLayoutVars>
          <dgm:bulletEnabled val="1"/>
        </dgm:presLayoutVars>
      </dgm:prSet>
      <dgm:spPr/>
    </dgm:pt>
  </dgm:ptLst>
  <dgm:cxnLst>
    <dgm:cxn modelId="{6283F10D-7F95-44CC-8320-B0B7C2BF51AF}" type="presOf" srcId="{FA687220-3D64-4729-97B5-56C3B0CB4991}" destId="{259CC2E9-93BA-4ED4-A047-1AE3733F2CB5}" srcOrd="0" destOrd="0" presId="urn:microsoft.com/office/officeart/2005/8/layout/radial4"/>
    <dgm:cxn modelId="{4DF85910-F88B-4685-BEE8-F04BD5478403}" type="presOf" srcId="{50770C6B-5AEF-4BF8-8C77-2C95B4E196AA}" destId="{76CBC3C4-A747-4381-B8A5-1715FFDFC7F8}" srcOrd="0" destOrd="0" presId="urn:microsoft.com/office/officeart/2005/8/layout/radial4"/>
    <dgm:cxn modelId="{488FA463-4D2D-4F01-8629-5F245FEF84D9}" srcId="{50075DFF-BDD2-4B22-BB45-D72E355A0837}" destId="{0211A353-289D-4524-9D3F-247B3468225E}" srcOrd="0" destOrd="0" parTransId="{C2F80ECA-2972-44EA-8274-BBC94B98BF8F}" sibTransId="{7177C19B-DE9F-4C96-86E7-96571403DBE9}"/>
    <dgm:cxn modelId="{86907D47-B84E-4805-9D79-215ABC31FB83}" type="presOf" srcId="{0211A353-289D-4524-9D3F-247B3468225E}" destId="{E76856CA-843E-4B14-9B79-40084004CF3F}" srcOrd="0" destOrd="0" presId="urn:microsoft.com/office/officeart/2005/8/layout/radial4"/>
    <dgm:cxn modelId="{7386F78F-1D2E-458D-BF2D-B78550D9070B}" srcId="{50075DFF-BDD2-4B22-BB45-D72E355A0837}" destId="{FA687220-3D64-4729-97B5-56C3B0CB4991}" srcOrd="1" destOrd="0" parTransId="{50770C6B-5AEF-4BF8-8C77-2C95B4E196AA}" sibTransId="{A68AE9DD-55CD-4847-ADCA-BACF42E16F3A}"/>
    <dgm:cxn modelId="{16815193-993C-4DD3-9052-FCC6BEFAB67F}" srcId="{282B970A-343D-4CF1-ACD8-1E2928BB0BB1}" destId="{50075DFF-BDD2-4B22-BB45-D72E355A0837}" srcOrd="0" destOrd="0" parTransId="{8EBEC8EE-1475-4134-9795-1AD1D3E69769}" sibTransId="{0A9D0EF0-9EBE-48F2-82FB-8B164A14BE5E}"/>
    <dgm:cxn modelId="{01A819B5-1592-4536-9FC5-7E476C656FBD}" type="presOf" srcId="{C2F80ECA-2972-44EA-8274-BBC94B98BF8F}" destId="{B8ACAC19-9BEB-4097-ADE6-D47CB3C1FDF8}" srcOrd="0" destOrd="0" presId="urn:microsoft.com/office/officeart/2005/8/layout/radial4"/>
    <dgm:cxn modelId="{F90622DF-7892-4921-B5AA-793A3C722ED0}" type="presOf" srcId="{282B970A-343D-4CF1-ACD8-1E2928BB0BB1}" destId="{82E91E0B-8AC0-4C2B-8161-BBAF5DB50A07}" srcOrd="0" destOrd="0" presId="urn:microsoft.com/office/officeart/2005/8/layout/radial4"/>
    <dgm:cxn modelId="{600F0AE8-A23C-4F7B-9D5C-F09DD9C5D52E}" type="presOf" srcId="{50075DFF-BDD2-4B22-BB45-D72E355A0837}" destId="{E6E6520F-46AA-4630-9440-F84329110735}" srcOrd="0" destOrd="0" presId="urn:microsoft.com/office/officeart/2005/8/layout/radial4"/>
    <dgm:cxn modelId="{DD358A00-28E4-463B-BB00-D2038B55C48F}" type="presParOf" srcId="{82E91E0B-8AC0-4C2B-8161-BBAF5DB50A07}" destId="{E6E6520F-46AA-4630-9440-F84329110735}" srcOrd="0" destOrd="0" presId="urn:microsoft.com/office/officeart/2005/8/layout/radial4"/>
    <dgm:cxn modelId="{40DC9475-6556-4EAD-8AD4-9D6D82F71BD5}" type="presParOf" srcId="{82E91E0B-8AC0-4C2B-8161-BBAF5DB50A07}" destId="{B8ACAC19-9BEB-4097-ADE6-D47CB3C1FDF8}" srcOrd="1" destOrd="0" presId="urn:microsoft.com/office/officeart/2005/8/layout/radial4"/>
    <dgm:cxn modelId="{A45E9887-4F57-4AD3-B090-544EFF98194C}" type="presParOf" srcId="{82E91E0B-8AC0-4C2B-8161-BBAF5DB50A07}" destId="{E76856CA-843E-4B14-9B79-40084004CF3F}" srcOrd="2" destOrd="0" presId="urn:microsoft.com/office/officeart/2005/8/layout/radial4"/>
    <dgm:cxn modelId="{2B33A4EC-6F98-453B-9D04-A61AD5672B65}" type="presParOf" srcId="{82E91E0B-8AC0-4C2B-8161-BBAF5DB50A07}" destId="{76CBC3C4-A747-4381-B8A5-1715FFDFC7F8}" srcOrd="3" destOrd="0" presId="urn:microsoft.com/office/officeart/2005/8/layout/radial4"/>
    <dgm:cxn modelId="{396128FF-F9A9-4A45-B224-F71282ECDC70}" type="presParOf" srcId="{82E91E0B-8AC0-4C2B-8161-BBAF5DB50A07}" destId="{259CC2E9-93BA-4ED4-A047-1AE3733F2CB5}" srcOrd="4" destOrd="0" presId="urn:microsoft.com/office/officeart/2005/8/layout/radial4"/>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165AB167-C5F2-4B06-98B2-0C690836CB92}" type="doc">
      <dgm:prSet loTypeId="urn:microsoft.com/office/officeart/2005/8/layout/process1" loCatId="process" qsTypeId="urn:microsoft.com/office/officeart/2005/8/quickstyle/simple1" qsCatId="simple" csTypeId="urn:microsoft.com/office/officeart/2005/8/colors/accent4_2" csCatId="accent4" phldr="1"/>
      <dgm:spPr/>
      <dgm:t>
        <a:bodyPr/>
        <a:lstStyle/>
        <a:p>
          <a:endParaRPr lang="en-GB"/>
        </a:p>
      </dgm:t>
    </dgm:pt>
    <dgm:pt modelId="{BDB8574A-EB20-4CBF-A2CB-822783CC6FC0}">
      <dgm:prSet phldrT="[Text]"/>
      <dgm:spPr/>
      <dgm:t>
        <a:bodyPr/>
        <a:lstStyle/>
        <a:p>
          <a:r>
            <a:rPr lang="en-GB" b="1" dirty="0">
              <a:latin typeface="Sans Serif Collection" panose="020B0502040504020204" pitchFamily="34" charset="0"/>
              <a:ea typeface="Sans Serif Collection" panose="020B0502040504020204" pitchFamily="34" charset="0"/>
              <a:cs typeface="Sans Serif Collection" panose="020B0502040504020204" pitchFamily="34" charset="0"/>
            </a:rPr>
            <a:t>C++ Source Code</a:t>
          </a:r>
          <a:endParaRPr lang="en-GB" dirty="0"/>
        </a:p>
      </dgm:t>
    </dgm:pt>
    <dgm:pt modelId="{DD69CB6C-D04D-4C90-8B7C-387472BEC3AA}" type="parTrans" cxnId="{E647244A-6564-4575-9CE9-2871755F72C7}">
      <dgm:prSet/>
      <dgm:spPr/>
      <dgm:t>
        <a:bodyPr/>
        <a:lstStyle/>
        <a:p>
          <a:endParaRPr lang="en-GB"/>
        </a:p>
      </dgm:t>
    </dgm:pt>
    <dgm:pt modelId="{C4F8E8CA-E2D3-4875-9D7A-1398837A2BEF}" type="sibTrans" cxnId="{E647244A-6564-4575-9CE9-2871755F72C7}">
      <dgm:prSet/>
      <dgm:spPr/>
      <dgm:t>
        <a:bodyPr/>
        <a:lstStyle/>
        <a:p>
          <a:endParaRPr lang="en-GB"/>
        </a:p>
      </dgm:t>
    </dgm:pt>
    <dgm:pt modelId="{7027F2C2-AEE3-41B4-8725-046FC24C1EF2}">
      <dgm:prSet phldrT="[Text]" custT="1"/>
      <dgm:spPr/>
      <dgm:t>
        <a:bodyPr/>
        <a:lstStyle/>
        <a:p>
          <a:pPr algn="l"/>
          <a:r>
            <a:rPr lang="en-GB" sz="1200" b="1" dirty="0">
              <a:latin typeface="Sans Serif Collection" panose="020B0502040504020204" pitchFamily="34" charset="0"/>
              <a:ea typeface="Sans Serif Collection" panose="020B0502040504020204" pitchFamily="34" charset="0"/>
              <a:cs typeface="Sans Serif Collection" panose="020B0502040504020204" pitchFamily="34" charset="0"/>
            </a:rPr>
            <a:t>Neo4j Property Graph (via Renaissance tool)</a:t>
          </a:r>
        </a:p>
        <a:p>
          <a:pPr algn="l"/>
          <a:r>
            <a:rPr lang="en-GB" sz="1050" b="0" dirty="0">
              <a:latin typeface="Sans Serif Collection" panose="020B0502040504020204" pitchFamily="34" charset="0"/>
              <a:ea typeface="Sans Serif Collection" panose="020B0502040504020204" pitchFamily="34" charset="0"/>
              <a:cs typeface="Sans Serif Collection" panose="020B0502040504020204" pitchFamily="34" charset="0"/>
            </a:rPr>
            <a:t>- Typed Nodes: Components, Functions, Namespaces</a:t>
          </a:r>
        </a:p>
        <a:p>
          <a:pPr algn="l"/>
          <a:r>
            <a:rPr lang="en-GB" sz="1050" b="0" dirty="0">
              <a:latin typeface="Sans Serif Collection" panose="020B0502040504020204" pitchFamily="34" charset="0"/>
              <a:ea typeface="Sans Serif Collection" panose="020B0502040504020204" pitchFamily="34" charset="0"/>
              <a:cs typeface="Sans Serif Collection" panose="020B0502040504020204" pitchFamily="34" charset="0"/>
            </a:rPr>
            <a:t>- Typed Edges: CALLS, INCLUDES, INHERITS, USES</a:t>
          </a:r>
          <a:endParaRPr lang="en-GB" sz="1050" b="0" dirty="0"/>
        </a:p>
      </dgm:t>
    </dgm:pt>
    <dgm:pt modelId="{87368B0A-3CA2-4BE2-869B-EBFF9029E1EA}" type="parTrans" cxnId="{DEDC84B8-94FD-4585-AFE9-83C2E7E837A6}">
      <dgm:prSet/>
      <dgm:spPr/>
      <dgm:t>
        <a:bodyPr/>
        <a:lstStyle/>
        <a:p>
          <a:endParaRPr lang="en-GB"/>
        </a:p>
      </dgm:t>
    </dgm:pt>
    <dgm:pt modelId="{6D110883-3BAA-498D-833F-ADCFCAE10163}" type="sibTrans" cxnId="{DEDC84B8-94FD-4585-AFE9-83C2E7E837A6}">
      <dgm:prSet/>
      <dgm:spPr/>
      <dgm:t>
        <a:bodyPr/>
        <a:lstStyle/>
        <a:p>
          <a:endParaRPr lang="en-GB"/>
        </a:p>
      </dgm:t>
    </dgm:pt>
    <dgm:pt modelId="{9591F37E-12CA-42D6-A4F7-B4D581FBB5D1}">
      <dgm:prSet phldrT="[Text]" custT="1"/>
      <dgm:spPr/>
      <dgm:t>
        <a:bodyPr/>
        <a:lstStyle/>
        <a:p>
          <a:pPr algn="l"/>
          <a:r>
            <a:rPr lang="en-GB" sz="1200" b="1" dirty="0">
              <a:latin typeface="Sans Serif Collection" panose="020B0502040504020204" pitchFamily="34" charset="0"/>
              <a:ea typeface="Sans Serif Collection" panose="020B0502040504020204" pitchFamily="34" charset="0"/>
              <a:cs typeface="Sans Serif Collection" panose="020B0502040504020204" pitchFamily="34" charset="0"/>
            </a:rPr>
            <a:t>LLM Agent Skill Pipeline (Cypher-based queries)</a:t>
          </a:r>
          <a:br>
            <a:rPr lang="en-GB" sz="1200" b="1" dirty="0">
              <a:latin typeface="Sans Serif Collection" panose="020B0502040504020204" pitchFamily="34" charset="0"/>
              <a:ea typeface="Sans Serif Collection" panose="020B0502040504020204" pitchFamily="34" charset="0"/>
              <a:cs typeface="Sans Serif Collection" panose="020B0502040504020204" pitchFamily="34" charset="0"/>
            </a:rPr>
          </a:br>
          <a:r>
            <a:rPr lang="en-GB" sz="1200" b="0" dirty="0">
              <a:latin typeface="Sans Serif Collection" panose="020B0502040504020204" pitchFamily="34" charset="0"/>
              <a:ea typeface="Sans Serif Collection" panose="020B0502040504020204" pitchFamily="34" charset="0"/>
              <a:cs typeface="Sans Serif Collection" panose="020B0502040504020204" pitchFamily="34" charset="0"/>
            </a:rPr>
            <a:t>- Natural language to graph queries</a:t>
          </a:r>
          <a:br>
            <a:rPr lang="en-GB" sz="1200" b="0" dirty="0">
              <a:latin typeface="Sans Serif Collection" panose="020B0502040504020204" pitchFamily="34" charset="0"/>
              <a:ea typeface="Sans Serif Collection" panose="020B0502040504020204" pitchFamily="34" charset="0"/>
              <a:cs typeface="Sans Serif Collection" panose="020B0502040504020204" pitchFamily="34" charset="0"/>
            </a:rPr>
          </a:br>
          <a:r>
            <a:rPr lang="en-GB" sz="1200" b="0" dirty="0">
              <a:latin typeface="Sans Serif Collection" panose="020B0502040504020204" pitchFamily="34" charset="0"/>
              <a:ea typeface="Sans Serif Collection" panose="020B0502040504020204" pitchFamily="34" charset="0"/>
              <a:cs typeface="Sans Serif Collection" panose="020B0502040504020204" pitchFamily="34" charset="0"/>
            </a:rPr>
            <a:t>- Dependency and sequence tables as intermediate output</a:t>
          </a:r>
          <a:endParaRPr lang="en-GB" sz="1200" b="0" dirty="0"/>
        </a:p>
      </dgm:t>
    </dgm:pt>
    <dgm:pt modelId="{3EB9097F-BBB2-4306-895E-E16C7A9FCEF9}" type="parTrans" cxnId="{704AA0B0-0EBA-4199-843B-7357A594BE39}">
      <dgm:prSet/>
      <dgm:spPr/>
      <dgm:t>
        <a:bodyPr/>
        <a:lstStyle/>
        <a:p>
          <a:endParaRPr lang="en-GB"/>
        </a:p>
      </dgm:t>
    </dgm:pt>
    <dgm:pt modelId="{0B620B68-784F-4A73-B2E5-133E9F824831}" type="sibTrans" cxnId="{704AA0B0-0EBA-4199-843B-7357A594BE39}">
      <dgm:prSet/>
      <dgm:spPr/>
      <dgm:t>
        <a:bodyPr/>
        <a:lstStyle/>
        <a:p>
          <a:endParaRPr lang="en-GB"/>
        </a:p>
      </dgm:t>
    </dgm:pt>
    <dgm:pt modelId="{A272EFE1-2756-4AF9-BB32-BE479D503D6D}" type="pres">
      <dgm:prSet presAssocID="{165AB167-C5F2-4B06-98B2-0C690836CB92}" presName="Name0" presStyleCnt="0">
        <dgm:presLayoutVars>
          <dgm:dir/>
          <dgm:resizeHandles val="exact"/>
        </dgm:presLayoutVars>
      </dgm:prSet>
      <dgm:spPr/>
    </dgm:pt>
    <dgm:pt modelId="{44A4F49B-0B09-4A8D-AA48-48B502AA87C6}" type="pres">
      <dgm:prSet presAssocID="{BDB8574A-EB20-4CBF-A2CB-822783CC6FC0}" presName="node" presStyleLbl="node1" presStyleIdx="0" presStyleCnt="3">
        <dgm:presLayoutVars>
          <dgm:bulletEnabled val="1"/>
        </dgm:presLayoutVars>
      </dgm:prSet>
      <dgm:spPr/>
    </dgm:pt>
    <dgm:pt modelId="{C9E69455-77D6-4BD6-AC14-C1D1A836281F}" type="pres">
      <dgm:prSet presAssocID="{C4F8E8CA-E2D3-4875-9D7A-1398837A2BEF}" presName="sibTrans" presStyleLbl="sibTrans2D1" presStyleIdx="0" presStyleCnt="2"/>
      <dgm:spPr/>
    </dgm:pt>
    <dgm:pt modelId="{7EFBE86A-4E48-4D55-9E44-2E77F9B884BE}" type="pres">
      <dgm:prSet presAssocID="{C4F8E8CA-E2D3-4875-9D7A-1398837A2BEF}" presName="connectorText" presStyleLbl="sibTrans2D1" presStyleIdx="0" presStyleCnt="2"/>
      <dgm:spPr/>
    </dgm:pt>
    <dgm:pt modelId="{95AF53A0-7079-4D35-B093-70A4818D75BD}" type="pres">
      <dgm:prSet presAssocID="{7027F2C2-AEE3-41B4-8725-046FC24C1EF2}" presName="node" presStyleLbl="node1" presStyleIdx="1" presStyleCnt="3">
        <dgm:presLayoutVars>
          <dgm:bulletEnabled val="1"/>
        </dgm:presLayoutVars>
      </dgm:prSet>
      <dgm:spPr/>
    </dgm:pt>
    <dgm:pt modelId="{BC03A217-2A36-4F1E-A41D-5A8C72F9E858}" type="pres">
      <dgm:prSet presAssocID="{6D110883-3BAA-498D-833F-ADCFCAE10163}" presName="sibTrans" presStyleLbl="sibTrans2D1" presStyleIdx="1" presStyleCnt="2"/>
      <dgm:spPr/>
    </dgm:pt>
    <dgm:pt modelId="{C37F1163-3AF3-4B97-8B70-24AE87DEBD5F}" type="pres">
      <dgm:prSet presAssocID="{6D110883-3BAA-498D-833F-ADCFCAE10163}" presName="connectorText" presStyleLbl="sibTrans2D1" presStyleIdx="1" presStyleCnt="2"/>
      <dgm:spPr/>
    </dgm:pt>
    <dgm:pt modelId="{384453D8-600E-4A39-9DEC-DAB537E5667B}" type="pres">
      <dgm:prSet presAssocID="{9591F37E-12CA-42D6-A4F7-B4D581FBB5D1}" presName="node" presStyleLbl="node1" presStyleIdx="2" presStyleCnt="3">
        <dgm:presLayoutVars>
          <dgm:bulletEnabled val="1"/>
        </dgm:presLayoutVars>
      </dgm:prSet>
      <dgm:spPr/>
    </dgm:pt>
  </dgm:ptLst>
  <dgm:cxnLst>
    <dgm:cxn modelId="{889A0702-65EA-452D-BF5C-7FA81F1A86B2}" type="presOf" srcId="{C4F8E8CA-E2D3-4875-9D7A-1398837A2BEF}" destId="{C9E69455-77D6-4BD6-AC14-C1D1A836281F}" srcOrd="0" destOrd="0" presId="urn:microsoft.com/office/officeart/2005/8/layout/process1"/>
    <dgm:cxn modelId="{DD3C7032-A896-4400-9DE4-7799245F82C9}" type="presOf" srcId="{165AB167-C5F2-4B06-98B2-0C690836CB92}" destId="{A272EFE1-2756-4AF9-BB32-BE479D503D6D}" srcOrd="0" destOrd="0" presId="urn:microsoft.com/office/officeart/2005/8/layout/process1"/>
    <dgm:cxn modelId="{E647244A-6564-4575-9CE9-2871755F72C7}" srcId="{165AB167-C5F2-4B06-98B2-0C690836CB92}" destId="{BDB8574A-EB20-4CBF-A2CB-822783CC6FC0}" srcOrd="0" destOrd="0" parTransId="{DD69CB6C-D04D-4C90-8B7C-387472BEC3AA}" sibTransId="{C4F8E8CA-E2D3-4875-9D7A-1398837A2BEF}"/>
    <dgm:cxn modelId="{FAD2EF4C-E2EA-4CE8-A069-A2E3C41A4A91}" type="presOf" srcId="{7027F2C2-AEE3-41B4-8725-046FC24C1EF2}" destId="{95AF53A0-7079-4D35-B093-70A4818D75BD}" srcOrd="0" destOrd="0" presId="urn:microsoft.com/office/officeart/2005/8/layout/process1"/>
    <dgm:cxn modelId="{A0A4737C-B8D0-4062-9886-3F8FB29F4BCE}" type="presOf" srcId="{C4F8E8CA-E2D3-4875-9D7A-1398837A2BEF}" destId="{7EFBE86A-4E48-4D55-9E44-2E77F9B884BE}" srcOrd="1" destOrd="0" presId="urn:microsoft.com/office/officeart/2005/8/layout/process1"/>
    <dgm:cxn modelId="{704AA0B0-0EBA-4199-843B-7357A594BE39}" srcId="{165AB167-C5F2-4B06-98B2-0C690836CB92}" destId="{9591F37E-12CA-42D6-A4F7-B4D581FBB5D1}" srcOrd="2" destOrd="0" parTransId="{3EB9097F-BBB2-4306-895E-E16C7A9FCEF9}" sibTransId="{0B620B68-784F-4A73-B2E5-133E9F824831}"/>
    <dgm:cxn modelId="{820DA0B5-EE74-4F0B-BDA6-D4A7157D346F}" type="presOf" srcId="{9591F37E-12CA-42D6-A4F7-B4D581FBB5D1}" destId="{384453D8-600E-4A39-9DEC-DAB537E5667B}" srcOrd="0" destOrd="0" presId="urn:microsoft.com/office/officeart/2005/8/layout/process1"/>
    <dgm:cxn modelId="{DEDC84B8-94FD-4585-AFE9-83C2E7E837A6}" srcId="{165AB167-C5F2-4B06-98B2-0C690836CB92}" destId="{7027F2C2-AEE3-41B4-8725-046FC24C1EF2}" srcOrd="1" destOrd="0" parTransId="{87368B0A-3CA2-4BE2-869B-EBFF9029E1EA}" sibTransId="{6D110883-3BAA-498D-833F-ADCFCAE10163}"/>
    <dgm:cxn modelId="{91A8EBCD-5FEE-445D-BA28-D1E934238608}" type="presOf" srcId="{BDB8574A-EB20-4CBF-A2CB-822783CC6FC0}" destId="{44A4F49B-0B09-4A8D-AA48-48B502AA87C6}" srcOrd="0" destOrd="0" presId="urn:microsoft.com/office/officeart/2005/8/layout/process1"/>
    <dgm:cxn modelId="{C7CB43E9-83C3-4C61-A6CE-630064F681FF}" type="presOf" srcId="{6D110883-3BAA-498D-833F-ADCFCAE10163}" destId="{C37F1163-3AF3-4B97-8B70-24AE87DEBD5F}" srcOrd="1" destOrd="0" presId="urn:microsoft.com/office/officeart/2005/8/layout/process1"/>
    <dgm:cxn modelId="{9978B8F5-E2F3-4668-ACC8-AC28A35836A4}" type="presOf" srcId="{6D110883-3BAA-498D-833F-ADCFCAE10163}" destId="{BC03A217-2A36-4F1E-A41D-5A8C72F9E858}" srcOrd="0" destOrd="0" presId="urn:microsoft.com/office/officeart/2005/8/layout/process1"/>
    <dgm:cxn modelId="{251B3D5C-B78A-4B9D-B9D9-390FEDFE2972}" type="presParOf" srcId="{A272EFE1-2756-4AF9-BB32-BE479D503D6D}" destId="{44A4F49B-0B09-4A8D-AA48-48B502AA87C6}" srcOrd="0" destOrd="0" presId="urn:microsoft.com/office/officeart/2005/8/layout/process1"/>
    <dgm:cxn modelId="{53236339-28A4-4AC8-B747-5BDCDFCE2DB0}" type="presParOf" srcId="{A272EFE1-2756-4AF9-BB32-BE479D503D6D}" destId="{C9E69455-77D6-4BD6-AC14-C1D1A836281F}" srcOrd="1" destOrd="0" presId="urn:microsoft.com/office/officeart/2005/8/layout/process1"/>
    <dgm:cxn modelId="{426B7DF6-1F54-482D-9BE3-83CAFFA81A95}" type="presParOf" srcId="{C9E69455-77D6-4BD6-AC14-C1D1A836281F}" destId="{7EFBE86A-4E48-4D55-9E44-2E77F9B884BE}" srcOrd="0" destOrd="0" presId="urn:microsoft.com/office/officeart/2005/8/layout/process1"/>
    <dgm:cxn modelId="{7DCB5E01-3B77-4CF9-9B93-5E808D86F267}" type="presParOf" srcId="{A272EFE1-2756-4AF9-BB32-BE479D503D6D}" destId="{95AF53A0-7079-4D35-B093-70A4818D75BD}" srcOrd="2" destOrd="0" presId="urn:microsoft.com/office/officeart/2005/8/layout/process1"/>
    <dgm:cxn modelId="{DF5CEF9F-CFDF-494D-9B5B-8F4E0173CB1C}" type="presParOf" srcId="{A272EFE1-2756-4AF9-BB32-BE479D503D6D}" destId="{BC03A217-2A36-4F1E-A41D-5A8C72F9E858}" srcOrd="3" destOrd="0" presId="urn:microsoft.com/office/officeart/2005/8/layout/process1"/>
    <dgm:cxn modelId="{2180B94A-C950-43C1-99D5-1AE2D8ABE5B9}" type="presParOf" srcId="{BC03A217-2A36-4F1E-A41D-5A8C72F9E858}" destId="{C37F1163-3AF3-4B97-8B70-24AE87DEBD5F}" srcOrd="0" destOrd="0" presId="urn:microsoft.com/office/officeart/2005/8/layout/process1"/>
    <dgm:cxn modelId="{C8F6F114-F041-431B-A596-A3480FA4F618}" type="presParOf" srcId="{A272EFE1-2756-4AF9-BB32-BE479D503D6D}" destId="{384453D8-600E-4A39-9DEC-DAB537E5667B}" srcOrd="4" destOrd="0" presId="urn:microsoft.com/office/officeart/2005/8/layout/process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CFE8D5AA-A860-45AF-9288-2C87090AFA88}" type="doc">
      <dgm:prSet loTypeId="urn:microsoft.com/office/officeart/2005/8/layout/hProcess9" loCatId="process" qsTypeId="urn:microsoft.com/office/officeart/2005/8/quickstyle/simple1" qsCatId="simple" csTypeId="urn:microsoft.com/office/officeart/2005/8/colors/accent4_2" csCatId="accent4" phldr="1"/>
      <dgm:spPr/>
      <dgm:t>
        <a:bodyPr/>
        <a:lstStyle/>
        <a:p>
          <a:endParaRPr lang="en-IN"/>
        </a:p>
      </dgm:t>
    </dgm:pt>
    <dgm:pt modelId="{F36C9575-B528-46BD-94EC-15F44766B2B2}">
      <dgm:prSet phldrT="[Text]" custT="1"/>
      <dgm:spPr/>
      <dgm:t>
        <a:bodyPr/>
        <a:lstStyle/>
        <a:p>
          <a:r>
            <a:rPr lang="en-IN" sz="2000" dirty="0"/>
            <a:t>Scenario Definition</a:t>
          </a:r>
        </a:p>
      </dgm:t>
    </dgm:pt>
    <dgm:pt modelId="{B34E90C8-CA1A-4446-8614-162AD7900C60}" type="parTrans" cxnId="{5122C72B-CD8D-47E1-B850-8799B8A32EB1}">
      <dgm:prSet/>
      <dgm:spPr/>
      <dgm:t>
        <a:bodyPr/>
        <a:lstStyle/>
        <a:p>
          <a:endParaRPr lang="en-IN"/>
        </a:p>
      </dgm:t>
    </dgm:pt>
    <dgm:pt modelId="{4907C631-7335-4F3B-9F1C-150EA88CC5BD}" type="sibTrans" cxnId="{5122C72B-CD8D-47E1-B850-8799B8A32EB1}">
      <dgm:prSet/>
      <dgm:spPr/>
      <dgm:t>
        <a:bodyPr/>
        <a:lstStyle/>
        <a:p>
          <a:endParaRPr lang="en-IN"/>
        </a:p>
      </dgm:t>
    </dgm:pt>
    <dgm:pt modelId="{FCD2D682-08F7-4F48-BD7A-6A5DC74110D1}">
      <dgm:prSet phldrT="[Text]" custT="1"/>
      <dgm:spPr/>
      <dgm:t>
        <a:bodyPr/>
        <a:lstStyle/>
        <a:p>
          <a:r>
            <a:rPr lang="en-IN" sz="2000" dirty="0"/>
            <a:t>Static Analysis </a:t>
          </a:r>
        </a:p>
      </dgm:t>
    </dgm:pt>
    <dgm:pt modelId="{5C3019EA-B370-4A59-B19F-C13E9B0B71C8}" type="parTrans" cxnId="{50506159-9ED1-40CC-BBC8-0C8E68C50D4B}">
      <dgm:prSet/>
      <dgm:spPr/>
      <dgm:t>
        <a:bodyPr/>
        <a:lstStyle/>
        <a:p>
          <a:endParaRPr lang="en-IN"/>
        </a:p>
      </dgm:t>
    </dgm:pt>
    <dgm:pt modelId="{0FD21E10-B01D-4920-AB39-45776CBFAC0A}" type="sibTrans" cxnId="{50506159-9ED1-40CC-BBC8-0C8E68C50D4B}">
      <dgm:prSet/>
      <dgm:spPr/>
      <dgm:t>
        <a:bodyPr/>
        <a:lstStyle/>
        <a:p>
          <a:endParaRPr lang="en-IN"/>
        </a:p>
      </dgm:t>
    </dgm:pt>
    <dgm:pt modelId="{2807ABDB-A9B9-4FEA-8469-8BF53696DDDB}">
      <dgm:prSet phldrT="[Text]" custT="1"/>
      <dgm:spPr/>
      <dgm:t>
        <a:bodyPr/>
        <a:lstStyle/>
        <a:p>
          <a:r>
            <a:rPr lang="en-IN" sz="2000" dirty="0"/>
            <a:t>Runtime Trace Collection</a:t>
          </a:r>
        </a:p>
      </dgm:t>
    </dgm:pt>
    <dgm:pt modelId="{067299BB-F611-41FA-9AA9-DD31CC9F6852}" type="parTrans" cxnId="{D046B38F-43CD-4C19-8A1A-C6CC70BD666E}">
      <dgm:prSet/>
      <dgm:spPr/>
      <dgm:t>
        <a:bodyPr/>
        <a:lstStyle/>
        <a:p>
          <a:endParaRPr lang="en-IN"/>
        </a:p>
      </dgm:t>
    </dgm:pt>
    <dgm:pt modelId="{48533962-CE99-41FF-B655-BF0E22DA670F}" type="sibTrans" cxnId="{D046B38F-43CD-4C19-8A1A-C6CC70BD666E}">
      <dgm:prSet/>
      <dgm:spPr/>
      <dgm:t>
        <a:bodyPr/>
        <a:lstStyle/>
        <a:p>
          <a:endParaRPr lang="en-IN"/>
        </a:p>
      </dgm:t>
    </dgm:pt>
    <dgm:pt modelId="{B72CF602-05E8-4C19-9001-F21576C74A55}">
      <dgm:prSet phldrT="[Text]" custT="1"/>
      <dgm:spPr/>
      <dgm:t>
        <a:bodyPr/>
        <a:lstStyle/>
        <a:p>
          <a:r>
            <a:rPr lang="en-IN" sz="1800" dirty="0"/>
            <a:t>Given single functionality algorithm</a:t>
          </a:r>
        </a:p>
      </dgm:t>
    </dgm:pt>
    <dgm:pt modelId="{A2377448-0918-41B8-95DE-972749CF982C}" type="parTrans" cxnId="{5B83FDA7-FADA-489A-917E-2CCC79FE7A41}">
      <dgm:prSet/>
      <dgm:spPr/>
      <dgm:t>
        <a:bodyPr/>
        <a:lstStyle/>
        <a:p>
          <a:endParaRPr lang="en-IN"/>
        </a:p>
      </dgm:t>
    </dgm:pt>
    <dgm:pt modelId="{6F4DFE57-4ECB-46B4-8802-B30A54A70D33}" type="sibTrans" cxnId="{5B83FDA7-FADA-489A-917E-2CCC79FE7A41}">
      <dgm:prSet/>
      <dgm:spPr/>
      <dgm:t>
        <a:bodyPr/>
        <a:lstStyle/>
        <a:p>
          <a:endParaRPr lang="en-IN"/>
        </a:p>
      </dgm:t>
    </dgm:pt>
    <dgm:pt modelId="{C02296FA-7BA9-4ECF-B6BE-2EB0FEC07FCF}">
      <dgm:prSet custT="1"/>
      <dgm:spPr/>
      <dgm:t>
        <a:bodyPr/>
        <a:lstStyle/>
        <a:p>
          <a:r>
            <a:rPr lang="en-US" sz="1800" dirty="0"/>
            <a:t>Time-stamped runtime events, to support reconstruction and how to export it </a:t>
          </a:r>
          <a:endParaRPr lang="en-IN" sz="1800" dirty="0"/>
        </a:p>
      </dgm:t>
    </dgm:pt>
    <dgm:pt modelId="{9FBA4C1C-2476-410C-8D34-9A24AE763119}" type="parTrans" cxnId="{5636E5B3-D2E1-42A3-A94D-497A8586E91E}">
      <dgm:prSet/>
      <dgm:spPr/>
      <dgm:t>
        <a:bodyPr/>
        <a:lstStyle/>
        <a:p>
          <a:endParaRPr lang="en-IN"/>
        </a:p>
      </dgm:t>
    </dgm:pt>
    <dgm:pt modelId="{710CAEBB-EC53-415B-A99D-1BB3B483F627}" type="sibTrans" cxnId="{5636E5B3-D2E1-42A3-A94D-497A8586E91E}">
      <dgm:prSet/>
      <dgm:spPr/>
      <dgm:t>
        <a:bodyPr/>
        <a:lstStyle/>
        <a:p>
          <a:endParaRPr lang="en-IN"/>
        </a:p>
      </dgm:t>
    </dgm:pt>
    <dgm:pt modelId="{BDDA47DA-D11E-4C2C-816B-10919A3BB417}">
      <dgm:prSet custT="1"/>
      <dgm:spPr/>
      <dgm:t>
        <a:bodyPr/>
        <a:lstStyle/>
        <a:p>
          <a:r>
            <a:rPr lang="en-IN" sz="2000" dirty="0"/>
            <a:t>Hybrid Reconstruction</a:t>
          </a:r>
        </a:p>
      </dgm:t>
    </dgm:pt>
    <dgm:pt modelId="{87C5AFCC-32FD-4CF3-9757-D5A2E0FD5E12}" type="parTrans" cxnId="{A557373B-206B-433B-936A-FB4E871CB53F}">
      <dgm:prSet/>
      <dgm:spPr/>
      <dgm:t>
        <a:bodyPr/>
        <a:lstStyle/>
        <a:p>
          <a:endParaRPr lang="en-IN"/>
        </a:p>
      </dgm:t>
    </dgm:pt>
    <dgm:pt modelId="{3300B620-B724-438E-804F-1D722E700598}" type="sibTrans" cxnId="{A557373B-206B-433B-936A-FB4E871CB53F}">
      <dgm:prSet/>
      <dgm:spPr/>
      <dgm:t>
        <a:bodyPr/>
        <a:lstStyle/>
        <a:p>
          <a:endParaRPr lang="en-IN"/>
        </a:p>
      </dgm:t>
    </dgm:pt>
    <dgm:pt modelId="{5CB01692-E46F-4761-AE95-5AF1101F036C}">
      <dgm:prSet custT="1"/>
      <dgm:spPr/>
      <dgm:t>
        <a:bodyPr/>
        <a:lstStyle/>
        <a:p>
          <a:r>
            <a:rPr lang="en-IN" sz="1800" dirty="0"/>
            <a:t>Trace-to-code alignment</a:t>
          </a:r>
        </a:p>
      </dgm:t>
    </dgm:pt>
    <dgm:pt modelId="{85F7AADD-CE1C-4344-A6A6-6699B3DB8949}" type="parTrans" cxnId="{50C8F728-8EE5-4C42-A62B-843B0A07F659}">
      <dgm:prSet/>
      <dgm:spPr/>
      <dgm:t>
        <a:bodyPr/>
        <a:lstStyle/>
        <a:p>
          <a:endParaRPr lang="en-IN"/>
        </a:p>
      </dgm:t>
    </dgm:pt>
    <dgm:pt modelId="{6464B278-2854-4200-A6EB-0977155BAC3D}" type="sibTrans" cxnId="{50C8F728-8EE5-4C42-A62B-843B0A07F659}">
      <dgm:prSet/>
      <dgm:spPr/>
      <dgm:t>
        <a:bodyPr/>
        <a:lstStyle/>
        <a:p>
          <a:endParaRPr lang="en-IN"/>
        </a:p>
      </dgm:t>
    </dgm:pt>
    <dgm:pt modelId="{BF57D98C-B2DF-4C7D-AC26-A7D588AEF4A8}">
      <dgm:prSet custT="1"/>
      <dgm:spPr/>
      <dgm:t>
        <a:bodyPr/>
        <a:lstStyle/>
        <a:p>
          <a:r>
            <a:rPr lang="en-IN" sz="1800" dirty="0"/>
            <a:t>Static reachability</a:t>
          </a:r>
        </a:p>
      </dgm:t>
    </dgm:pt>
    <dgm:pt modelId="{8EFA2B8D-4AEB-42D2-B84B-15EA26E3168B}" type="parTrans" cxnId="{AFF2ED43-FA49-4861-9FA3-7791690556BD}">
      <dgm:prSet/>
      <dgm:spPr/>
      <dgm:t>
        <a:bodyPr/>
        <a:lstStyle/>
        <a:p>
          <a:endParaRPr lang="en-IN"/>
        </a:p>
      </dgm:t>
    </dgm:pt>
    <dgm:pt modelId="{48CC19DE-693D-45B2-8BB4-53B0DE3339DC}" type="sibTrans" cxnId="{AFF2ED43-FA49-4861-9FA3-7791690556BD}">
      <dgm:prSet/>
      <dgm:spPr/>
      <dgm:t>
        <a:bodyPr/>
        <a:lstStyle/>
        <a:p>
          <a:endParaRPr lang="en-IN"/>
        </a:p>
      </dgm:t>
    </dgm:pt>
    <dgm:pt modelId="{B5A174F7-F5E3-4EC0-BF5E-46ADFC81487D}">
      <dgm:prSet custT="1"/>
      <dgm:spPr/>
      <dgm:t>
        <a:bodyPr/>
        <a:lstStyle/>
        <a:p>
          <a:r>
            <a:rPr lang="en-IN" sz="1800" dirty="0"/>
            <a:t>Missing interaction inference</a:t>
          </a:r>
        </a:p>
      </dgm:t>
    </dgm:pt>
    <dgm:pt modelId="{960CB2F8-F4A4-4B17-9F70-C2AD271B2D63}" type="parTrans" cxnId="{6AD4FD9A-C756-436B-9DAF-D4F7AF70CC10}">
      <dgm:prSet/>
      <dgm:spPr/>
      <dgm:t>
        <a:bodyPr/>
        <a:lstStyle/>
        <a:p>
          <a:endParaRPr lang="en-IN"/>
        </a:p>
      </dgm:t>
    </dgm:pt>
    <dgm:pt modelId="{53DEF7D3-F38F-4D9D-963B-ABDDB95297D7}" type="sibTrans" cxnId="{6AD4FD9A-C756-436B-9DAF-D4F7AF70CC10}">
      <dgm:prSet/>
      <dgm:spPr/>
      <dgm:t>
        <a:bodyPr/>
        <a:lstStyle/>
        <a:p>
          <a:endParaRPr lang="en-IN"/>
        </a:p>
      </dgm:t>
    </dgm:pt>
    <dgm:pt modelId="{C999E32A-2A12-4CDD-A894-6205DFC14361}">
      <dgm:prSet custT="1"/>
      <dgm:spPr/>
      <dgm:t>
        <a:bodyPr/>
        <a:lstStyle/>
        <a:p>
          <a:r>
            <a:rPr lang="en-IN" sz="2000" dirty="0" err="1"/>
            <a:t>SysML</a:t>
          </a:r>
          <a:r>
            <a:rPr lang="en-IN" sz="2000" dirty="0"/>
            <a:t> v2 Interaction Diagram</a:t>
          </a:r>
        </a:p>
      </dgm:t>
    </dgm:pt>
    <dgm:pt modelId="{47F1DC43-29AD-474C-B145-61A68A77E89F}" type="parTrans" cxnId="{210DE618-EA7A-46FE-88DB-A71FCFD93B12}">
      <dgm:prSet/>
      <dgm:spPr/>
      <dgm:t>
        <a:bodyPr/>
        <a:lstStyle/>
        <a:p>
          <a:endParaRPr lang="en-IN"/>
        </a:p>
      </dgm:t>
    </dgm:pt>
    <dgm:pt modelId="{ACCCEA8B-9526-415F-B9F2-10C26510B0F1}" type="sibTrans" cxnId="{210DE618-EA7A-46FE-88DB-A71FCFD93B12}">
      <dgm:prSet/>
      <dgm:spPr/>
      <dgm:t>
        <a:bodyPr/>
        <a:lstStyle/>
        <a:p>
          <a:endParaRPr lang="en-IN"/>
        </a:p>
      </dgm:t>
    </dgm:pt>
    <dgm:pt modelId="{86713AF7-0F03-4D06-B2D9-41C34713B7F9}">
      <dgm:prSet custT="1"/>
      <dgm:spPr/>
      <dgm:t>
        <a:bodyPr/>
        <a:lstStyle/>
        <a:p>
          <a:r>
            <a:rPr lang="en-IN" sz="1800" dirty="0"/>
            <a:t>Interaction model generation</a:t>
          </a:r>
        </a:p>
      </dgm:t>
    </dgm:pt>
    <dgm:pt modelId="{94228200-CEF6-4779-B1D8-FC98385ABBBC}" type="parTrans" cxnId="{5FD0C0AC-F710-4A3F-8739-BBD360B559B9}">
      <dgm:prSet/>
      <dgm:spPr/>
      <dgm:t>
        <a:bodyPr/>
        <a:lstStyle/>
        <a:p>
          <a:endParaRPr lang="en-IN"/>
        </a:p>
      </dgm:t>
    </dgm:pt>
    <dgm:pt modelId="{011C7EAB-27AA-4B1F-941A-E60246A5A495}" type="sibTrans" cxnId="{5FD0C0AC-F710-4A3F-8739-BBD360B559B9}">
      <dgm:prSet/>
      <dgm:spPr/>
      <dgm:t>
        <a:bodyPr/>
        <a:lstStyle/>
        <a:p>
          <a:endParaRPr lang="en-IN"/>
        </a:p>
      </dgm:t>
    </dgm:pt>
    <dgm:pt modelId="{CC487A46-2B11-4B2D-AE44-1C8D78FB87FF}">
      <dgm:prSet custT="1"/>
      <dgm:spPr/>
      <dgm:t>
        <a:bodyPr/>
        <a:lstStyle/>
        <a:p>
          <a:endParaRPr lang="en-IN" sz="1800" dirty="0"/>
        </a:p>
      </dgm:t>
    </dgm:pt>
    <dgm:pt modelId="{D09E71ED-0DF0-4C64-B06D-D18878B04F00}" type="parTrans" cxnId="{61F93838-5665-49A9-8E90-25149F737E92}">
      <dgm:prSet/>
      <dgm:spPr/>
      <dgm:t>
        <a:bodyPr/>
        <a:lstStyle/>
        <a:p>
          <a:endParaRPr lang="en-IN"/>
        </a:p>
      </dgm:t>
    </dgm:pt>
    <dgm:pt modelId="{2BA00DF8-65CD-42A6-BD8C-B995B4F53237}" type="sibTrans" cxnId="{61F93838-5665-49A9-8E90-25149F737E92}">
      <dgm:prSet/>
      <dgm:spPr/>
      <dgm:t>
        <a:bodyPr/>
        <a:lstStyle/>
        <a:p>
          <a:endParaRPr lang="en-IN"/>
        </a:p>
      </dgm:t>
    </dgm:pt>
    <dgm:pt modelId="{271F29A1-DCA7-4D76-A6D8-AD30CEAACDF7}">
      <dgm:prSet custT="1"/>
      <dgm:spPr/>
      <dgm:t>
        <a:bodyPr/>
        <a:lstStyle/>
        <a:p>
          <a:r>
            <a:rPr lang="en-IN" sz="1800" dirty="0"/>
            <a:t>Perform scenario-specific dependency based code slicing to filter trace events</a:t>
          </a:r>
        </a:p>
      </dgm:t>
    </dgm:pt>
    <dgm:pt modelId="{1A21651B-7A3F-4567-AEB5-FB0FF30513A5}" type="parTrans" cxnId="{0A6249CA-84AB-4C63-878C-EF0435A78B9C}">
      <dgm:prSet/>
      <dgm:spPr/>
      <dgm:t>
        <a:bodyPr/>
        <a:lstStyle/>
        <a:p>
          <a:endParaRPr lang="en-IN"/>
        </a:p>
      </dgm:t>
    </dgm:pt>
    <dgm:pt modelId="{E6AE986E-D41B-4F37-9B9D-C50AD1C78CFE}" type="sibTrans" cxnId="{0A6249CA-84AB-4C63-878C-EF0435A78B9C}">
      <dgm:prSet/>
      <dgm:spPr/>
      <dgm:t>
        <a:bodyPr/>
        <a:lstStyle/>
        <a:p>
          <a:endParaRPr lang="en-IN"/>
        </a:p>
      </dgm:t>
    </dgm:pt>
    <dgm:pt modelId="{9A5A159A-C37C-4D02-A5AA-E190F226DCE0}">
      <dgm:prSet custT="1"/>
      <dgm:spPr/>
      <dgm:t>
        <a:bodyPr/>
        <a:lstStyle/>
        <a:p>
          <a:r>
            <a:rPr lang="en-IN" sz="1800" dirty="0"/>
            <a:t>Evaluation</a:t>
          </a:r>
        </a:p>
      </dgm:t>
    </dgm:pt>
    <dgm:pt modelId="{BF47C690-6FBB-4DE7-AF1C-1ECF72E152BE}" type="parTrans" cxnId="{3BB72B69-9F76-4287-96A5-ECBB512B502B}">
      <dgm:prSet/>
      <dgm:spPr/>
      <dgm:t>
        <a:bodyPr/>
        <a:lstStyle/>
        <a:p>
          <a:endParaRPr lang="en-IN"/>
        </a:p>
      </dgm:t>
    </dgm:pt>
    <dgm:pt modelId="{A041FF58-9087-46BD-BE4A-3EFF210F4929}" type="sibTrans" cxnId="{3BB72B69-9F76-4287-96A5-ECBB512B502B}">
      <dgm:prSet/>
      <dgm:spPr/>
      <dgm:t>
        <a:bodyPr/>
        <a:lstStyle/>
        <a:p>
          <a:endParaRPr lang="en-IN"/>
        </a:p>
      </dgm:t>
    </dgm:pt>
    <dgm:pt modelId="{DDF7AADE-18C7-44EA-AE14-EE79028BD38D}" type="pres">
      <dgm:prSet presAssocID="{CFE8D5AA-A860-45AF-9288-2C87090AFA88}" presName="CompostProcess" presStyleCnt="0">
        <dgm:presLayoutVars>
          <dgm:dir/>
          <dgm:resizeHandles val="exact"/>
        </dgm:presLayoutVars>
      </dgm:prSet>
      <dgm:spPr/>
    </dgm:pt>
    <dgm:pt modelId="{55904B46-4BBE-4128-B7EA-5062DF5C31D1}" type="pres">
      <dgm:prSet presAssocID="{CFE8D5AA-A860-45AF-9288-2C87090AFA88}" presName="arrow" presStyleLbl="bgShp" presStyleIdx="0" presStyleCnt="1" custScaleX="110476" custScaleY="94667"/>
      <dgm:spPr/>
    </dgm:pt>
    <dgm:pt modelId="{083ACDBD-60BB-43EC-B902-4EBA9C3CE296}" type="pres">
      <dgm:prSet presAssocID="{CFE8D5AA-A860-45AF-9288-2C87090AFA88}" presName="linearProcess" presStyleCnt="0"/>
      <dgm:spPr/>
    </dgm:pt>
    <dgm:pt modelId="{F7363F60-D3F0-4DD0-A06F-5A406D68E16E}" type="pres">
      <dgm:prSet presAssocID="{F36C9575-B528-46BD-94EC-15F44766B2B2}" presName="textNode" presStyleLbl="node1" presStyleIdx="0" presStyleCnt="5" custScaleY="151547">
        <dgm:presLayoutVars>
          <dgm:bulletEnabled val="1"/>
        </dgm:presLayoutVars>
      </dgm:prSet>
      <dgm:spPr/>
    </dgm:pt>
    <dgm:pt modelId="{145E2E4F-F359-40AB-9053-B596302CCFC5}" type="pres">
      <dgm:prSet presAssocID="{4907C631-7335-4F3B-9F1C-150EA88CC5BD}" presName="sibTrans" presStyleCnt="0"/>
      <dgm:spPr/>
    </dgm:pt>
    <dgm:pt modelId="{5BB67589-2D53-421F-A531-DE8661E10F41}" type="pres">
      <dgm:prSet presAssocID="{FCD2D682-08F7-4F48-BD7A-6A5DC74110D1}" presName="textNode" presStyleLbl="node1" presStyleIdx="1" presStyleCnt="5" custScaleY="148990">
        <dgm:presLayoutVars>
          <dgm:bulletEnabled val="1"/>
        </dgm:presLayoutVars>
      </dgm:prSet>
      <dgm:spPr/>
    </dgm:pt>
    <dgm:pt modelId="{88B23A48-0552-43FB-86D5-6E3901719186}" type="pres">
      <dgm:prSet presAssocID="{0FD21E10-B01D-4920-AB39-45776CBFAC0A}" presName="sibTrans" presStyleCnt="0"/>
      <dgm:spPr/>
    </dgm:pt>
    <dgm:pt modelId="{8AE41F95-B52E-4B09-823A-0EFB99146C32}" type="pres">
      <dgm:prSet presAssocID="{2807ABDB-A9B9-4FEA-8469-8BF53696DDDB}" presName="textNode" presStyleLbl="node1" presStyleIdx="2" presStyleCnt="5" custScaleY="149842">
        <dgm:presLayoutVars>
          <dgm:bulletEnabled val="1"/>
        </dgm:presLayoutVars>
      </dgm:prSet>
      <dgm:spPr/>
    </dgm:pt>
    <dgm:pt modelId="{8ED4C8D9-3E68-4321-B9E6-4EFD2592C6DF}" type="pres">
      <dgm:prSet presAssocID="{48533962-CE99-41FF-B655-BF0E22DA670F}" presName="sibTrans" presStyleCnt="0"/>
      <dgm:spPr/>
    </dgm:pt>
    <dgm:pt modelId="{B3EFB992-91F3-49C9-AE40-989BD0EA19F3}" type="pres">
      <dgm:prSet presAssocID="{BDDA47DA-D11E-4C2C-816B-10919A3BB417}" presName="textNode" presStyleLbl="node1" presStyleIdx="3" presStyleCnt="5" custScaleY="148138">
        <dgm:presLayoutVars>
          <dgm:bulletEnabled val="1"/>
        </dgm:presLayoutVars>
      </dgm:prSet>
      <dgm:spPr/>
    </dgm:pt>
    <dgm:pt modelId="{ACE1850E-0363-481C-99DA-768702A3D85E}" type="pres">
      <dgm:prSet presAssocID="{3300B620-B724-438E-804F-1D722E700598}" presName="sibTrans" presStyleCnt="0"/>
      <dgm:spPr/>
    </dgm:pt>
    <dgm:pt modelId="{FB0E6C55-9D8B-4FAC-AD03-3C1FD3C106D0}" type="pres">
      <dgm:prSet presAssocID="{C999E32A-2A12-4CDD-A894-6205DFC14361}" presName="textNode" presStyleLbl="node1" presStyleIdx="4" presStyleCnt="5" custScaleY="149842">
        <dgm:presLayoutVars>
          <dgm:bulletEnabled val="1"/>
        </dgm:presLayoutVars>
      </dgm:prSet>
      <dgm:spPr/>
    </dgm:pt>
  </dgm:ptLst>
  <dgm:cxnLst>
    <dgm:cxn modelId="{58D0A203-6599-4D2C-AF64-6790C529C9DA}" type="presOf" srcId="{CC487A46-2B11-4B2D-AE44-1C8D78FB87FF}" destId="{5BB67589-2D53-421F-A531-DE8661E10F41}" srcOrd="0" destOrd="1" presId="urn:microsoft.com/office/officeart/2005/8/layout/hProcess9"/>
    <dgm:cxn modelId="{B3AEB405-F686-4A0F-863F-B9F2FAF5A434}" type="presOf" srcId="{B5A174F7-F5E3-4EC0-BF5E-46ADFC81487D}" destId="{B3EFB992-91F3-49C9-AE40-989BD0EA19F3}" srcOrd="0" destOrd="3" presId="urn:microsoft.com/office/officeart/2005/8/layout/hProcess9"/>
    <dgm:cxn modelId="{41971F12-71DC-4EC7-9C7A-A30996DA718F}" type="presOf" srcId="{FCD2D682-08F7-4F48-BD7A-6A5DC74110D1}" destId="{5BB67589-2D53-421F-A531-DE8661E10F41}" srcOrd="0" destOrd="0" presId="urn:microsoft.com/office/officeart/2005/8/layout/hProcess9"/>
    <dgm:cxn modelId="{DE3BE014-5F6E-4B1F-8196-26C8D1230B36}" type="presOf" srcId="{271F29A1-DCA7-4D76-A6D8-AD30CEAACDF7}" destId="{5BB67589-2D53-421F-A531-DE8661E10F41}" srcOrd="0" destOrd="2" presId="urn:microsoft.com/office/officeart/2005/8/layout/hProcess9"/>
    <dgm:cxn modelId="{210DE618-EA7A-46FE-88DB-A71FCFD93B12}" srcId="{CFE8D5AA-A860-45AF-9288-2C87090AFA88}" destId="{C999E32A-2A12-4CDD-A894-6205DFC14361}" srcOrd="4" destOrd="0" parTransId="{47F1DC43-29AD-474C-B145-61A68A77E89F}" sibTransId="{ACCCEA8B-9526-415F-B9F2-10C26510B0F1}"/>
    <dgm:cxn modelId="{50C8F728-8EE5-4C42-A62B-843B0A07F659}" srcId="{BDDA47DA-D11E-4C2C-816B-10919A3BB417}" destId="{5CB01692-E46F-4761-AE95-5AF1101F036C}" srcOrd="0" destOrd="0" parTransId="{85F7AADD-CE1C-4344-A6A6-6699B3DB8949}" sibTransId="{6464B278-2854-4200-A6EB-0977155BAC3D}"/>
    <dgm:cxn modelId="{5122C72B-CD8D-47E1-B850-8799B8A32EB1}" srcId="{CFE8D5AA-A860-45AF-9288-2C87090AFA88}" destId="{F36C9575-B528-46BD-94EC-15F44766B2B2}" srcOrd="0" destOrd="0" parTransId="{B34E90C8-CA1A-4446-8614-162AD7900C60}" sibTransId="{4907C631-7335-4F3B-9F1C-150EA88CC5BD}"/>
    <dgm:cxn modelId="{C5F34F33-BF79-4CD1-808A-445C43661DEF}" type="presOf" srcId="{2807ABDB-A9B9-4FEA-8469-8BF53696DDDB}" destId="{8AE41F95-B52E-4B09-823A-0EFB99146C32}" srcOrd="0" destOrd="0" presId="urn:microsoft.com/office/officeart/2005/8/layout/hProcess9"/>
    <dgm:cxn modelId="{61F93838-5665-49A9-8E90-25149F737E92}" srcId="{FCD2D682-08F7-4F48-BD7A-6A5DC74110D1}" destId="{CC487A46-2B11-4B2D-AE44-1C8D78FB87FF}" srcOrd="0" destOrd="0" parTransId="{D09E71ED-0DF0-4C64-B06D-D18878B04F00}" sibTransId="{2BA00DF8-65CD-42A6-BD8C-B995B4F53237}"/>
    <dgm:cxn modelId="{A557373B-206B-433B-936A-FB4E871CB53F}" srcId="{CFE8D5AA-A860-45AF-9288-2C87090AFA88}" destId="{BDDA47DA-D11E-4C2C-816B-10919A3BB417}" srcOrd="3" destOrd="0" parTransId="{87C5AFCC-32FD-4CF3-9757-D5A2E0FD5E12}" sibTransId="{3300B620-B724-438E-804F-1D722E700598}"/>
    <dgm:cxn modelId="{AFF2ED43-FA49-4861-9FA3-7791690556BD}" srcId="{BDDA47DA-D11E-4C2C-816B-10919A3BB417}" destId="{BF57D98C-B2DF-4C7D-AC26-A7D588AEF4A8}" srcOrd="1" destOrd="0" parTransId="{8EFA2B8D-4AEB-42D2-B84B-15EA26E3168B}" sibTransId="{48CC19DE-693D-45B2-8BB4-53B0DE3339DC}"/>
    <dgm:cxn modelId="{3BB72B69-9F76-4287-96A5-ECBB512B502B}" srcId="{C999E32A-2A12-4CDD-A894-6205DFC14361}" destId="{9A5A159A-C37C-4D02-A5AA-E190F226DCE0}" srcOrd="1" destOrd="0" parTransId="{BF47C690-6FBB-4DE7-AF1C-1ECF72E152BE}" sibTransId="{A041FF58-9087-46BD-BE4A-3EFF210F4929}"/>
    <dgm:cxn modelId="{D49EAB75-6EE5-42B3-A594-A4FC091932B7}" type="presOf" srcId="{F36C9575-B528-46BD-94EC-15F44766B2B2}" destId="{F7363F60-D3F0-4DD0-A06F-5A406D68E16E}" srcOrd="0" destOrd="0" presId="urn:microsoft.com/office/officeart/2005/8/layout/hProcess9"/>
    <dgm:cxn modelId="{52C6BD78-5696-477B-818A-B832ED0A03A5}" type="presOf" srcId="{86713AF7-0F03-4D06-B2D9-41C34713B7F9}" destId="{FB0E6C55-9D8B-4FAC-AD03-3C1FD3C106D0}" srcOrd="0" destOrd="1" presId="urn:microsoft.com/office/officeart/2005/8/layout/hProcess9"/>
    <dgm:cxn modelId="{EB44EC78-B9DD-417F-AA6C-2650C7285C90}" type="presOf" srcId="{B72CF602-05E8-4C19-9001-F21576C74A55}" destId="{F7363F60-D3F0-4DD0-A06F-5A406D68E16E}" srcOrd="0" destOrd="1" presId="urn:microsoft.com/office/officeart/2005/8/layout/hProcess9"/>
    <dgm:cxn modelId="{50506159-9ED1-40CC-BBC8-0C8E68C50D4B}" srcId="{CFE8D5AA-A860-45AF-9288-2C87090AFA88}" destId="{FCD2D682-08F7-4F48-BD7A-6A5DC74110D1}" srcOrd="1" destOrd="0" parTransId="{5C3019EA-B370-4A59-B19F-C13E9B0B71C8}" sibTransId="{0FD21E10-B01D-4920-AB39-45776CBFAC0A}"/>
    <dgm:cxn modelId="{F6A5C982-1938-4FC1-9CAB-ABE3DF532446}" type="presOf" srcId="{CFE8D5AA-A860-45AF-9288-2C87090AFA88}" destId="{DDF7AADE-18C7-44EA-AE14-EE79028BD38D}" srcOrd="0" destOrd="0" presId="urn:microsoft.com/office/officeart/2005/8/layout/hProcess9"/>
    <dgm:cxn modelId="{4B606183-874C-484E-AE46-8052E186C8F6}" type="presOf" srcId="{BF57D98C-B2DF-4C7D-AC26-A7D588AEF4A8}" destId="{B3EFB992-91F3-49C9-AE40-989BD0EA19F3}" srcOrd="0" destOrd="2" presId="urn:microsoft.com/office/officeart/2005/8/layout/hProcess9"/>
    <dgm:cxn modelId="{D046B38F-43CD-4C19-8A1A-C6CC70BD666E}" srcId="{CFE8D5AA-A860-45AF-9288-2C87090AFA88}" destId="{2807ABDB-A9B9-4FEA-8469-8BF53696DDDB}" srcOrd="2" destOrd="0" parTransId="{067299BB-F611-41FA-9AA9-DD31CC9F6852}" sibTransId="{48533962-CE99-41FF-B655-BF0E22DA670F}"/>
    <dgm:cxn modelId="{6AD4FD9A-C756-436B-9DAF-D4F7AF70CC10}" srcId="{BDDA47DA-D11E-4C2C-816B-10919A3BB417}" destId="{B5A174F7-F5E3-4EC0-BF5E-46ADFC81487D}" srcOrd="2" destOrd="0" parTransId="{960CB2F8-F4A4-4B17-9F70-C2AD271B2D63}" sibTransId="{53DEF7D3-F38F-4D9D-963B-ABDDB95297D7}"/>
    <dgm:cxn modelId="{5B83FDA7-FADA-489A-917E-2CCC79FE7A41}" srcId="{F36C9575-B528-46BD-94EC-15F44766B2B2}" destId="{B72CF602-05E8-4C19-9001-F21576C74A55}" srcOrd="0" destOrd="0" parTransId="{A2377448-0918-41B8-95DE-972749CF982C}" sibTransId="{6F4DFE57-4ECB-46B4-8802-B30A54A70D33}"/>
    <dgm:cxn modelId="{F8197AAB-D23F-45F8-8542-BAA7AB552DA0}" type="presOf" srcId="{BDDA47DA-D11E-4C2C-816B-10919A3BB417}" destId="{B3EFB992-91F3-49C9-AE40-989BD0EA19F3}" srcOrd="0" destOrd="0" presId="urn:microsoft.com/office/officeart/2005/8/layout/hProcess9"/>
    <dgm:cxn modelId="{5FD0C0AC-F710-4A3F-8739-BBD360B559B9}" srcId="{C999E32A-2A12-4CDD-A894-6205DFC14361}" destId="{86713AF7-0F03-4D06-B2D9-41C34713B7F9}" srcOrd="0" destOrd="0" parTransId="{94228200-CEF6-4779-B1D8-FC98385ABBBC}" sibTransId="{011C7EAB-27AA-4B1F-941A-E60246A5A495}"/>
    <dgm:cxn modelId="{5636E5B3-D2E1-42A3-A94D-497A8586E91E}" srcId="{2807ABDB-A9B9-4FEA-8469-8BF53696DDDB}" destId="{C02296FA-7BA9-4ECF-B6BE-2EB0FEC07FCF}" srcOrd="0" destOrd="0" parTransId="{9FBA4C1C-2476-410C-8D34-9A24AE763119}" sibTransId="{710CAEBB-EC53-415B-A99D-1BB3B483F627}"/>
    <dgm:cxn modelId="{52DFEEC5-C8EB-42F5-B7F5-FA5B00BA4EF1}" type="presOf" srcId="{C999E32A-2A12-4CDD-A894-6205DFC14361}" destId="{FB0E6C55-9D8B-4FAC-AD03-3C1FD3C106D0}" srcOrd="0" destOrd="0" presId="urn:microsoft.com/office/officeart/2005/8/layout/hProcess9"/>
    <dgm:cxn modelId="{D2FE92C8-C9FD-4095-8D1D-F6EE8C8EBB7E}" type="presOf" srcId="{5CB01692-E46F-4761-AE95-5AF1101F036C}" destId="{B3EFB992-91F3-49C9-AE40-989BD0EA19F3}" srcOrd="0" destOrd="1" presId="urn:microsoft.com/office/officeart/2005/8/layout/hProcess9"/>
    <dgm:cxn modelId="{0A6249CA-84AB-4C63-878C-EF0435A78B9C}" srcId="{FCD2D682-08F7-4F48-BD7A-6A5DC74110D1}" destId="{271F29A1-DCA7-4D76-A6D8-AD30CEAACDF7}" srcOrd="1" destOrd="0" parTransId="{1A21651B-7A3F-4567-AEB5-FB0FF30513A5}" sibTransId="{E6AE986E-D41B-4F37-9B9D-C50AD1C78CFE}"/>
    <dgm:cxn modelId="{9F4216DD-E20D-449B-B611-9D3998216F9F}" type="presOf" srcId="{9A5A159A-C37C-4D02-A5AA-E190F226DCE0}" destId="{FB0E6C55-9D8B-4FAC-AD03-3C1FD3C106D0}" srcOrd="0" destOrd="2" presId="urn:microsoft.com/office/officeart/2005/8/layout/hProcess9"/>
    <dgm:cxn modelId="{C0E015F8-4D16-4D2D-92B6-5D4FE8A9A146}" type="presOf" srcId="{C02296FA-7BA9-4ECF-B6BE-2EB0FEC07FCF}" destId="{8AE41F95-B52E-4B09-823A-0EFB99146C32}" srcOrd="0" destOrd="1" presId="urn:microsoft.com/office/officeart/2005/8/layout/hProcess9"/>
    <dgm:cxn modelId="{DBEC0EB0-7EDE-4415-AD2F-6E7D53DE5E0C}" type="presParOf" srcId="{DDF7AADE-18C7-44EA-AE14-EE79028BD38D}" destId="{55904B46-4BBE-4128-B7EA-5062DF5C31D1}" srcOrd="0" destOrd="0" presId="urn:microsoft.com/office/officeart/2005/8/layout/hProcess9"/>
    <dgm:cxn modelId="{F66397AB-D0BA-40BE-AA42-6435CECF76DB}" type="presParOf" srcId="{DDF7AADE-18C7-44EA-AE14-EE79028BD38D}" destId="{083ACDBD-60BB-43EC-B902-4EBA9C3CE296}" srcOrd="1" destOrd="0" presId="urn:microsoft.com/office/officeart/2005/8/layout/hProcess9"/>
    <dgm:cxn modelId="{9B4B9FCA-3D16-42D2-B211-F1F157586E0F}" type="presParOf" srcId="{083ACDBD-60BB-43EC-B902-4EBA9C3CE296}" destId="{F7363F60-D3F0-4DD0-A06F-5A406D68E16E}" srcOrd="0" destOrd="0" presId="urn:microsoft.com/office/officeart/2005/8/layout/hProcess9"/>
    <dgm:cxn modelId="{1070CC67-1065-4A96-B1B6-18F2EDDD7080}" type="presParOf" srcId="{083ACDBD-60BB-43EC-B902-4EBA9C3CE296}" destId="{145E2E4F-F359-40AB-9053-B596302CCFC5}" srcOrd="1" destOrd="0" presId="urn:microsoft.com/office/officeart/2005/8/layout/hProcess9"/>
    <dgm:cxn modelId="{8CD4EDD4-D435-4AE6-A828-62C9025F6746}" type="presParOf" srcId="{083ACDBD-60BB-43EC-B902-4EBA9C3CE296}" destId="{5BB67589-2D53-421F-A531-DE8661E10F41}" srcOrd="2" destOrd="0" presId="urn:microsoft.com/office/officeart/2005/8/layout/hProcess9"/>
    <dgm:cxn modelId="{192C2CDE-8B95-435D-9093-BA63EB119D7D}" type="presParOf" srcId="{083ACDBD-60BB-43EC-B902-4EBA9C3CE296}" destId="{88B23A48-0552-43FB-86D5-6E3901719186}" srcOrd="3" destOrd="0" presId="urn:microsoft.com/office/officeart/2005/8/layout/hProcess9"/>
    <dgm:cxn modelId="{BDC55D7E-9109-44C1-81EA-155B88103355}" type="presParOf" srcId="{083ACDBD-60BB-43EC-B902-4EBA9C3CE296}" destId="{8AE41F95-B52E-4B09-823A-0EFB99146C32}" srcOrd="4" destOrd="0" presId="urn:microsoft.com/office/officeart/2005/8/layout/hProcess9"/>
    <dgm:cxn modelId="{8C5C2524-73C4-4EA8-8089-CCC2E9348FA8}" type="presParOf" srcId="{083ACDBD-60BB-43EC-B902-4EBA9C3CE296}" destId="{8ED4C8D9-3E68-4321-B9E6-4EFD2592C6DF}" srcOrd="5" destOrd="0" presId="urn:microsoft.com/office/officeart/2005/8/layout/hProcess9"/>
    <dgm:cxn modelId="{33C1DF15-B176-42B9-8B37-C85D3EDABCB7}" type="presParOf" srcId="{083ACDBD-60BB-43EC-B902-4EBA9C3CE296}" destId="{B3EFB992-91F3-49C9-AE40-989BD0EA19F3}" srcOrd="6" destOrd="0" presId="urn:microsoft.com/office/officeart/2005/8/layout/hProcess9"/>
    <dgm:cxn modelId="{44BA320A-719A-4946-B986-3308F52CF2D3}" type="presParOf" srcId="{083ACDBD-60BB-43EC-B902-4EBA9C3CE296}" destId="{ACE1850E-0363-481C-99DA-768702A3D85E}" srcOrd="7" destOrd="0" presId="urn:microsoft.com/office/officeart/2005/8/layout/hProcess9"/>
    <dgm:cxn modelId="{252E45F4-F8B0-443B-97A9-F02A45314756}" type="presParOf" srcId="{083ACDBD-60BB-43EC-B902-4EBA9C3CE296}" destId="{FB0E6C55-9D8B-4FAC-AD03-3C1FD3C106D0}" srcOrd="8" destOrd="0" presId="urn:microsoft.com/office/officeart/2005/8/layout/hProcess9"/>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6E6520F-46AA-4630-9440-F84329110735}">
      <dsp:nvSpPr>
        <dsp:cNvPr id="0" name=""/>
        <dsp:cNvSpPr/>
      </dsp:nvSpPr>
      <dsp:spPr>
        <a:xfrm>
          <a:off x="3153488" y="1289570"/>
          <a:ext cx="3176387" cy="3244625"/>
        </a:xfrm>
        <a:prstGeom prst="ellipse">
          <a:avLst/>
        </a:prstGeom>
        <a:solidFill>
          <a:schemeClr val="accent4">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22225" tIns="22225" rIns="22225" bIns="22225" numCol="1" spcCol="1270" anchor="ctr" anchorCtr="0">
          <a:noAutofit/>
        </a:bodyPr>
        <a:lstStyle/>
        <a:p>
          <a:pPr marL="0" lvl="0" indent="0" algn="ctr" defTabSz="1555750">
            <a:lnSpc>
              <a:spcPct val="90000"/>
            </a:lnSpc>
            <a:spcBef>
              <a:spcPct val="0"/>
            </a:spcBef>
            <a:spcAft>
              <a:spcPct val="35000"/>
            </a:spcAft>
            <a:buNone/>
          </a:pPr>
          <a:r>
            <a:rPr lang="en-IN" sz="3500" kern="1200" dirty="0"/>
            <a:t>Hybrid Analysis - Interaction Diagram</a:t>
          </a:r>
        </a:p>
      </dsp:txBody>
      <dsp:txXfrm>
        <a:off x="3618659" y="1764734"/>
        <a:ext cx="2246045" cy="2294297"/>
      </dsp:txXfrm>
    </dsp:sp>
    <dsp:sp modelId="{B8ACAC19-9BEB-4097-ADE6-D47CB3C1FDF8}">
      <dsp:nvSpPr>
        <dsp:cNvPr id="0" name=""/>
        <dsp:cNvSpPr/>
      </dsp:nvSpPr>
      <dsp:spPr>
        <a:xfrm rot="12900000">
          <a:off x="1551153" y="1000770"/>
          <a:ext cx="1964538" cy="729744"/>
        </a:xfrm>
        <a:prstGeom prst="leftArrow">
          <a:avLst>
            <a:gd name="adj1" fmla="val 60000"/>
            <a:gd name="adj2" fmla="val 50000"/>
          </a:avLst>
        </a:prstGeom>
        <a:solidFill>
          <a:schemeClr val="accent4">
            <a:tint val="60000"/>
            <a:hueOff val="0"/>
            <a:satOff val="0"/>
            <a:lumOff val="0"/>
            <a:alphaOff val="0"/>
          </a:schemeClr>
        </a:solidFill>
        <a:ln>
          <a:noFill/>
        </a:ln>
        <a:effectLst/>
      </dsp:spPr>
      <dsp:style>
        <a:lnRef idx="0">
          <a:scrgbClr r="0" g="0" b="0"/>
        </a:lnRef>
        <a:fillRef idx="1">
          <a:scrgbClr r="0" g="0" b="0"/>
        </a:fillRef>
        <a:effectRef idx="1">
          <a:scrgbClr r="0" g="0" b="0"/>
        </a:effectRef>
        <a:fontRef idx="minor">
          <a:schemeClr val="lt1"/>
        </a:fontRef>
      </dsp:style>
    </dsp:sp>
    <dsp:sp modelId="{E76856CA-843E-4B14-9B79-40084004CF3F}">
      <dsp:nvSpPr>
        <dsp:cNvPr id="0" name=""/>
        <dsp:cNvSpPr/>
      </dsp:nvSpPr>
      <dsp:spPr>
        <a:xfrm>
          <a:off x="512552" y="-170757"/>
          <a:ext cx="2432483" cy="1945986"/>
        </a:xfrm>
        <a:prstGeom prst="roundRect">
          <a:avLst>
            <a:gd name="adj" fmla="val 10000"/>
          </a:avLst>
        </a:prstGeom>
        <a:solidFill>
          <a:schemeClr val="accent4">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70485" tIns="70485" rIns="70485" bIns="70485" numCol="1" spcCol="1270" anchor="ctr" anchorCtr="0">
          <a:noAutofit/>
        </a:bodyPr>
        <a:lstStyle/>
        <a:p>
          <a:pPr marL="0" lvl="0" indent="0" algn="ctr" defTabSz="1644650">
            <a:lnSpc>
              <a:spcPct val="90000"/>
            </a:lnSpc>
            <a:spcBef>
              <a:spcPct val="0"/>
            </a:spcBef>
            <a:spcAft>
              <a:spcPct val="35000"/>
            </a:spcAft>
            <a:buNone/>
          </a:pPr>
          <a:r>
            <a:rPr lang="en-IN" sz="3700" kern="1200" dirty="0"/>
            <a:t>Static Code Structure</a:t>
          </a:r>
        </a:p>
      </dsp:txBody>
      <dsp:txXfrm>
        <a:off x="569548" y="-113761"/>
        <a:ext cx="2318491" cy="1831994"/>
      </dsp:txXfrm>
    </dsp:sp>
    <dsp:sp modelId="{76CBC3C4-A747-4381-B8A5-1715FFDFC7F8}">
      <dsp:nvSpPr>
        <dsp:cNvPr id="0" name=""/>
        <dsp:cNvSpPr/>
      </dsp:nvSpPr>
      <dsp:spPr>
        <a:xfrm rot="19500000">
          <a:off x="5967672" y="1000770"/>
          <a:ext cx="1964538" cy="729744"/>
        </a:xfrm>
        <a:prstGeom prst="leftArrow">
          <a:avLst>
            <a:gd name="adj1" fmla="val 60000"/>
            <a:gd name="adj2" fmla="val 50000"/>
          </a:avLst>
        </a:prstGeom>
        <a:solidFill>
          <a:schemeClr val="accent4">
            <a:tint val="60000"/>
            <a:hueOff val="0"/>
            <a:satOff val="0"/>
            <a:lumOff val="0"/>
            <a:alphaOff val="0"/>
          </a:schemeClr>
        </a:solidFill>
        <a:ln>
          <a:noFill/>
        </a:ln>
        <a:effectLst/>
      </dsp:spPr>
      <dsp:style>
        <a:lnRef idx="0">
          <a:scrgbClr r="0" g="0" b="0"/>
        </a:lnRef>
        <a:fillRef idx="1">
          <a:scrgbClr r="0" g="0" b="0"/>
        </a:fillRef>
        <a:effectRef idx="1">
          <a:scrgbClr r="0" g="0" b="0"/>
        </a:effectRef>
        <a:fontRef idx="minor">
          <a:schemeClr val="lt1"/>
        </a:fontRef>
      </dsp:style>
    </dsp:sp>
    <dsp:sp modelId="{259CC2E9-93BA-4ED4-A047-1AE3733F2CB5}">
      <dsp:nvSpPr>
        <dsp:cNvPr id="0" name=""/>
        <dsp:cNvSpPr/>
      </dsp:nvSpPr>
      <dsp:spPr>
        <a:xfrm>
          <a:off x="6538328" y="-170757"/>
          <a:ext cx="2432483" cy="1945986"/>
        </a:xfrm>
        <a:prstGeom prst="roundRect">
          <a:avLst>
            <a:gd name="adj" fmla="val 10000"/>
          </a:avLst>
        </a:prstGeom>
        <a:solidFill>
          <a:schemeClr val="accent4">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70485" tIns="70485" rIns="70485" bIns="70485" numCol="1" spcCol="1270" anchor="ctr" anchorCtr="0">
          <a:noAutofit/>
        </a:bodyPr>
        <a:lstStyle/>
        <a:p>
          <a:pPr marL="0" lvl="0" indent="0" algn="ctr" defTabSz="1644650">
            <a:lnSpc>
              <a:spcPct val="90000"/>
            </a:lnSpc>
            <a:spcBef>
              <a:spcPct val="0"/>
            </a:spcBef>
            <a:spcAft>
              <a:spcPct val="35000"/>
            </a:spcAft>
            <a:buNone/>
          </a:pPr>
          <a:r>
            <a:rPr lang="en-IN" sz="3700" kern="1200" dirty="0"/>
            <a:t>Incomplete Runtime Traces</a:t>
          </a:r>
        </a:p>
      </dsp:txBody>
      <dsp:txXfrm>
        <a:off x="6595324" y="-113761"/>
        <a:ext cx="2318491" cy="1831994"/>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4A4F49B-0B09-4A8D-AA48-48B502AA87C6}">
      <dsp:nvSpPr>
        <dsp:cNvPr id="0" name=""/>
        <dsp:cNvSpPr/>
      </dsp:nvSpPr>
      <dsp:spPr>
        <a:xfrm>
          <a:off x="9503" y="0"/>
          <a:ext cx="2840439" cy="2523370"/>
        </a:xfrm>
        <a:prstGeom prst="roundRect">
          <a:avLst>
            <a:gd name="adj" fmla="val 10000"/>
          </a:avLst>
        </a:prstGeom>
        <a:solidFill>
          <a:schemeClr val="accent4">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5250" tIns="95250" rIns="95250" bIns="95250" numCol="1" spcCol="1270" anchor="ctr" anchorCtr="0">
          <a:noAutofit/>
        </a:bodyPr>
        <a:lstStyle/>
        <a:p>
          <a:pPr marL="0" lvl="0" indent="0" algn="ctr" defTabSz="1111250">
            <a:lnSpc>
              <a:spcPct val="90000"/>
            </a:lnSpc>
            <a:spcBef>
              <a:spcPct val="0"/>
            </a:spcBef>
            <a:spcAft>
              <a:spcPct val="35000"/>
            </a:spcAft>
            <a:buNone/>
          </a:pPr>
          <a:r>
            <a:rPr lang="en-GB" sz="2500" b="1" kern="1200" dirty="0">
              <a:latin typeface="Sans Serif Collection" panose="020B0502040504020204" pitchFamily="34" charset="0"/>
              <a:ea typeface="Sans Serif Collection" panose="020B0502040504020204" pitchFamily="34" charset="0"/>
              <a:cs typeface="Sans Serif Collection" panose="020B0502040504020204" pitchFamily="34" charset="0"/>
            </a:rPr>
            <a:t>C++ Source Code</a:t>
          </a:r>
          <a:endParaRPr lang="en-GB" sz="2500" kern="1200" dirty="0"/>
        </a:p>
      </dsp:txBody>
      <dsp:txXfrm>
        <a:off x="83410" y="73907"/>
        <a:ext cx="2692625" cy="2375556"/>
      </dsp:txXfrm>
    </dsp:sp>
    <dsp:sp modelId="{C9E69455-77D6-4BD6-AC14-C1D1A836281F}">
      <dsp:nvSpPr>
        <dsp:cNvPr id="0" name=""/>
        <dsp:cNvSpPr/>
      </dsp:nvSpPr>
      <dsp:spPr>
        <a:xfrm>
          <a:off x="3133986" y="909470"/>
          <a:ext cx="602173" cy="704428"/>
        </a:xfrm>
        <a:prstGeom prst="rightArrow">
          <a:avLst>
            <a:gd name="adj1" fmla="val 60000"/>
            <a:gd name="adj2" fmla="val 50000"/>
          </a:avLst>
        </a:prstGeom>
        <a:solidFill>
          <a:schemeClr val="accent4">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889000">
            <a:lnSpc>
              <a:spcPct val="90000"/>
            </a:lnSpc>
            <a:spcBef>
              <a:spcPct val="0"/>
            </a:spcBef>
            <a:spcAft>
              <a:spcPct val="35000"/>
            </a:spcAft>
            <a:buNone/>
          </a:pPr>
          <a:endParaRPr lang="en-GB" sz="2000" kern="1200"/>
        </a:p>
      </dsp:txBody>
      <dsp:txXfrm>
        <a:off x="3133986" y="1050356"/>
        <a:ext cx="421521" cy="422656"/>
      </dsp:txXfrm>
    </dsp:sp>
    <dsp:sp modelId="{95AF53A0-7079-4D35-B093-70A4818D75BD}">
      <dsp:nvSpPr>
        <dsp:cNvPr id="0" name=""/>
        <dsp:cNvSpPr/>
      </dsp:nvSpPr>
      <dsp:spPr>
        <a:xfrm>
          <a:off x="3986118" y="0"/>
          <a:ext cx="2840439" cy="2523370"/>
        </a:xfrm>
        <a:prstGeom prst="roundRect">
          <a:avLst>
            <a:gd name="adj" fmla="val 10000"/>
          </a:avLst>
        </a:prstGeom>
        <a:solidFill>
          <a:schemeClr val="accent4">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l" defTabSz="533400">
            <a:lnSpc>
              <a:spcPct val="90000"/>
            </a:lnSpc>
            <a:spcBef>
              <a:spcPct val="0"/>
            </a:spcBef>
            <a:spcAft>
              <a:spcPct val="35000"/>
            </a:spcAft>
            <a:buNone/>
          </a:pPr>
          <a:r>
            <a:rPr lang="en-GB" sz="1200" b="1" kern="1200" dirty="0">
              <a:latin typeface="Sans Serif Collection" panose="020B0502040504020204" pitchFamily="34" charset="0"/>
              <a:ea typeface="Sans Serif Collection" panose="020B0502040504020204" pitchFamily="34" charset="0"/>
              <a:cs typeface="Sans Serif Collection" panose="020B0502040504020204" pitchFamily="34" charset="0"/>
            </a:rPr>
            <a:t>Neo4j Property Graph (via Renaissance tool)</a:t>
          </a:r>
        </a:p>
        <a:p>
          <a:pPr marL="0" lvl="0" indent="0" algn="l" defTabSz="533400">
            <a:lnSpc>
              <a:spcPct val="90000"/>
            </a:lnSpc>
            <a:spcBef>
              <a:spcPct val="0"/>
            </a:spcBef>
            <a:spcAft>
              <a:spcPct val="35000"/>
            </a:spcAft>
            <a:buNone/>
          </a:pPr>
          <a:r>
            <a:rPr lang="en-GB" sz="1050" b="0" kern="1200" dirty="0">
              <a:latin typeface="Sans Serif Collection" panose="020B0502040504020204" pitchFamily="34" charset="0"/>
              <a:ea typeface="Sans Serif Collection" panose="020B0502040504020204" pitchFamily="34" charset="0"/>
              <a:cs typeface="Sans Serif Collection" panose="020B0502040504020204" pitchFamily="34" charset="0"/>
            </a:rPr>
            <a:t>- Typed Nodes: Components, Functions, Namespaces</a:t>
          </a:r>
        </a:p>
        <a:p>
          <a:pPr marL="0" lvl="0" indent="0" algn="l" defTabSz="533400">
            <a:lnSpc>
              <a:spcPct val="90000"/>
            </a:lnSpc>
            <a:spcBef>
              <a:spcPct val="0"/>
            </a:spcBef>
            <a:spcAft>
              <a:spcPct val="35000"/>
            </a:spcAft>
            <a:buNone/>
          </a:pPr>
          <a:r>
            <a:rPr lang="en-GB" sz="1050" b="0" kern="1200" dirty="0">
              <a:latin typeface="Sans Serif Collection" panose="020B0502040504020204" pitchFamily="34" charset="0"/>
              <a:ea typeface="Sans Serif Collection" panose="020B0502040504020204" pitchFamily="34" charset="0"/>
              <a:cs typeface="Sans Serif Collection" panose="020B0502040504020204" pitchFamily="34" charset="0"/>
            </a:rPr>
            <a:t>- Typed Edges: CALLS, INCLUDES, INHERITS, USES</a:t>
          </a:r>
          <a:endParaRPr lang="en-GB" sz="1050" b="0" kern="1200" dirty="0"/>
        </a:p>
      </dsp:txBody>
      <dsp:txXfrm>
        <a:off x="4060025" y="73907"/>
        <a:ext cx="2692625" cy="2375556"/>
      </dsp:txXfrm>
    </dsp:sp>
    <dsp:sp modelId="{BC03A217-2A36-4F1E-A41D-5A8C72F9E858}">
      <dsp:nvSpPr>
        <dsp:cNvPr id="0" name=""/>
        <dsp:cNvSpPr/>
      </dsp:nvSpPr>
      <dsp:spPr>
        <a:xfrm>
          <a:off x="7110601" y="909470"/>
          <a:ext cx="602173" cy="704428"/>
        </a:xfrm>
        <a:prstGeom prst="rightArrow">
          <a:avLst>
            <a:gd name="adj1" fmla="val 60000"/>
            <a:gd name="adj2" fmla="val 50000"/>
          </a:avLst>
        </a:prstGeom>
        <a:solidFill>
          <a:schemeClr val="accent4">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889000">
            <a:lnSpc>
              <a:spcPct val="90000"/>
            </a:lnSpc>
            <a:spcBef>
              <a:spcPct val="0"/>
            </a:spcBef>
            <a:spcAft>
              <a:spcPct val="35000"/>
            </a:spcAft>
            <a:buNone/>
          </a:pPr>
          <a:endParaRPr lang="en-GB" sz="2000" kern="1200"/>
        </a:p>
      </dsp:txBody>
      <dsp:txXfrm>
        <a:off x="7110601" y="1050356"/>
        <a:ext cx="421521" cy="422656"/>
      </dsp:txXfrm>
    </dsp:sp>
    <dsp:sp modelId="{384453D8-600E-4A39-9DEC-DAB537E5667B}">
      <dsp:nvSpPr>
        <dsp:cNvPr id="0" name=""/>
        <dsp:cNvSpPr/>
      </dsp:nvSpPr>
      <dsp:spPr>
        <a:xfrm>
          <a:off x="7962733" y="0"/>
          <a:ext cx="2840439" cy="2523370"/>
        </a:xfrm>
        <a:prstGeom prst="roundRect">
          <a:avLst>
            <a:gd name="adj" fmla="val 10000"/>
          </a:avLst>
        </a:prstGeom>
        <a:solidFill>
          <a:schemeClr val="accent4">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l" defTabSz="533400">
            <a:lnSpc>
              <a:spcPct val="90000"/>
            </a:lnSpc>
            <a:spcBef>
              <a:spcPct val="0"/>
            </a:spcBef>
            <a:spcAft>
              <a:spcPct val="35000"/>
            </a:spcAft>
            <a:buNone/>
          </a:pPr>
          <a:r>
            <a:rPr lang="en-GB" sz="1200" b="1" kern="1200" dirty="0">
              <a:latin typeface="Sans Serif Collection" panose="020B0502040504020204" pitchFamily="34" charset="0"/>
              <a:ea typeface="Sans Serif Collection" panose="020B0502040504020204" pitchFamily="34" charset="0"/>
              <a:cs typeface="Sans Serif Collection" panose="020B0502040504020204" pitchFamily="34" charset="0"/>
            </a:rPr>
            <a:t>LLM Agent Skill Pipeline (Cypher-based queries)</a:t>
          </a:r>
          <a:br>
            <a:rPr lang="en-GB" sz="1200" b="1" kern="1200" dirty="0">
              <a:latin typeface="Sans Serif Collection" panose="020B0502040504020204" pitchFamily="34" charset="0"/>
              <a:ea typeface="Sans Serif Collection" panose="020B0502040504020204" pitchFamily="34" charset="0"/>
              <a:cs typeface="Sans Serif Collection" panose="020B0502040504020204" pitchFamily="34" charset="0"/>
            </a:rPr>
          </a:br>
          <a:r>
            <a:rPr lang="en-GB" sz="1200" b="0" kern="1200" dirty="0">
              <a:latin typeface="Sans Serif Collection" panose="020B0502040504020204" pitchFamily="34" charset="0"/>
              <a:ea typeface="Sans Serif Collection" panose="020B0502040504020204" pitchFamily="34" charset="0"/>
              <a:cs typeface="Sans Serif Collection" panose="020B0502040504020204" pitchFamily="34" charset="0"/>
            </a:rPr>
            <a:t>- Natural language to graph queries</a:t>
          </a:r>
          <a:br>
            <a:rPr lang="en-GB" sz="1200" b="0" kern="1200" dirty="0">
              <a:latin typeface="Sans Serif Collection" panose="020B0502040504020204" pitchFamily="34" charset="0"/>
              <a:ea typeface="Sans Serif Collection" panose="020B0502040504020204" pitchFamily="34" charset="0"/>
              <a:cs typeface="Sans Serif Collection" panose="020B0502040504020204" pitchFamily="34" charset="0"/>
            </a:rPr>
          </a:br>
          <a:r>
            <a:rPr lang="en-GB" sz="1200" b="0" kern="1200" dirty="0">
              <a:latin typeface="Sans Serif Collection" panose="020B0502040504020204" pitchFamily="34" charset="0"/>
              <a:ea typeface="Sans Serif Collection" panose="020B0502040504020204" pitchFamily="34" charset="0"/>
              <a:cs typeface="Sans Serif Collection" panose="020B0502040504020204" pitchFamily="34" charset="0"/>
            </a:rPr>
            <a:t>- Dependency and sequence tables as intermediate output</a:t>
          </a:r>
          <a:endParaRPr lang="en-GB" sz="1200" b="0" kern="1200" dirty="0"/>
        </a:p>
      </dsp:txBody>
      <dsp:txXfrm>
        <a:off x="8036640" y="73907"/>
        <a:ext cx="2692625" cy="2375556"/>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5904B46-4BBE-4128-B7EA-5062DF5C31D1}">
      <dsp:nvSpPr>
        <dsp:cNvPr id="0" name=""/>
        <dsp:cNvSpPr/>
      </dsp:nvSpPr>
      <dsp:spPr>
        <a:xfrm>
          <a:off x="330968" y="287048"/>
          <a:ext cx="10197693" cy="4955846"/>
        </a:xfrm>
        <a:prstGeom prst="rightArrow">
          <a:avLst/>
        </a:prstGeom>
        <a:solidFill>
          <a:schemeClr val="accent4">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F7363F60-D3F0-4DD0-A06F-5A406D68E16E}">
      <dsp:nvSpPr>
        <dsp:cNvPr id="0" name=""/>
        <dsp:cNvSpPr/>
      </dsp:nvSpPr>
      <dsp:spPr>
        <a:xfrm>
          <a:off x="3181" y="1236334"/>
          <a:ext cx="1915282" cy="3352185"/>
        </a:xfrm>
        <a:prstGeom prst="roundRect">
          <a:avLst/>
        </a:prstGeom>
        <a:solidFill>
          <a:schemeClr val="accent4">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t" anchorCtr="0">
          <a:noAutofit/>
        </a:bodyPr>
        <a:lstStyle/>
        <a:p>
          <a:pPr marL="0" lvl="0" indent="0" algn="l" defTabSz="889000">
            <a:lnSpc>
              <a:spcPct val="90000"/>
            </a:lnSpc>
            <a:spcBef>
              <a:spcPct val="0"/>
            </a:spcBef>
            <a:spcAft>
              <a:spcPct val="35000"/>
            </a:spcAft>
            <a:buNone/>
          </a:pPr>
          <a:r>
            <a:rPr lang="en-IN" sz="2000" kern="1200" dirty="0"/>
            <a:t>Scenario Definition</a:t>
          </a:r>
        </a:p>
        <a:p>
          <a:pPr marL="171450" lvl="1" indent="-171450" algn="l" defTabSz="800100">
            <a:lnSpc>
              <a:spcPct val="90000"/>
            </a:lnSpc>
            <a:spcBef>
              <a:spcPct val="0"/>
            </a:spcBef>
            <a:spcAft>
              <a:spcPct val="15000"/>
            </a:spcAft>
            <a:buChar char="•"/>
          </a:pPr>
          <a:r>
            <a:rPr lang="en-IN" sz="1800" kern="1200" dirty="0"/>
            <a:t>Given single functionality algorithm</a:t>
          </a:r>
        </a:p>
      </dsp:txBody>
      <dsp:txXfrm>
        <a:off x="96677" y="1329830"/>
        <a:ext cx="1728290" cy="3165193"/>
      </dsp:txXfrm>
    </dsp:sp>
    <dsp:sp modelId="{5BB67589-2D53-421F-A531-DE8661E10F41}">
      <dsp:nvSpPr>
        <dsp:cNvPr id="0" name=""/>
        <dsp:cNvSpPr/>
      </dsp:nvSpPr>
      <dsp:spPr>
        <a:xfrm>
          <a:off x="2237677" y="1264615"/>
          <a:ext cx="1915282" cy="3295624"/>
        </a:xfrm>
        <a:prstGeom prst="roundRect">
          <a:avLst/>
        </a:prstGeom>
        <a:solidFill>
          <a:schemeClr val="accent4">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t" anchorCtr="0">
          <a:noAutofit/>
        </a:bodyPr>
        <a:lstStyle/>
        <a:p>
          <a:pPr marL="0" lvl="0" indent="0" algn="l" defTabSz="889000">
            <a:lnSpc>
              <a:spcPct val="90000"/>
            </a:lnSpc>
            <a:spcBef>
              <a:spcPct val="0"/>
            </a:spcBef>
            <a:spcAft>
              <a:spcPct val="35000"/>
            </a:spcAft>
            <a:buNone/>
          </a:pPr>
          <a:r>
            <a:rPr lang="en-IN" sz="2000" kern="1200" dirty="0"/>
            <a:t>Static Analysis </a:t>
          </a:r>
        </a:p>
        <a:p>
          <a:pPr marL="171450" lvl="1" indent="-171450" algn="l" defTabSz="800100">
            <a:lnSpc>
              <a:spcPct val="90000"/>
            </a:lnSpc>
            <a:spcBef>
              <a:spcPct val="0"/>
            </a:spcBef>
            <a:spcAft>
              <a:spcPct val="15000"/>
            </a:spcAft>
            <a:buChar char="•"/>
          </a:pPr>
          <a:endParaRPr lang="en-IN" sz="1800" kern="1200" dirty="0"/>
        </a:p>
        <a:p>
          <a:pPr marL="171450" lvl="1" indent="-171450" algn="l" defTabSz="800100">
            <a:lnSpc>
              <a:spcPct val="90000"/>
            </a:lnSpc>
            <a:spcBef>
              <a:spcPct val="0"/>
            </a:spcBef>
            <a:spcAft>
              <a:spcPct val="15000"/>
            </a:spcAft>
            <a:buChar char="•"/>
          </a:pPr>
          <a:r>
            <a:rPr lang="en-IN" sz="1800" kern="1200" dirty="0"/>
            <a:t>Perform scenario-specific dependency based code slicing to filter trace events</a:t>
          </a:r>
        </a:p>
      </dsp:txBody>
      <dsp:txXfrm>
        <a:off x="2331173" y="1358111"/>
        <a:ext cx="1728290" cy="3108632"/>
      </dsp:txXfrm>
    </dsp:sp>
    <dsp:sp modelId="{8AE41F95-B52E-4B09-823A-0EFB99146C32}">
      <dsp:nvSpPr>
        <dsp:cNvPr id="0" name=""/>
        <dsp:cNvSpPr/>
      </dsp:nvSpPr>
      <dsp:spPr>
        <a:xfrm>
          <a:off x="4472174" y="1255191"/>
          <a:ext cx="1915282" cy="3314470"/>
        </a:xfrm>
        <a:prstGeom prst="roundRect">
          <a:avLst/>
        </a:prstGeom>
        <a:solidFill>
          <a:schemeClr val="accent4">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t" anchorCtr="0">
          <a:noAutofit/>
        </a:bodyPr>
        <a:lstStyle/>
        <a:p>
          <a:pPr marL="0" lvl="0" indent="0" algn="l" defTabSz="889000">
            <a:lnSpc>
              <a:spcPct val="90000"/>
            </a:lnSpc>
            <a:spcBef>
              <a:spcPct val="0"/>
            </a:spcBef>
            <a:spcAft>
              <a:spcPct val="35000"/>
            </a:spcAft>
            <a:buNone/>
          </a:pPr>
          <a:r>
            <a:rPr lang="en-IN" sz="2000" kern="1200" dirty="0"/>
            <a:t>Runtime Trace Collection</a:t>
          </a:r>
        </a:p>
        <a:p>
          <a:pPr marL="171450" lvl="1" indent="-171450" algn="l" defTabSz="800100">
            <a:lnSpc>
              <a:spcPct val="90000"/>
            </a:lnSpc>
            <a:spcBef>
              <a:spcPct val="0"/>
            </a:spcBef>
            <a:spcAft>
              <a:spcPct val="15000"/>
            </a:spcAft>
            <a:buChar char="•"/>
          </a:pPr>
          <a:r>
            <a:rPr lang="en-US" sz="1800" kern="1200" dirty="0"/>
            <a:t>Time-stamped runtime events, to support reconstruction and how to export it </a:t>
          </a:r>
          <a:endParaRPr lang="en-IN" sz="1800" kern="1200" dirty="0"/>
        </a:p>
      </dsp:txBody>
      <dsp:txXfrm>
        <a:off x="4565670" y="1348687"/>
        <a:ext cx="1728290" cy="3127478"/>
      </dsp:txXfrm>
    </dsp:sp>
    <dsp:sp modelId="{B3EFB992-91F3-49C9-AE40-989BD0EA19F3}">
      <dsp:nvSpPr>
        <dsp:cNvPr id="0" name=""/>
        <dsp:cNvSpPr/>
      </dsp:nvSpPr>
      <dsp:spPr>
        <a:xfrm>
          <a:off x="6706670" y="1274038"/>
          <a:ext cx="1915282" cy="3276778"/>
        </a:xfrm>
        <a:prstGeom prst="roundRect">
          <a:avLst/>
        </a:prstGeom>
        <a:solidFill>
          <a:schemeClr val="accent4">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t" anchorCtr="0">
          <a:noAutofit/>
        </a:bodyPr>
        <a:lstStyle/>
        <a:p>
          <a:pPr marL="0" lvl="0" indent="0" algn="l" defTabSz="889000">
            <a:lnSpc>
              <a:spcPct val="90000"/>
            </a:lnSpc>
            <a:spcBef>
              <a:spcPct val="0"/>
            </a:spcBef>
            <a:spcAft>
              <a:spcPct val="35000"/>
            </a:spcAft>
            <a:buNone/>
          </a:pPr>
          <a:r>
            <a:rPr lang="en-IN" sz="2000" kern="1200" dirty="0"/>
            <a:t>Hybrid Reconstruction</a:t>
          </a:r>
        </a:p>
        <a:p>
          <a:pPr marL="171450" lvl="1" indent="-171450" algn="l" defTabSz="800100">
            <a:lnSpc>
              <a:spcPct val="90000"/>
            </a:lnSpc>
            <a:spcBef>
              <a:spcPct val="0"/>
            </a:spcBef>
            <a:spcAft>
              <a:spcPct val="15000"/>
            </a:spcAft>
            <a:buChar char="•"/>
          </a:pPr>
          <a:r>
            <a:rPr lang="en-IN" sz="1800" kern="1200" dirty="0"/>
            <a:t>Trace-to-code alignment</a:t>
          </a:r>
        </a:p>
        <a:p>
          <a:pPr marL="171450" lvl="1" indent="-171450" algn="l" defTabSz="800100">
            <a:lnSpc>
              <a:spcPct val="90000"/>
            </a:lnSpc>
            <a:spcBef>
              <a:spcPct val="0"/>
            </a:spcBef>
            <a:spcAft>
              <a:spcPct val="15000"/>
            </a:spcAft>
            <a:buChar char="•"/>
          </a:pPr>
          <a:r>
            <a:rPr lang="en-IN" sz="1800" kern="1200" dirty="0"/>
            <a:t>Static reachability</a:t>
          </a:r>
        </a:p>
        <a:p>
          <a:pPr marL="171450" lvl="1" indent="-171450" algn="l" defTabSz="800100">
            <a:lnSpc>
              <a:spcPct val="90000"/>
            </a:lnSpc>
            <a:spcBef>
              <a:spcPct val="0"/>
            </a:spcBef>
            <a:spcAft>
              <a:spcPct val="15000"/>
            </a:spcAft>
            <a:buChar char="•"/>
          </a:pPr>
          <a:r>
            <a:rPr lang="en-IN" sz="1800" kern="1200" dirty="0"/>
            <a:t>Missing interaction inference</a:t>
          </a:r>
        </a:p>
      </dsp:txBody>
      <dsp:txXfrm>
        <a:off x="6800166" y="1367534"/>
        <a:ext cx="1728290" cy="3089786"/>
      </dsp:txXfrm>
    </dsp:sp>
    <dsp:sp modelId="{FB0E6C55-9D8B-4FAC-AD03-3C1FD3C106D0}">
      <dsp:nvSpPr>
        <dsp:cNvPr id="0" name=""/>
        <dsp:cNvSpPr/>
      </dsp:nvSpPr>
      <dsp:spPr>
        <a:xfrm>
          <a:off x="8941166" y="1255191"/>
          <a:ext cx="1915282" cy="3314470"/>
        </a:xfrm>
        <a:prstGeom prst="roundRect">
          <a:avLst/>
        </a:prstGeom>
        <a:solidFill>
          <a:schemeClr val="accent4">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t" anchorCtr="0">
          <a:noAutofit/>
        </a:bodyPr>
        <a:lstStyle/>
        <a:p>
          <a:pPr marL="0" lvl="0" indent="0" algn="l" defTabSz="889000">
            <a:lnSpc>
              <a:spcPct val="90000"/>
            </a:lnSpc>
            <a:spcBef>
              <a:spcPct val="0"/>
            </a:spcBef>
            <a:spcAft>
              <a:spcPct val="35000"/>
            </a:spcAft>
            <a:buNone/>
          </a:pPr>
          <a:r>
            <a:rPr lang="en-IN" sz="2000" kern="1200" dirty="0" err="1"/>
            <a:t>SysML</a:t>
          </a:r>
          <a:r>
            <a:rPr lang="en-IN" sz="2000" kern="1200" dirty="0"/>
            <a:t> v2 Interaction Diagram</a:t>
          </a:r>
        </a:p>
        <a:p>
          <a:pPr marL="171450" lvl="1" indent="-171450" algn="l" defTabSz="800100">
            <a:lnSpc>
              <a:spcPct val="90000"/>
            </a:lnSpc>
            <a:spcBef>
              <a:spcPct val="0"/>
            </a:spcBef>
            <a:spcAft>
              <a:spcPct val="15000"/>
            </a:spcAft>
            <a:buChar char="•"/>
          </a:pPr>
          <a:r>
            <a:rPr lang="en-IN" sz="1800" kern="1200" dirty="0"/>
            <a:t>Interaction model generation</a:t>
          </a:r>
        </a:p>
        <a:p>
          <a:pPr marL="171450" lvl="1" indent="-171450" algn="l" defTabSz="800100">
            <a:lnSpc>
              <a:spcPct val="90000"/>
            </a:lnSpc>
            <a:spcBef>
              <a:spcPct val="0"/>
            </a:spcBef>
            <a:spcAft>
              <a:spcPct val="15000"/>
            </a:spcAft>
            <a:buChar char="•"/>
          </a:pPr>
          <a:r>
            <a:rPr lang="en-IN" sz="1800" kern="1200" dirty="0"/>
            <a:t>Evaluation</a:t>
          </a:r>
        </a:p>
      </dsp:txBody>
      <dsp:txXfrm>
        <a:off x="9034662" y="1348687"/>
        <a:ext cx="1728290" cy="3127478"/>
      </dsp:txXfrm>
    </dsp:sp>
  </dsp:spTree>
</dsp:drawing>
</file>

<file path=ppt/diagrams/layout1.xml><?xml version="1.0" encoding="utf-8"?>
<dgm:layoutDef xmlns:dgm="http://schemas.openxmlformats.org/drawingml/2006/diagram" xmlns:a="http://schemas.openxmlformats.org/drawingml/2006/main" uniqueId="urn:microsoft.com/office/officeart/2005/8/layout/radial4">
  <dgm:title val=""/>
  <dgm:desc val=""/>
  <dgm:catLst>
    <dgm:cat type="relationship" pri="190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t modelId="11"/>
        <dgm:pt modelId="12"/>
      </dgm:ptLst>
      <dgm:cxnLst>
        <dgm:cxn modelId="2" srcId="0" destId="1" srcOrd="0" destOrd="0"/>
        <dgm:cxn modelId="15" srcId="1" destId="11" srcOrd="0" destOrd="0"/>
        <dgm:cxn modelId="16" srcId="1" destId="12" srcOrd="1" destOrd="0"/>
      </dgm:cxnLst>
      <dgm:bg/>
      <dgm:whole/>
    </dgm:dataModel>
  </dgm:styleData>
  <dgm:clrData>
    <dgm:dataModel>
      <dgm:ptLst>
        <dgm:pt modelId="0" type="doc"/>
        <dgm:pt modelId="1"/>
        <dgm:pt modelId="11"/>
        <dgm:pt modelId="12"/>
        <dgm:pt modelId="13"/>
        <dgm:pt modelId="14"/>
        <dgm:pt modelId="15"/>
        <dgm:pt modelId="16"/>
      </dgm:ptLst>
      <dgm:cxnLst>
        <dgm:cxn modelId="2" srcId="0" destId="1" srcOrd="0" destOrd="0"/>
        <dgm:cxn modelId="16" srcId="1" destId="11" srcOrd="0" destOrd="0"/>
        <dgm:cxn modelId="17" srcId="1" destId="12" srcOrd="1" destOrd="0"/>
        <dgm:cxn modelId="18" srcId="1" destId="13" srcOrd="2" destOrd="0"/>
        <dgm:cxn modelId="19" srcId="1" destId="14" srcOrd="3" destOrd="0"/>
        <dgm:cxn modelId="20" srcId="1" destId="15" srcOrd="4" destOrd="0"/>
        <dgm:cxn modelId="21" srcId="1" destId="16" srcOrd="5" destOrd="0"/>
      </dgm:cxnLst>
      <dgm:bg/>
      <dgm:whole/>
    </dgm:dataModel>
  </dgm:clrData>
  <dgm:layoutNode name="cycle">
    <dgm:varLst>
      <dgm:chMax val="1"/>
      <dgm:dir/>
      <dgm:animLvl val="ctr"/>
      <dgm:resizeHandles val="exact"/>
    </dgm:varLst>
    <dgm:choose name="Name0">
      <dgm:if name="Name1" func="var" arg="dir" op="equ" val="norm">
        <dgm:choose name="Name2">
          <dgm:if name="Name3" axis="ch ch" ptType="node node" st="1 1" cnt="1 0" func="cnt" op="lte" val="1">
            <dgm:alg type="cycle">
              <dgm:param type="stAng" val="0"/>
              <dgm:param type="spanAng" val="360"/>
              <dgm:param type="ctrShpMap" val="fNode"/>
            </dgm:alg>
          </dgm:if>
          <dgm:else name="Name4">
            <dgm:choose name="Name5">
              <dgm:if name="Name6" axis="ch ch" ptType="node node" st="1 1" cnt="1 0" func="cnt" op="lte" val="3">
                <dgm:alg type="cycle">
                  <dgm:param type="stAng" val="-55"/>
                  <dgm:param type="spanAng" val="110"/>
                  <dgm:param type="ctrShpMap" val="fNode"/>
                </dgm:alg>
              </dgm:if>
              <dgm:else name="Name7">
                <dgm:choose name="Name8">
                  <dgm:if name="Name9" axis="ch ch" ptType="node node" st="1 1" cnt="1 0" func="cnt" op="equ" val="4">
                    <dgm:alg type="cycle">
                      <dgm:param type="stAng" val="-75"/>
                      <dgm:param type="spanAng" val="150"/>
                      <dgm:param type="ctrShpMap" val="fNode"/>
                    </dgm:alg>
                  </dgm:if>
                  <dgm:else name="Name10">
                    <dgm:alg type="cycle">
                      <dgm:param type="stAng" val="-90"/>
                      <dgm:param type="spanAng" val="180"/>
                      <dgm:param type="ctrShpMap" val="fNode"/>
                    </dgm:alg>
                  </dgm:else>
                </dgm:choose>
              </dgm:else>
            </dgm:choose>
          </dgm:else>
        </dgm:choose>
      </dgm:if>
      <dgm:else name="Name11">
        <dgm:choose name="Name12">
          <dgm:if name="Name13" axis="ch ch" ptType="node node" st="1 1" cnt="1 0" func="cnt" op="lte" val="1">
            <dgm:alg type="cycle">
              <dgm:param type="stAng" val="0"/>
              <dgm:param type="spanAng" val="-360"/>
              <dgm:param type="ctrShpMap" val="fNode"/>
            </dgm:alg>
          </dgm:if>
          <dgm:else name="Name14">
            <dgm:choose name="Name15">
              <dgm:if name="Name16" axis="ch ch" ptType="node node" st="1 1" cnt="1 0" func="cnt" op="lte" val="3">
                <dgm:alg type="cycle">
                  <dgm:param type="stAng" val="55"/>
                  <dgm:param type="spanAng" val="-110"/>
                  <dgm:param type="ctrShpMap" val="fNode"/>
                </dgm:alg>
              </dgm:if>
              <dgm:else name="Name17">
                <dgm:choose name="Name18">
                  <dgm:if name="Name19" axis="ch ch" ptType="node node" st="1 1" cnt="1 0" func="cnt" op="equ" val="4">
                    <dgm:alg type="cycle">
                      <dgm:param type="stAng" val="75"/>
                      <dgm:param type="spanAng" val="-150"/>
                      <dgm:param type="ctrShpMap" val="fNode"/>
                    </dgm:alg>
                  </dgm:if>
                  <dgm:else name="Name20">
                    <dgm:alg type="cycle">
                      <dgm:param type="stAng" val="90"/>
                      <dgm:param type="spanAng" val="-180"/>
                      <dgm:param type="ctrShpMap" val="fNode"/>
                    </dgm:alg>
                  </dgm:else>
                </dgm:choose>
              </dgm:else>
            </dgm:choose>
          </dgm:else>
        </dgm:choose>
      </dgm:else>
    </dgm:choose>
    <dgm:shape xmlns:r="http://schemas.openxmlformats.org/officeDocument/2006/relationships" r:blip="">
      <dgm:adjLst/>
    </dgm:shape>
    <dgm:presOf/>
    <dgm:constrLst>
      <dgm:constr type="w" for="ch" forName="centerShape" refType="w"/>
      <dgm:constr type="w" for="ch" forName="node" refType="w" refFor="ch" refForName="centerShape" fact="0.95"/>
      <dgm:constr type="h" for="ch" forName="parTrans" refType="w" refFor="ch" refForName="centerShape" fact="0.285"/>
      <dgm:constr type="sp" refType="w" refFor="ch" refForName="centerShape" op="equ" fact="0.23"/>
      <dgm:constr type="sibSp" refType="w" refFor="ch" refForName="node" fact="0.1"/>
      <dgm:constr type="primFontSz" for="ch" forName="node" op="equ"/>
    </dgm:constrLst>
    <dgm:choose name="Name21">
      <dgm:if name="Name22" axis="ch ch" ptType="node node" st="1 1" cnt="1 0" func="cnt" op="lte" val="5">
        <dgm:ruleLst>
          <dgm:rule type="w" for="ch" forName="centerShape" val="NaN" fact="0.27" max="NaN"/>
        </dgm:ruleLst>
      </dgm:if>
      <dgm:else name="Name23">
        <dgm:ruleLst>
          <dgm:rule type="w" for="ch" forName="centerShape" val="NaN" fact="0.27" max="NaN"/>
          <dgm:rule type="w" for="ch" forName="node" val="NaN" fact="0.7" max="NaN"/>
        </dgm:ruleLst>
      </dgm:else>
    </dgm:choose>
    <dgm:forEach name="Name24" axis="ch" ptType="node" cnt="1">
      <dgm:layoutNode name="centerShape" styleLbl="node0">
        <dgm:alg type="tx"/>
        <dgm:shape xmlns:r="http://schemas.openxmlformats.org/officeDocument/2006/relationships" type="ellipse" r:blip="">
          <dgm:adjLst/>
        </dgm:shape>
        <dgm:presOf axis="self"/>
        <dgm:constrLst>
          <dgm:constr type="tMarg" refType="primFontSz" fact="0.05"/>
          <dgm:constr type="bMarg" refType="primFontSz" fact="0.05"/>
          <dgm:constr type="lMarg" refType="primFontSz" fact="0.05"/>
          <dgm:constr type="rMarg" refType="primFontSz" fact="0.05"/>
          <dgm:constr type="primFontSz" val="65"/>
          <dgm:constr type="h" refType="w"/>
        </dgm:constrLst>
        <dgm:ruleLst>
          <dgm:rule type="primFontSz" val="5" fact="NaN" max="NaN"/>
        </dgm:ruleLst>
      </dgm:layoutNode>
      <dgm:forEach name="Name25" axis="ch">
        <dgm:forEach name="Name26" axis="self" ptType="parTrans">
          <dgm:layoutNode name="parTrans" styleLbl="bgSibTrans2D1">
            <dgm:alg type="conn">
              <dgm:param type="begPts" val="auto"/>
              <dgm:param type="endPts" val="ctr"/>
              <dgm:param type="endSty" val="noArr"/>
              <dgm:param type="begSty" val="arr"/>
            </dgm:alg>
            <dgm:shape xmlns:r="http://schemas.openxmlformats.org/officeDocument/2006/relationships" type="conn" r:blip="">
              <dgm:adjLst/>
            </dgm:shape>
            <dgm:presOf axis="self"/>
            <dgm:constrLst>
              <dgm:constr type="begPad" refType="connDist" fact="0.055"/>
              <dgm:constr type="endPad"/>
            </dgm:constrLst>
            <dgm:ruleLst/>
          </dgm:layoutNode>
        </dgm:forEach>
        <dgm:forEach name="Name27" axis="self" ptType="node">
          <dgm:layoutNode name="node" styleLbl="node1">
            <dgm:varLst>
              <dgm:bulletEnabled val="1"/>
            </dgm:varLst>
            <dgm:alg type="tx"/>
            <dgm:shape xmlns:r="http://schemas.openxmlformats.org/officeDocument/2006/relationships" type="roundRect" r:blip="">
              <dgm:adjLst>
                <dgm:adj idx="1" val="0.1"/>
              </dgm:adjLst>
            </dgm:shape>
            <dgm:presOf axis="desOrSelf" ptType="node"/>
            <dgm:constrLst>
              <dgm:constr type="primFontSz" val="65"/>
              <dgm:constr type="h" refType="w" fact="0.8"/>
              <dgm:constr type="tMarg" refType="primFontSz" fact="0.15"/>
              <dgm:constr type="bMarg" refType="primFontSz" fact="0.15"/>
              <dgm:constr type="lMarg" refType="primFontSz" fact="0.15"/>
              <dgm:constr type="rMarg" refType="primFontSz" fact="0.15"/>
            </dgm:constrLst>
            <dgm:ruleLst>
              <dgm:rule type="primFontSz" val="5" fact="NaN" max="NaN"/>
            </dgm:ruleLst>
          </dgm:layoutNode>
        </dgm:forEach>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process1">
  <dgm:title val=""/>
  <dgm:desc val=""/>
  <dgm:catLst>
    <dgm:cat type="process" pri="1000"/>
    <dgm:cat type="convert" pri="15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w" for="ch" ptType="node" refType="w"/>
      <dgm:constr type="h" for="ch" ptType="node" op="equ"/>
      <dgm:constr type="primFontSz" for="ch" ptType="node" op="equ" val="65"/>
      <dgm:constr type="w" for="ch" ptType="sibTrans" refType="w" refFor="ch" refPtType="node" op="equ" fact="0.4"/>
      <dgm:constr type="h" for="ch" ptType="sibTrans" op="equ"/>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oundRect" r:blip="">
          <dgm:adjLst>
            <dgm:adj idx="1" val="0.1"/>
          </dgm:adjLst>
        </dgm:shape>
        <dgm:presOf axis="desOrSelf" ptType="node"/>
        <dgm:constrLst>
          <dgm:constr type="h" refType="w" fact="0.6"/>
          <dgm:constr type="tMarg" refType="primFontSz" fact="0.3"/>
          <dgm:constr type="bMarg" refType="primFontSz" fact="0.3"/>
          <dgm:constr type="lMarg" refType="primFontSz" fact="0.3"/>
          <dgm:constr type="rMarg" refType="primFontSz" fact="0.3"/>
        </dgm:constrLst>
        <dgm:ruleLst>
          <dgm:rule type="primFontSz" val="18" fact="NaN" max="NaN"/>
          <dgm:rule type="h" val="NaN" fact="1.5" max="NaN"/>
          <dgm:rule type="primFontSz" val="5" fact="NaN" max="NaN"/>
          <dgm:rule type="h" val="INF"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h" refType="w" fact="0.62"/>
            <dgm:constr type="connDist"/>
            <dgm:constr type="begPad" refType="connDist" fact="0.25"/>
            <dgm:constr type="endPad" refType="connDist" fact="0.22"/>
          </dgm:constrLst>
          <dgm:ruleLst/>
          <dgm:layoutNode name="connectorText">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5/8/layout/hProcess9">
  <dgm:title val=""/>
  <dgm:desc val=""/>
  <dgm:catLst>
    <dgm:cat type="process" pri="5000"/>
    <dgm:cat type="convert" pri="13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CompostProcess">
    <dgm:varLst>
      <dgm:dir/>
      <dgm:resizeHandles val="exact"/>
    </dgm:varLst>
    <dgm:alg type="composite">
      <dgm:param type="horzAlign" val="ctr"/>
      <dgm:param type="vertAlign" val="mid"/>
    </dgm:alg>
    <dgm:shape xmlns:r="http://schemas.openxmlformats.org/officeDocument/2006/relationships" r:blip="">
      <dgm:adjLst/>
    </dgm:shape>
    <dgm:presOf/>
    <dgm:constrLst>
      <dgm:constr type="w" for="ch" forName="arrow" refType="w" fact="0.85"/>
      <dgm:constr type="h" for="ch" forName="arrow" refType="h"/>
      <dgm:constr type="ctrX" for="ch" forName="arrow" refType="w" fact="0.5"/>
      <dgm:constr type="ctrY" for="ch" forName="arrow" refType="h" fact="0.5"/>
      <dgm:constr type="w" for="ch" forName="linearProcess" refType="w"/>
      <dgm:constr type="h" for="ch" forName="linearProcess" refType="h" fact="0.4"/>
      <dgm:constr type="ctrX" for="ch" forName="linearProcess" refType="w" fact="0.5"/>
      <dgm:constr type="ctrY" for="ch" forName="linearProcess" refType="h" fact="0.5"/>
    </dgm:constrLst>
    <dgm:ruleLst/>
    <dgm:layoutNode name="arrow" styleLbl="bgShp">
      <dgm:alg type="sp"/>
      <dgm:choose name="Name0">
        <dgm:if name="Name1" func="var" arg="dir" op="equ" val="norm">
          <dgm:shape xmlns:r="http://schemas.openxmlformats.org/officeDocument/2006/relationships" type="rightArrow" r:blip="">
            <dgm:adjLst/>
          </dgm:shape>
        </dgm:if>
        <dgm:else name="Name2">
          <dgm:shape xmlns:r="http://schemas.openxmlformats.org/officeDocument/2006/relationships" type="leftArrow" r:blip="">
            <dgm:adjLst/>
          </dgm:shape>
        </dgm:else>
      </dgm:choose>
      <dgm:presOf/>
      <dgm:constrLst/>
      <dgm:ruleLst/>
    </dgm:layoutNode>
    <dgm:layoutNode name="linearProcess">
      <dgm:choose name="Name3">
        <dgm:if name="Name4" func="var" arg="dir" op="equ" val="norm">
          <dgm:alg type="lin"/>
        </dgm:if>
        <dgm:else name="Name5">
          <dgm:alg type="lin">
            <dgm:param type="linDir" val="fromR"/>
          </dgm:alg>
        </dgm:else>
      </dgm:choose>
      <dgm:shape xmlns:r="http://schemas.openxmlformats.org/officeDocument/2006/relationships" r:blip="">
        <dgm:adjLst/>
      </dgm:shape>
      <dgm:presOf/>
      <dgm:constrLst>
        <dgm:constr type="userA" for="ch" ptType="node" refType="w"/>
        <dgm:constr type="h" for="ch" ptType="node" refType="h"/>
        <dgm:constr type="w" for="ch" ptType="node" op="equ"/>
        <dgm:constr type="w" for="ch" forName="sibTrans" refType="w" fact="0.05"/>
        <dgm:constr type="primFontSz" for="ch" ptType="node" op="equ" val="65"/>
      </dgm:constrLst>
      <dgm:ruleLst/>
      <dgm:forEach name="Name6" axis="ch" ptType="node">
        <dgm:layoutNode name="textNode" styleLbl="node1">
          <dgm:varLst>
            <dgm:bulletEnabled val="1"/>
          </dgm:varLst>
          <dgm:alg type="tx"/>
          <dgm:shape xmlns:r="http://schemas.openxmlformats.org/officeDocument/2006/relationships" type="roundRect" r:blip="">
            <dgm:adjLst/>
          </dgm:shape>
          <dgm:presOf axis="desOrSelf" ptType="node"/>
          <dgm:constrLst>
            <dgm:constr type="userA"/>
            <dgm:constr type="w" refType="userA" fact="0.3"/>
            <dgm:constr type="tMarg" refType="primFontSz" fact="0.3"/>
            <dgm:constr type="bMarg" refType="primFontSz" fact="0.3"/>
            <dgm:constr type="lMarg" refType="primFontSz" fact="0.3"/>
            <dgm:constr type="rMarg" refType="primFontSz" fact="0.3"/>
          </dgm:constrLst>
          <dgm:ruleLst>
            <dgm:rule type="w" val="NaN" fact="1" max="NaN"/>
            <dgm:rule type="primFontSz" val="5" fact="NaN" max="NaN"/>
          </dgm:ruleLst>
        </dgm:layoutNode>
        <dgm:forEach name="Name7" axis="followSib" ptType="sibTrans" cnt="1">
          <dgm:layoutNode name="sibTrans">
            <dgm:alg type="sp"/>
            <dgm:shape xmlns:r="http://schemas.openxmlformats.org/officeDocument/2006/relationships" r:blip="">
              <dgm:adjLst/>
            </dgm:shape>
            <dgm:presOf/>
            <dgm:constrLst/>
            <dgm:ruleLst/>
          </dgm:layoutNode>
        </dgm:forEach>
      </dgm:forEach>
    </dgm:layoutNode>
  </dgm:layoutNode>
</dgm:layoutDef>
</file>

<file path=ppt/diagrams/quickStyle1.xml><?xml version="1.0" encoding="utf-8"?>
<dgm:styleDef xmlns:dgm="http://schemas.openxmlformats.org/drawingml/2006/diagram" xmlns:a="http://schemas.openxmlformats.org/drawingml/2006/main" uniqueId="urn:microsoft.com/office/officeart/2005/8/quickstyle/simple2">
  <dgm:title val=""/>
  <dgm:desc val=""/>
  <dgm:catLst>
    <dgm:cat type="simple" pri="10200"/>
  </dgm:catLst>
  <dgm:scene3d>
    <a:camera prst="orthographicFront"/>
    <a:lightRig rig="threePt" dir="t"/>
  </dgm:scene3d>
  <dgm:styleLbl name="node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ln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vennNode1">
    <dgm:scene3d>
      <a:camera prst="orthographicFront"/>
      <a:lightRig rig="threePt" dir="t"/>
    </dgm:scene3d>
    <dgm:sp3d/>
    <dgm:txPr/>
    <dgm:style>
      <a:lnRef idx="3">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1">
        <a:scrgbClr r="0" g="0" b="0"/>
      </a:effectRef>
      <a:fontRef idx="minor">
        <a:schemeClr val="lt1"/>
      </a:fontRef>
    </dgm:style>
  </dgm:styleLbl>
  <dgm:styleLbl name="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f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2B440F78-2C9E-4C7F-818C-B40BB19D3AB0}"/>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0ED3FB98-80B9-4155-809A-82659D34A010}"/>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52818EB1-FF96-47AA-9A30-F1BFF2FFD1F7}" type="datetimeFigureOut">
              <a:rPr lang="en-US" smtClean="0"/>
              <a:t>7/15/2026</a:t>
            </a:fld>
            <a:endParaRPr lang="en-US" dirty="0"/>
          </a:p>
        </p:txBody>
      </p:sp>
      <p:sp>
        <p:nvSpPr>
          <p:cNvPr id="4" name="Footer Placeholder 3">
            <a:extLst>
              <a:ext uri="{FF2B5EF4-FFF2-40B4-BE49-F238E27FC236}">
                <a16:creationId xmlns:a16="http://schemas.microsoft.com/office/drawing/2014/main" id="{D8DEF847-3492-4888-9C23-1504238536BC}"/>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D9E48C54-2332-4748-9C65-6A27E550C1F6}"/>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F7F75FB2-D12E-4669-8522-D3E2C7E6DC97}" type="slidenum">
              <a:rPr lang="en-US" smtClean="0"/>
              <a:t>‹#›</a:t>
            </a:fld>
            <a:endParaRPr lang="en-US" dirty="0"/>
          </a:p>
        </p:txBody>
      </p:sp>
    </p:spTree>
    <p:extLst>
      <p:ext uri="{BB962C8B-B14F-4D97-AF65-F5344CB8AC3E}">
        <p14:creationId xmlns:p14="http://schemas.microsoft.com/office/powerpoint/2010/main" val="199699180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7E4A361-7934-4769-9B16-8A939698742C}" type="datetimeFigureOut">
              <a:rPr lang="en-US" smtClean="0"/>
              <a:t>7/15/2026</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D18E0B9-48E4-499D-93B2-B07D00395BAC}" type="slidenum">
              <a:rPr lang="en-US" smtClean="0"/>
              <a:t>‹#›</a:t>
            </a:fld>
            <a:endParaRPr lang="en-US" dirty="0"/>
          </a:p>
        </p:txBody>
      </p:sp>
    </p:spTree>
    <p:extLst>
      <p:ext uri="{BB962C8B-B14F-4D97-AF65-F5344CB8AC3E}">
        <p14:creationId xmlns:p14="http://schemas.microsoft.com/office/powerpoint/2010/main" val="391404329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This research is all about creating a tool that can create - </a:t>
            </a:r>
            <a:r>
              <a:rPr lang="en-US" b="1" dirty="0"/>
              <a:t>more complete and more accurate Interaction Diagrams in an EDS – by utilizing a hybrid static-trace analysis approach.</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The key idea is </a:t>
            </a:r>
            <a:r>
              <a:rPr lang="en-US" b="1" dirty="0"/>
              <a:t>to improve scenario-specific understanding of system behavior as the runtime traces are incomplete.</a:t>
            </a:r>
            <a:r>
              <a:rPr lang="en-US" dirty="0"/>
              <a:t>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This work is supervised jointly by the university and TNO.</a:t>
            </a:r>
            <a:endParaRPr lang="en-IN" sz="1200" i="0" dirty="0"/>
          </a:p>
        </p:txBody>
      </p:sp>
      <p:sp>
        <p:nvSpPr>
          <p:cNvPr id="4" name="Slide Number Placeholder 3"/>
          <p:cNvSpPr>
            <a:spLocks noGrp="1"/>
          </p:cNvSpPr>
          <p:nvPr>
            <p:ph type="sldNum" sz="quarter" idx="5"/>
          </p:nvPr>
        </p:nvSpPr>
        <p:spPr/>
        <p:txBody>
          <a:bodyPr/>
          <a:lstStyle/>
          <a:p>
            <a:fld id="{8D18E0B9-48E4-499D-93B2-B07D00395BAC}" type="slidenum">
              <a:rPr lang="en-US" smtClean="0"/>
              <a:t>1</a:t>
            </a:fld>
            <a:endParaRPr lang="en-US" dirty="0"/>
          </a:p>
        </p:txBody>
      </p:sp>
    </p:spTree>
    <p:extLst>
      <p:ext uri="{BB962C8B-B14F-4D97-AF65-F5344CB8AC3E}">
        <p14:creationId xmlns:p14="http://schemas.microsoft.com/office/powerpoint/2010/main" val="67846137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r>
              <a:rPr lang="en-US" dirty="0"/>
              <a:t>Traces are often instrumentation-limited (logs, </a:t>
            </a:r>
            <a:r>
              <a:rPr lang="en-IN" dirty="0"/>
              <a:t>performance constraints) </a:t>
            </a:r>
            <a:r>
              <a:rPr lang="en-US" dirty="0"/>
              <a:t>overheads, access constraints, and cost.</a:t>
            </a:r>
          </a:p>
          <a:p>
            <a:br>
              <a:rPr lang="en-US" dirty="0"/>
            </a:br>
            <a:r>
              <a:rPr lang="en-US" dirty="0"/>
              <a:t>Static code analysis shows all the possible behaviors possible, but often lacks information about execution order and runtime conditions.</a:t>
            </a:r>
          </a:p>
          <a:p>
            <a:endParaRPr lang="en-US" dirty="0"/>
          </a:p>
          <a:p>
            <a:r>
              <a:rPr lang="en-US" dirty="0"/>
              <a:t>Hybrid approach is what we are going to perform – previously there has been some work done – but their goals and objectives have been different. Some used it to reduce logging and runtime  instrumentation, other used it understand if they had control-flow loops in the execution path - such as repeated method invocations</a:t>
            </a:r>
          </a:p>
          <a:p>
            <a:endParaRPr lang="en-US" dirty="0"/>
          </a:p>
          <a:p>
            <a:r>
              <a:rPr lang="en-US" dirty="0"/>
              <a:t>Existing work either relies on traces, static structure, or uses hybrid analysis for other goals. </a:t>
            </a:r>
          </a:p>
          <a:p>
            <a:r>
              <a:rPr lang="en-US" dirty="0"/>
              <a:t>None focus on synthesizing interaction diagrams for a specific scenario when traces are incomplete.</a:t>
            </a:r>
          </a:p>
          <a:p>
            <a:endParaRPr lang="en-US" dirty="0"/>
          </a:p>
          <a:p>
            <a:r>
              <a:rPr lang="en-US" dirty="0"/>
              <a:t>Goal is to create a more richer, more accurate and more complete interaction diagrams – which can assist the engineers in taking architectural decisions </a:t>
            </a:r>
          </a:p>
          <a:p>
            <a:endParaRPr lang="en-US" dirty="0"/>
          </a:p>
          <a:p>
            <a:r>
              <a:rPr lang="en-US" dirty="0"/>
              <a:t>In contrast, this thesis assumes that runtime traces are incomplete and uses static call graphs to not only enrich observed behavior, but to infer unobserved interactions within a bounded scenario.</a:t>
            </a:r>
          </a:p>
        </p:txBody>
      </p:sp>
      <p:sp>
        <p:nvSpPr>
          <p:cNvPr id="4" name="Slide Number Placeholder 3"/>
          <p:cNvSpPr>
            <a:spLocks noGrp="1"/>
          </p:cNvSpPr>
          <p:nvPr>
            <p:ph type="sldNum" sz="quarter" idx="5"/>
          </p:nvPr>
        </p:nvSpPr>
        <p:spPr/>
        <p:txBody>
          <a:bodyPr/>
          <a:lstStyle/>
          <a:p>
            <a:fld id="{8D18E0B9-48E4-499D-93B2-B07D00395BAC}" type="slidenum">
              <a:rPr lang="en-US" smtClean="0"/>
              <a:t>4</a:t>
            </a:fld>
            <a:endParaRPr lang="en-US" dirty="0"/>
          </a:p>
        </p:txBody>
      </p:sp>
    </p:spTree>
    <p:extLst>
      <p:ext uri="{BB962C8B-B14F-4D97-AF65-F5344CB8AC3E}">
        <p14:creationId xmlns:p14="http://schemas.microsoft.com/office/powerpoint/2010/main" val="58580587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goal is to combine static code structure and incomplete runtime traces to synthesize a scenario-specific interaction diagram in </a:t>
            </a:r>
            <a:r>
              <a:rPr lang="en-US" dirty="0" err="1"/>
              <a:t>SysML</a:t>
            </a:r>
            <a:r>
              <a:rPr lang="en-US" dirty="0"/>
              <a:t> v2</a:t>
            </a:r>
          </a:p>
          <a:p>
            <a:endParaRPr lang="en-US" dirty="0"/>
          </a:p>
          <a:p>
            <a:r>
              <a:rPr lang="en-US" dirty="0"/>
              <a:t>How can we filter both code and traces so we only focus on behavior relevant to a given scenario?</a:t>
            </a:r>
          </a:p>
          <a:p>
            <a:r>
              <a:rPr lang="en-US" dirty="0"/>
              <a:t>What kind of graph can meaningfully combine static call relationships with timestamped runtime events?</a:t>
            </a:r>
          </a:p>
          <a:p>
            <a:r>
              <a:rPr lang="en-US" dirty="0"/>
              <a:t>Does combining both actually improve completeness and accuracy compared to static-only or trace-only approaches?</a:t>
            </a:r>
          </a:p>
          <a:p>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Static and dynamic information are then aligned through </a:t>
            </a:r>
            <a:r>
              <a:rPr lang="en-US" b="1" dirty="0"/>
              <a:t>trace-to-code mapping</a:t>
            </a:r>
            <a:r>
              <a:rPr lang="en-US" dirty="0"/>
              <a:t>. </a:t>
            </a:r>
          </a:p>
          <a:p>
            <a:endParaRPr lang="en-IN" dirty="0"/>
          </a:p>
          <a:p>
            <a:r>
              <a:rPr lang="en-US" dirty="0"/>
              <a:t>who talks to whom, in what order, under which conditions</a:t>
            </a:r>
            <a:endParaRPr lang="en-IN" dirty="0"/>
          </a:p>
        </p:txBody>
      </p:sp>
      <p:sp>
        <p:nvSpPr>
          <p:cNvPr id="4" name="Slide Number Placeholder 3"/>
          <p:cNvSpPr>
            <a:spLocks noGrp="1"/>
          </p:cNvSpPr>
          <p:nvPr>
            <p:ph type="sldNum" sz="quarter" idx="5"/>
          </p:nvPr>
        </p:nvSpPr>
        <p:spPr/>
        <p:txBody>
          <a:bodyPr/>
          <a:lstStyle/>
          <a:p>
            <a:fld id="{8D18E0B9-48E4-499D-93B2-B07D00395BAC}" type="slidenum">
              <a:rPr lang="en-US" smtClean="0"/>
              <a:t>5</a:t>
            </a:fld>
            <a:endParaRPr lang="en-US" dirty="0"/>
          </a:p>
        </p:txBody>
      </p:sp>
    </p:spTree>
    <p:extLst>
      <p:ext uri="{BB962C8B-B14F-4D97-AF65-F5344CB8AC3E}">
        <p14:creationId xmlns:p14="http://schemas.microsoft.com/office/powerpoint/2010/main" val="204399261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dirty="0"/>
              <a:t>BDD – Block Definition Diagram - </a:t>
            </a:r>
            <a:r>
              <a:rPr lang="en-US" dirty="0"/>
              <a:t>Components (Blocks) Dependencies Associations Hierarchical relationships Composition relationships</a:t>
            </a:r>
            <a:endParaRPr lang="en-IN" dirty="0"/>
          </a:p>
          <a:p>
            <a:r>
              <a:rPr lang="en-IN" dirty="0"/>
              <a:t>IBD – Internal Block Diagram - Parts (instances of blocks) Ports Connectors Internal communication paths</a:t>
            </a:r>
          </a:p>
          <a:p>
            <a:endParaRPr lang="en-IN" dirty="0"/>
          </a:p>
          <a:p>
            <a:r>
              <a:rPr lang="en-IN" dirty="0"/>
              <a:t>IBD – to understand How these components communicate. BDD - These components exist.</a:t>
            </a:r>
          </a:p>
          <a:p>
            <a:r>
              <a:rPr lang="en-US" b="0" dirty="0"/>
              <a:t>Sequence Diagram </a:t>
            </a:r>
            <a:r>
              <a:rPr lang="en-US" b="1" dirty="0"/>
              <a:t>- </a:t>
            </a:r>
            <a:r>
              <a:rPr lang="en-US" dirty="0"/>
              <a:t>What happens during execution and in what order?</a:t>
            </a:r>
          </a:p>
          <a:p>
            <a:endParaRPr lang="en-IN" dirty="0"/>
          </a:p>
        </p:txBody>
      </p:sp>
      <p:sp>
        <p:nvSpPr>
          <p:cNvPr id="4" name="Slide Number Placeholder 3"/>
          <p:cNvSpPr>
            <a:spLocks noGrp="1"/>
          </p:cNvSpPr>
          <p:nvPr>
            <p:ph type="sldNum" sz="quarter" idx="5"/>
          </p:nvPr>
        </p:nvSpPr>
        <p:spPr/>
        <p:txBody>
          <a:bodyPr/>
          <a:lstStyle/>
          <a:p>
            <a:fld id="{8D18E0B9-48E4-499D-93B2-B07D00395BAC}" type="slidenum">
              <a:rPr lang="en-US" smtClean="0"/>
              <a:t>7</a:t>
            </a:fld>
            <a:endParaRPr lang="en-US" dirty="0"/>
          </a:p>
        </p:txBody>
      </p:sp>
    </p:spTree>
    <p:extLst>
      <p:ext uri="{BB962C8B-B14F-4D97-AF65-F5344CB8AC3E}">
        <p14:creationId xmlns:p14="http://schemas.microsoft.com/office/powerpoint/2010/main" val="177557926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A Block Definition Diagram (BDD) describes the static structure of the system by showing components and their relationships. An Internal Block Diagram (IBD) refines those components by showing their ports, interfaces, and connectors, explaining how they interact internally. In my project, dependency extraction is used to generate BDDs, while function-level interaction analysis is used to infer ports and generate IBDs.</a:t>
            </a:r>
            <a:r>
              <a:rPr lang="en-IN" dirty="0"/>
              <a:t> IBD – to understand How these components communicate. BDD - These components exist.</a:t>
            </a:r>
          </a:p>
        </p:txBody>
      </p:sp>
      <p:sp>
        <p:nvSpPr>
          <p:cNvPr id="4" name="Slide Number Placeholder 3"/>
          <p:cNvSpPr>
            <a:spLocks noGrp="1"/>
          </p:cNvSpPr>
          <p:nvPr>
            <p:ph type="sldNum" sz="quarter" idx="5"/>
          </p:nvPr>
        </p:nvSpPr>
        <p:spPr/>
        <p:txBody>
          <a:bodyPr/>
          <a:lstStyle/>
          <a:p>
            <a:fld id="{8D18E0B9-48E4-499D-93B2-B07D00395BAC}" type="slidenum">
              <a:rPr lang="en-US" smtClean="0"/>
              <a:t>8</a:t>
            </a:fld>
            <a:endParaRPr lang="en-US" dirty="0"/>
          </a:p>
        </p:txBody>
      </p:sp>
    </p:spTree>
    <p:extLst>
      <p:ext uri="{BB962C8B-B14F-4D97-AF65-F5344CB8AC3E}">
        <p14:creationId xmlns:p14="http://schemas.microsoft.com/office/powerpoint/2010/main" val="266478435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Block Definition Diagram (BDD) describes the static structure of the system by showing components and their relationships. An Internal Block Diagram (IBD) refines those components by showing their ports, interfaces, and connectors, explaining how they interact internally. In my project, dependency extraction is used to generate BDDs, while function-level interaction analysis is used to infer ports and generate IBDs.</a:t>
            </a:r>
            <a:endParaRPr lang="en-IN" dirty="0"/>
          </a:p>
        </p:txBody>
      </p:sp>
      <p:sp>
        <p:nvSpPr>
          <p:cNvPr id="4" name="Slide Number Placeholder 3"/>
          <p:cNvSpPr>
            <a:spLocks noGrp="1"/>
          </p:cNvSpPr>
          <p:nvPr>
            <p:ph type="sldNum" sz="quarter" idx="5"/>
          </p:nvPr>
        </p:nvSpPr>
        <p:spPr/>
        <p:txBody>
          <a:bodyPr/>
          <a:lstStyle/>
          <a:p>
            <a:fld id="{8D18E0B9-48E4-499D-93B2-B07D00395BAC}" type="slidenum">
              <a:rPr lang="en-US" smtClean="0"/>
              <a:t>10</a:t>
            </a:fld>
            <a:endParaRPr lang="en-US" dirty="0"/>
          </a:p>
        </p:txBody>
      </p:sp>
    </p:spTree>
    <p:extLst>
      <p:ext uri="{BB962C8B-B14F-4D97-AF65-F5344CB8AC3E}">
        <p14:creationId xmlns:p14="http://schemas.microsoft.com/office/powerpoint/2010/main" val="9802524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D18E0B9-48E4-499D-93B2-B07D00395BAC}" type="slidenum">
              <a:rPr lang="en-US" smtClean="0"/>
              <a:t>14</a:t>
            </a:fld>
            <a:endParaRPr lang="en-US" dirty="0"/>
          </a:p>
        </p:txBody>
      </p:sp>
    </p:spTree>
    <p:extLst>
      <p:ext uri="{BB962C8B-B14F-4D97-AF65-F5344CB8AC3E}">
        <p14:creationId xmlns:p14="http://schemas.microsoft.com/office/powerpoint/2010/main" val="21812973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Modern event-driven systems are highly concurrent and asynchronous, which makes understanding their behavior difficult.</a:t>
            </a:r>
          </a:p>
          <a:p>
            <a:r>
              <a:rPr lang="en-US" dirty="0"/>
              <a:t>Because of this massiveness - Runtime traces are often </a:t>
            </a:r>
            <a:r>
              <a:rPr lang="en-US" b="1" dirty="0"/>
              <a:t>incomplete or noisy</a:t>
            </a:r>
            <a:endParaRPr lang="en-US" dirty="0"/>
          </a:p>
          <a:p>
            <a:r>
              <a:rPr lang="en-US" dirty="0"/>
              <a:t>Instrumentation is limited (performance, access, cost)</a:t>
            </a:r>
          </a:p>
          <a:p>
            <a:endParaRPr lang="en-US" dirty="0"/>
          </a:p>
          <a:p>
            <a:r>
              <a:rPr lang="en-US" dirty="0"/>
              <a:t>Static - Produces interactions that </a:t>
            </a:r>
            <a:r>
              <a:rPr lang="en-US" i="1" dirty="0"/>
              <a:t>may never happen</a:t>
            </a:r>
            <a:endParaRPr lang="en-US" dirty="0"/>
          </a:p>
          <a:p>
            <a:endParaRPr lang="en-US" dirty="0"/>
          </a:p>
          <a:p>
            <a:r>
              <a:rPr lang="en-US" b="1" dirty="0"/>
              <a:t>Goal is to understand the system behavior accurately under certain scenarios </a:t>
            </a:r>
            <a:r>
              <a:rPr lang="en-US" dirty="0"/>
              <a:t>– to then be </a:t>
            </a:r>
            <a:r>
              <a:rPr lang="en-US" b="1" dirty="0"/>
              <a:t>able to take architectural calls / refactoring decisions / fix the bugs, etc.</a:t>
            </a:r>
          </a:p>
          <a:p>
            <a:r>
              <a:rPr lang="en-US" dirty="0"/>
              <a:t>Because these </a:t>
            </a:r>
            <a:r>
              <a:rPr lang="en-US" b="1" dirty="0"/>
              <a:t>mission critical systems require proper understanding of the nuances of things </a:t>
            </a:r>
            <a:r>
              <a:rPr lang="en-US" dirty="0"/>
              <a:t>– like what all components are interacting</a:t>
            </a:r>
          </a:p>
          <a:p>
            <a:r>
              <a:rPr lang="en-US" dirty="0"/>
              <a:t>With each other and what orchestration is happening under the hood – then be able to isolate those part of the code and refactor it / add more tests and increase its long-term maintainability</a:t>
            </a:r>
            <a:endParaRPr lang="en-IN" dirty="0"/>
          </a:p>
        </p:txBody>
      </p:sp>
      <p:sp>
        <p:nvSpPr>
          <p:cNvPr id="4" name="Slide Number Placeholder 3"/>
          <p:cNvSpPr>
            <a:spLocks noGrp="1"/>
          </p:cNvSpPr>
          <p:nvPr>
            <p:ph type="sldNum" sz="quarter" idx="5"/>
          </p:nvPr>
        </p:nvSpPr>
        <p:spPr/>
        <p:txBody>
          <a:bodyPr/>
          <a:lstStyle/>
          <a:p>
            <a:fld id="{8D18E0B9-48E4-499D-93B2-B07D00395BAC}" type="slidenum">
              <a:rPr lang="en-US" smtClean="0"/>
              <a:t>15</a:t>
            </a:fld>
            <a:endParaRPr lang="en-US" dirty="0"/>
          </a:p>
        </p:txBody>
      </p:sp>
    </p:spTree>
    <p:extLst>
      <p:ext uri="{BB962C8B-B14F-4D97-AF65-F5344CB8AC3E}">
        <p14:creationId xmlns:p14="http://schemas.microsoft.com/office/powerpoint/2010/main" val="6123703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EA9492-C4CE-CE71-17EE-ADF0DDCCE9A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5F3878B-6DB2-7C3C-FFF0-C353A43F4630}"/>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D7AE4DD0-F4B6-933A-867F-E84761704702}"/>
              </a:ext>
            </a:extLst>
          </p:cNvPr>
          <p:cNvSpPr>
            <a:spLocks noGrp="1"/>
          </p:cNvSpPr>
          <p:nvPr>
            <p:ph type="body" idx="1"/>
          </p:nvPr>
        </p:nvSpPr>
        <p:spPr/>
        <p:txBody>
          <a:bodyPr/>
          <a:lstStyle/>
          <a:p>
            <a:r>
              <a:rPr lang="en-US" b="1" dirty="0"/>
              <a:t>Scenario Definition</a:t>
            </a:r>
          </a:p>
          <a:p>
            <a:r>
              <a:rPr lang="en-US" dirty="0"/>
              <a:t>“We start by clearly defining a single functionality or algorithm as the scenario of interest. </a:t>
            </a:r>
            <a:r>
              <a:rPr lang="en-US" b="1" dirty="0"/>
              <a:t>This keeps the scope focused and narrow </a:t>
            </a:r>
            <a:r>
              <a:rPr lang="en-US" dirty="0"/>
              <a:t>and avoids over-generalizing the system’s behavior.”</a:t>
            </a:r>
          </a:p>
          <a:p>
            <a:r>
              <a:rPr lang="en-US" b="1" dirty="0"/>
              <a:t>Static Analysis</a:t>
            </a:r>
          </a:p>
          <a:p>
            <a:r>
              <a:rPr lang="en-US" dirty="0"/>
              <a:t>“We then apply </a:t>
            </a:r>
            <a:r>
              <a:rPr lang="en-US" b="1" dirty="0"/>
              <a:t>dependency-based slicing on the code to retain only scenario-relevant components.</a:t>
            </a:r>
            <a:r>
              <a:rPr lang="en-US" dirty="0"/>
              <a:t> This prunes irrelevant code paths and constrains </a:t>
            </a:r>
            <a:r>
              <a:rPr lang="en-US" b="1" dirty="0"/>
              <a:t>what interactions are theoretically possible.”</a:t>
            </a:r>
          </a:p>
          <a:p>
            <a:r>
              <a:rPr lang="en-US" b="1" dirty="0"/>
              <a:t>Runtime Trace Collection</a:t>
            </a:r>
          </a:p>
          <a:p>
            <a:r>
              <a:rPr lang="en-US" dirty="0"/>
              <a:t>“Next</a:t>
            </a:r>
            <a:r>
              <a:rPr lang="en-US" b="1" dirty="0"/>
              <a:t>, we collect timestamped runtime events corresponding to the scenario execution. </a:t>
            </a:r>
            <a:r>
              <a:rPr lang="en-US" dirty="0"/>
              <a:t>Although these traces may be incomplete, they </a:t>
            </a:r>
            <a:r>
              <a:rPr lang="en-US" b="1" dirty="0"/>
              <a:t>still provide concrete evidence and the order of execution information</a:t>
            </a:r>
            <a:r>
              <a:rPr lang="en-US" dirty="0"/>
              <a:t>.”</a:t>
            </a:r>
          </a:p>
          <a:p>
            <a:r>
              <a:rPr lang="en-US" b="1" dirty="0"/>
              <a:t>Hybrid Reconstruction</a:t>
            </a:r>
          </a:p>
          <a:p>
            <a:r>
              <a:rPr lang="en-US" dirty="0"/>
              <a:t>“</a:t>
            </a:r>
            <a:r>
              <a:rPr lang="en-US" b="1" dirty="0"/>
              <a:t>Static and dynamic information are then aligned through trace-to-code mapping</a:t>
            </a:r>
            <a:r>
              <a:rPr lang="en-US" dirty="0"/>
              <a:t>. Static reachability analysis is used to infer missing interactions, but only when they are consistent with both code structure and observed traces.”</a:t>
            </a:r>
          </a:p>
          <a:p>
            <a:r>
              <a:rPr lang="en-US" b="1" dirty="0" err="1"/>
              <a:t>SysML</a:t>
            </a:r>
            <a:r>
              <a:rPr lang="en-US" b="1" dirty="0"/>
              <a:t> v2 Interaction Diagram</a:t>
            </a:r>
          </a:p>
          <a:p>
            <a:r>
              <a:rPr lang="en-US" dirty="0"/>
              <a:t>“Finally, </a:t>
            </a:r>
            <a:r>
              <a:rPr lang="en-US" b="1" dirty="0"/>
              <a:t>the reconstructed interactions are exported as </a:t>
            </a:r>
            <a:r>
              <a:rPr lang="en-US" b="1" dirty="0" err="1"/>
              <a:t>SysML</a:t>
            </a:r>
            <a:r>
              <a:rPr lang="en-US" b="1" dirty="0"/>
              <a:t> v2 interaction diagrams</a:t>
            </a:r>
            <a:r>
              <a:rPr lang="en-US" dirty="0"/>
              <a:t>. These diagrams are scenario-specific, human-readable, and suitable for engineers and stakeholders.”</a:t>
            </a:r>
          </a:p>
          <a:p>
            <a:endParaRPr lang="en-US" dirty="0"/>
          </a:p>
          <a:p>
            <a:r>
              <a:rPr lang="en-IN" b="1" dirty="0" err="1"/>
              <a:t>SysML</a:t>
            </a:r>
            <a:r>
              <a:rPr lang="en-IN" b="1" dirty="0"/>
              <a:t> v2 (Systems </a:t>
            </a:r>
            <a:r>
              <a:rPr lang="en-IN" b="1" dirty="0" err="1"/>
              <a:t>Modeling</a:t>
            </a:r>
            <a:r>
              <a:rPr lang="en-IN" b="1" dirty="0"/>
              <a:t> Language v2)</a:t>
            </a:r>
            <a:r>
              <a:rPr lang="en-IN" dirty="0"/>
              <a:t> is a next-gen textual </a:t>
            </a:r>
            <a:r>
              <a:rPr lang="en-IN" b="1" dirty="0"/>
              <a:t>modern, formal systems </a:t>
            </a:r>
            <a:r>
              <a:rPr lang="en-IN" b="1" dirty="0" err="1"/>
              <a:t>modeling</a:t>
            </a:r>
            <a:r>
              <a:rPr lang="en-IN" b="1" dirty="0"/>
              <a:t> language</a:t>
            </a:r>
            <a:r>
              <a:rPr lang="en-IN" dirty="0"/>
              <a:t> – which has its own textual syntax </a:t>
            </a:r>
            <a:r>
              <a:rPr lang="en-IN"/>
              <a:t>and formal </a:t>
            </a:r>
            <a:r>
              <a:rPr lang="en-IN" dirty="0"/>
              <a:t>semantics</a:t>
            </a:r>
            <a:endParaRPr lang="en-US" dirty="0"/>
          </a:p>
          <a:p>
            <a:r>
              <a:rPr lang="en-US" dirty="0" err="1"/>
              <a:t>SysML</a:t>
            </a:r>
            <a:r>
              <a:rPr lang="en-US" dirty="0"/>
              <a:t> v2 provides formal semantics and a textual representation, making it suitable for automated generation and analysis. In this work, </a:t>
            </a:r>
            <a:r>
              <a:rPr lang="en-US" dirty="0" err="1"/>
              <a:t>SysML</a:t>
            </a:r>
            <a:r>
              <a:rPr lang="en-US" dirty="0"/>
              <a:t> v2 is used as the output representation to express reconstructed, scenario-specific interactions inferred from static code and runtime traces.</a:t>
            </a:r>
          </a:p>
        </p:txBody>
      </p:sp>
      <p:sp>
        <p:nvSpPr>
          <p:cNvPr id="4" name="Slide Number Placeholder 3">
            <a:extLst>
              <a:ext uri="{FF2B5EF4-FFF2-40B4-BE49-F238E27FC236}">
                <a16:creationId xmlns:a16="http://schemas.microsoft.com/office/drawing/2014/main" id="{B2729754-139F-EF6B-C9A8-454067F23C0F}"/>
              </a:ext>
            </a:extLst>
          </p:cNvPr>
          <p:cNvSpPr>
            <a:spLocks noGrp="1"/>
          </p:cNvSpPr>
          <p:nvPr>
            <p:ph type="sldNum" sz="quarter" idx="5"/>
          </p:nvPr>
        </p:nvSpPr>
        <p:spPr/>
        <p:txBody>
          <a:bodyPr/>
          <a:lstStyle/>
          <a:p>
            <a:fld id="{8D18E0B9-48E4-499D-93B2-B07D00395BAC}" type="slidenum">
              <a:rPr lang="en-US" smtClean="0"/>
              <a:t>16</a:t>
            </a:fld>
            <a:endParaRPr lang="en-US" dirty="0"/>
          </a:p>
        </p:txBody>
      </p:sp>
    </p:spTree>
    <p:extLst>
      <p:ext uri="{BB962C8B-B14F-4D97-AF65-F5344CB8AC3E}">
        <p14:creationId xmlns:p14="http://schemas.microsoft.com/office/powerpoint/2010/main" val="370163608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compare trace-only diagrams with hybrid diagrams to show improvements in completeness and clarity.</a:t>
            </a:r>
          </a:p>
          <a:p>
            <a:endParaRPr lang="en-US" dirty="0"/>
          </a:p>
          <a:p>
            <a:r>
              <a:rPr lang="en-US" dirty="0"/>
              <a:t>The evaluation focuses on qualitative completeness and structural accuracy metrics rather than raw performance.</a:t>
            </a:r>
          </a:p>
          <a:p>
            <a:endParaRPr lang="en-US" dirty="0"/>
          </a:p>
          <a:p>
            <a:r>
              <a:rPr lang="en-US" dirty="0"/>
              <a:t>We compare interaction diagrams generated using trace-only, static-only, and hybrid approaches. The expectation is that the hybrid method produces more complete flows without introducing excessive over-approximation. The outcome includes a working prototype and comparative evaluation results.</a:t>
            </a:r>
          </a:p>
          <a:p>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b="1" dirty="0"/>
              <a:t>Goal is to create a more richer, more accurate and more complete interaction diagrams </a:t>
            </a:r>
            <a:r>
              <a:rPr lang="en-US" dirty="0"/>
              <a:t>– which can assist the engineers in taking architectural decisions </a:t>
            </a:r>
          </a:p>
          <a:p>
            <a:endParaRPr lang="en-IN" dirty="0"/>
          </a:p>
        </p:txBody>
      </p:sp>
      <p:sp>
        <p:nvSpPr>
          <p:cNvPr id="4" name="Slide Number Placeholder 3"/>
          <p:cNvSpPr>
            <a:spLocks noGrp="1"/>
          </p:cNvSpPr>
          <p:nvPr>
            <p:ph type="sldNum" sz="quarter" idx="5"/>
          </p:nvPr>
        </p:nvSpPr>
        <p:spPr/>
        <p:txBody>
          <a:bodyPr/>
          <a:lstStyle/>
          <a:p>
            <a:fld id="{8D18E0B9-48E4-499D-93B2-B07D00395BAC}" type="slidenum">
              <a:rPr lang="en-US" smtClean="0"/>
              <a:t>17</a:t>
            </a:fld>
            <a:endParaRPr lang="en-US" dirty="0"/>
          </a:p>
        </p:txBody>
      </p:sp>
    </p:spTree>
    <p:extLst>
      <p:ext uri="{BB962C8B-B14F-4D97-AF65-F5344CB8AC3E}">
        <p14:creationId xmlns:p14="http://schemas.microsoft.com/office/powerpoint/2010/main" val="378653031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6015DB-4223-6413-6CCE-02D6E2D0399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0747051-55F6-D765-6287-FB7453E1423F}"/>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A00D6548-8D09-CCB0-A1E1-7AC6637A38F0}"/>
              </a:ext>
            </a:extLst>
          </p:cNvPr>
          <p:cNvSpPr>
            <a:spLocks noGrp="1"/>
          </p:cNvSpPr>
          <p:nvPr>
            <p:ph type="body" idx="1"/>
          </p:nvPr>
        </p:nvSpPr>
        <p:spPr/>
        <p:txBody>
          <a:bodyPr/>
          <a:lstStyle/>
          <a:p>
            <a:r>
              <a:rPr lang="en-US" dirty="0"/>
              <a:t>The scope is intentionally limited to one scenario to ensure feasibility within the 22-week timeline. </a:t>
            </a:r>
          </a:p>
          <a:p>
            <a:r>
              <a:rPr lang="en-US" dirty="0"/>
              <a:t>✓ Single scenario ✓ Single industrial system ✓ Proof-of-concept focus</a:t>
            </a:r>
          </a:p>
          <a:p>
            <a:endParaRPr lang="en-US" dirty="0"/>
          </a:p>
          <a:p>
            <a:r>
              <a:rPr lang="en-US" dirty="0"/>
              <a:t>Point out it’s </a:t>
            </a:r>
            <a:r>
              <a:rPr lang="en-US" b="1" dirty="0"/>
              <a:t>incremental</a:t>
            </a:r>
            <a:endParaRPr lang="en-US" dirty="0"/>
          </a:p>
          <a:p>
            <a:r>
              <a:rPr lang="en-US" dirty="0"/>
              <a:t>Early risk is handled early (literature + static analysis)</a:t>
            </a:r>
          </a:p>
          <a:p>
            <a:r>
              <a:rPr lang="en-US" dirty="0"/>
              <a:t>Buffer included → realistic planning</a:t>
            </a:r>
          </a:p>
          <a:p>
            <a:r>
              <a:rPr lang="en-US" dirty="0"/>
              <a:t>Optional reassurance:</a:t>
            </a:r>
          </a:p>
          <a:p>
            <a:r>
              <a:rPr lang="en-US" b="1" dirty="0"/>
              <a:t>“Each phase produces intermediate artifacts, reducing project risk.”</a:t>
            </a:r>
          </a:p>
          <a:p>
            <a:endParaRPr lang="en-US" dirty="0"/>
          </a:p>
        </p:txBody>
      </p:sp>
      <p:sp>
        <p:nvSpPr>
          <p:cNvPr id="4" name="Slide Number Placeholder 3">
            <a:extLst>
              <a:ext uri="{FF2B5EF4-FFF2-40B4-BE49-F238E27FC236}">
                <a16:creationId xmlns:a16="http://schemas.microsoft.com/office/drawing/2014/main" id="{8C2BEA63-8E9D-D6A0-3669-015CF0F58824}"/>
              </a:ext>
            </a:extLst>
          </p:cNvPr>
          <p:cNvSpPr>
            <a:spLocks noGrp="1"/>
          </p:cNvSpPr>
          <p:nvPr>
            <p:ph type="sldNum" sz="quarter" idx="5"/>
          </p:nvPr>
        </p:nvSpPr>
        <p:spPr/>
        <p:txBody>
          <a:bodyPr/>
          <a:lstStyle/>
          <a:p>
            <a:fld id="{8D18E0B9-48E4-499D-93B2-B07D00395BAC}" type="slidenum">
              <a:rPr lang="en-US" smtClean="0"/>
              <a:t>18</a:t>
            </a:fld>
            <a:endParaRPr lang="en-US" dirty="0"/>
          </a:p>
        </p:txBody>
      </p:sp>
    </p:spTree>
    <p:extLst>
      <p:ext uri="{BB962C8B-B14F-4D97-AF65-F5344CB8AC3E}">
        <p14:creationId xmlns:p14="http://schemas.microsoft.com/office/powerpoint/2010/main" val="313167811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1">
    <p:spTree>
      <p:nvGrpSpPr>
        <p:cNvPr id="1" name=""/>
        <p:cNvGrpSpPr/>
        <p:nvPr/>
      </p:nvGrpSpPr>
      <p:grpSpPr>
        <a:xfrm>
          <a:off x="0" y="0"/>
          <a:ext cx="0" cy="0"/>
          <a:chOff x="0" y="0"/>
          <a:chExt cx="0" cy="0"/>
        </a:xfrm>
      </p:grpSpPr>
      <p:sp>
        <p:nvSpPr>
          <p:cNvPr id="8" name="Picture Placeholder 7">
            <a:extLst>
              <a:ext uri="{FF2B5EF4-FFF2-40B4-BE49-F238E27FC236}">
                <a16:creationId xmlns:a16="http://schemas.microsoft.com/office/drawing/2014/main" id="{FCA39D92-9919-A80E-44FF-6B912E850733}"/>
              </a:ext>
            </a:extLst>
          </p:cNvPr>
          <p:cNvSpPr>
            <a:spLocks noGrp="1"/>
          </p:cNvSpPr>
          <p:nvPr>
            <p:ph type="pic" sz="quarter" idx="10" hasCustomPrompt="1"/>
          </p:nvPr>
        </p:nvSpPr>
        <p:spPr>
          <a:xfrm>
            <a:off x="458788" y="457200"/>
            <a:ext cx="11274425" cy="5943600"/>
          </a:xfrm>
        </p:spPr>
        <p:txBody>
          <a:bodyPr>
            <a:normAutofit/>
          </a:bodyPr>
          <a:lstStyle>
            <a:lvl1pPr marL="0" indent="0">
              <a:buNone/>
              <a:defRPr sz="2000"/>
            </a:lvl1pPr>
          </a:lstStyle>
          <a:p>
            <a:r>
              <a:rPr lang="en-US" dirty="0"/>
              <a:t>Click icon to insert picture</a:t>
            </a:r>
          </a:p>
        </p:txBody>
      </p:sp>
      <p:sp>
        <p:nvSpPr>
          <p:cNvPr id="6" name="Title 5">
            <a:extLst>
              <a:ext uri="{FF2B5EF4-FFF2-40B4-BE49-F238E27FC236}">
                <a16:creationId xmlns:a16="http://schemas.microsoft.com/office/drawing/2014/main" id="{B62FF34D-C8F8-1796-647D-D17056A27E11}"/>
              </a:ext>
            </a:extLst>
          </p:cNvPr>
          <p:cNvSpPr>
            <a:spLocks noGrp="1"/>
          </p:cNvSpPr>
          <p:nvPr>
            <p:ph type="title" hasCustomPrompt="1"/>
          </p:nvPr>
        </p:nvSpPr>
        <p:spPr>
          <a:xfrm>
            <a:off x="6581955" y="612475"/>
            <a:ext cx="4701904" cy="3079029"/>
          </a:xfrm>
        </p:spPr>
        <p:txBody>
          <a:bodyPr anchor="b">
            <a:normAutofit/>
          </a:bodyPr>
          <a:lstStyle>
            <a:lvl1pPr algn="r">
              <a:defRPr sz="4800">
                <a:solidFill>
                  <a:schemeClr val="tx1"/>
                </a:solidFill>
              </a:defRPr>
            </a:lvl1pPr>
          </a:lstStyle>
          <a:p>
            <a:r>
              <a:rPr lang="en-US" dirty="0"/>
              <a:t>Click to add title</a:t>
            </a:r>
          </a:p>
        </p:txBody>
      </p:sp>
    </p:spTree>
    <p:extLst>
      <p:ext uri="{BB962C8B-B14F-4D97-AF65-F5344CB8AC3E}">
        <p14:creationId xmlns:p14="http://schemas.microsoft.com/office/powerpoint/2010/main" val="90768816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Agenda 1">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DAC229E2-8757-94D8-A1B6-702189DCCBF2}"/>
              </a:ext>
              <a:ext uri="{C183D7F6-B498-43B3-948B-1728B52AA6E4}">
                <adec:decorative xmlns:adec="http://schemas.microsoft.com/office/drawing/2017/decorative" val="1"/>
              </a:ext>
            </a:extLst>
          </p:cNvPr>
          <p:cNvSpPr/>
          <p:nvPr userDrawn="1"/>
        </p:nvSpPr>
        <p:spPr>
          <a:xfrm>
            <a:off x="6096000" y="3249"/>
            <a:ext cx="6096000" cy="736748"/>
          </a:xfrm>
          <a:prstGeom prst="rect">
            <a:avLst/>
          </a:prstGeom>
          <a:solidFill>
            <a:schemeClr val="accent5">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Title 7">
            <a:extLst>
              <a:ext uri="{FF2B5EF4-FFF2-40B4-BE49-F238E27FC236}">
                <a16:creationId xmlns:a16="http://schemas.microsoft.com/office/drawing/2014/main" id="{A77143C8-CDFF-B937-C00C-5E7B5093991E}"/>
              </a:ext>
            </a:extLst>
          </p:cNvPr>
          <p:cNvSpPr>
            <a:spLocks noGrp="1"/>
          </p:cNvSpPr>
          <p:nvPr>
            <p:ph type="title" hasCustomPrompt="1"/>
          </p:nvPr>
        </p:nvSpPr>
        <p:spPr>
          <a:xfrm>
            <a:off x="914400" y="883920"/>
            <a:ext cx="4114800" cy="5059680"/>
          </a:xfrm>
        </p:spPr>
        <p:txBody>
          <a:bodyPr>
            <a:normAutofit/>
          </a:bodyPr>
          <a:lstStyle>
            <a:lvl1pPr>
              <a:defRPr sz="3600">
                <a:solidFill>
                  <a:schemeClr val="tx1">
                    <a:lumMod val="75000"/>
                    <a:lumOff val="25000"/>
                  </a:schemeClr>
                </a:solidFill>
              </a:defRPr>
            </a:lvl1pPr>
          </a:lstStyle>
          <a:p>
            <a:r>
              <a:rPr lang="en-US" dirty="0"/>
              <a:t>Click to add title</a:t>
            </a:r>
          </a:p>
        </p:txBody>
      </p:sp>
      <p:sp>
        <p:nvSpPr>
          <p:cNvPr id="10" name="Content Placeholder 9">
            <a:extLst>
              <a:ext uri="{FF2B5EF4-FFF2-40B4-BE49-F238E27FC236}">
                <a16:creationId xmlns:a16="http://schemas.microsoft.com/office/drawing/2014/main" id="{F82637A1-1BB4-AF51-24C3-6FE78DD45D99}"/>
              </a:ext>
            </a:extLst>
          </p:cNvPr>
          <p:cNvSpPr>
            <a:spLocks noGrp="1"/>
          </p:cNvSpPr>
          <p:nvPr>
            <p:ph sz="quarter" idx="10" hasCustomPrompt="1"/>
          </p:nvPr>
        </p:nvSpPr>
        <p:spPr>
          <a:xfrm>
            <a:off x="6475413" y="2438400"/>
            <a:ext cx="4799012" cy="3505200"/>
          </a:xfrm>
        </p:spPr>
        <p:txBody>
          <a:bodyPr>
            <a:normAutofit/>
          </a:bodyPr>
          <a:lstStyle>
            <a:lvl1pPr marL="0" indent="0">
              <a:lnSpc>
                <a:spcPct val="125000"/>
              </a:lnSpc>
              <a:buNone/>
              <a:defRPr sz="1800"/>
            </a:lvl1pPr>
            <a:lvl2pPr marL="457200" indent="0">
              <a:lnSpc>
                <a:spcPct val="125000"/>
              </a:lnSpc>
              <a:buNone/>
              <a:defRPr sz="1600"/>
            </a:lvl2pPr>
            <a:lvl3pPr marL="914400" indent="0">
              <a:lnSpc>
                <a:spcPct val="125000"/>
              </a:lnSpc>
              <a:buNone/>
              <a:defRPr sz="1400"/>
            </a:lvl3pPr>
            <a:lvl4pPr marL="1371600" indent="0">
              <a:lnSpc>
                <a:spcPct val="125000"/>
              </a:lnSpc>
              <a:buNone/>
              <a:defRPr sz="1200"/>
            </a:lvl4pPr>
            <a:lvl5pPr marL="1828800" indent="0">
              <a:lnSpc>
                <a:spcPct val="125000"/>
              </a:lnSpc>
              <a:buNone/>
              <a:defRPr sz="120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Footer Placeholder 4">
            <a:extLst>
              <a:ext uri="{FF2B5EF4-FFF2-40B4-BE49-F238E27FC236}">
                <a16:creationId xmlns:a16="http://schemas.microsoft.com/office/drawing/2014/main" id="{378552E1-07B0-A631-78D3-D3C0E4C0CD1F}"/>
              </a:ext>
            </a:extLst>
          </p:cNvPr>
          <p:cNvSpPr>
            <a:spLocks noGrp="1"/>
          </p:cNvSpPr>
          <p:nvPr>
            <p:ph type="ftr" sz="quarter" idx="3"/>
          </p:nvPr>
        </p:nvSpPr>
        <p:spPr>
          <a:xfrm>
            <a:off x="914400" y="6121252"/>
            <a:ext cx="4114800" cy="365125"/>
          </a:xfrm>
          <a:prstGeom prst="rect">
            <a:avLst/>
          </a:prstGeom>
        </p:spPr>
        <p:txBody>
          <a:bodyPr vert="horz" lIns="91440" tIns="45720" rIns="91440" bIns="45720" rtlCol="0" anchor="ctr"/>
          <a:lstStyle>
            <a:lvl1pPr algn="l">
              <a:defRPr sz="1200">
                <a:solidFill>
                  <a:schemeClr val="bg2">
                    <a:lumMod val="50000"/>
                  </a:schemeClr>
                </a:solidFill>
              </a:defRPr>
            </a:lvl1pPr>
          </a:lstStyle>
          <a:p>
            <a:endParaRPr lang="en-US" dirty="0"/>
          </a:p>
        </p:txBody>
      </p:sp>
      <p:sp>
        <p:nvSpPr>
          <p:cNvPr id="5" name="Slide Number Placeholder 5">
            <a:extLst>
              <a:ext uri="{FF2B5EF4-FFF2-40B4-BE49-F238E27FC236}">
                <a16:creationId xmlns:a16="http://schemas.microsoft.com/office/drawing/2014/main" id="{DD635B7F-3E76-4C66-6A5A-9156FCE3D921}"/>
              </a:ext>
            </a:extLst>
          </p:cNvPr>
          <p:cNvSpPr>
            <a:spLocks noGrp="1"/>
          </p:cNvSpPr>
          <p:nvPr>
            <p:ph type="sldNum" sz="quarter" idx="4"/>
          </p:nvPr>
        </p:nvSpPr>
        <p:spPr>
          <a:xfrm>
            <a:off x="8534400" y="6121252"/>
            <a:ext cx="2743200" cy="365125"/>
          </a:xfrm>
          <a:prstGeom prst="rect">
            <a:avLst/>
          </a:prstGeom>
        </p:spPr>
        <p:txBody>
          <a:bodyPr vert="horz" lIns="91440" tIns="45720" rIns="91440" bIns="45720" rtlCol="0" anchor="ctr"/>
          <a:lstStyle>
            <a:lvl1pPr algn="r">
              <a:defRPr sz="1200">
                <a:solidFill>
                  <a:schemeClr val="bg2">
                    <a:lumMod val="50000"/>
                  </a:schemeClr>
                </a:solidFill>
              </a:defRPr>
            </a:lvl1pPr>
          </a:lstStyle>
          <a:p>
            <a:fld id="{B5CEABB6-07DC-46E8-9B57-56EC44A396E5}" type="slidenum">
              <a:rPr lang="en-US" smtClean="0"/>
              <a:pPr/>
              <a:t>‹#›</a:t>
            </a:fld>
            <a:endParaRPr lang="en-US" dirty="0"/>
          </a:p>
        </p:txBody>
      </p:sp>
      <p:sp>
        <p:nvSpPr>
          <p:cNvPr id="3" name="Frame 2">
            <a:extLst>
              <a:ext uri="{FF2B5EF4-FFF2-40B4-BE49-F238E27FC236}">
                <a16:creationId xmlns:a16="http://schemas.microsoft.com/office/drawing/2014/main" id="{56F59DF2-AB3C-B7B3-826A-636B8CC5AB31}"/>
              </a:ext>
            </a:extLst>
          </p:cNvPr>
          <p:cNvSpPr/>
          <p:nvPr userDrawn="1"/>
        </p:nvSpPr>
        <p:spPr>
          <a:xfrm>
            <a:off x="386317" y="352044"/>
            <a:ext cx="11419367" cy="6153912"/>
          </a:xfrm>
          <a:prstGeom prst="frame">
            <a:avLst>
              <a:gd name="adj1" fmla="val 217"/>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Tree>
    <p:extLst>
      <p:ext uri="{BB962C8B-B14F-4D97-AF65-F5344CB8AC3E}">
        <p14:creationId xmlns:p14="http://schemas.microsoft.com/office/powerpoint/2010/main" val="145768740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Section Title 1">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04737016-0B2B-9F81-7A77-63223C4864D8}"/>
              </a:ext>
              <a:ext uri="{C183D7F6-B498-43B3-948B-1728B52AA6E4}">
                <adec:decorative xmlns:adec="http://schemas.microsoft.com/office/drawing/2017/decorative" val="1"/>
              </a:ext>
            </a:extLst>
          </p:cNvPr>
          <p:cNvSpPr/>
          <p:nvPr userDrawn="1"/>
        </p:nvSpPr>
        <p:spPr>
          <a:xfrm>
            <a:off x="386316" y="347329"/>
            <a:ext cx="11419368" cy="6152707"/>
          </a:xfrm>
          <a:prstGeom prst="rect">
            <a:avLst/>
          </a:prstGeom>
          <a:solidFill>
            <a:schemeClr val="accent5">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Title 6">
            <a:extLst>
              <a:ext uri="{FF2B5EF4-FFF2-40B4-BE49-F238E27FC236}">
                <a16:creationId xmlns:a16="http://schemas.microsoft.com/office/drawing/2014/main" id="{1134E572-08FE-0439-A460-8DFE1183A605}"/>
              </a:ext>
            </a:extLst>
          </p:cNvPr>
          <p:cNvSpPr>
            <a:spLocks noGrp="1"/>
          </p:cNvSpPr>
          <p:nvPr>
            <p:ph type="title" hasCustomPrompt="1"/>
          </p:nvPr>
        </p:nvSpPr>
        <p:spPr>
          <a:xfrm>
            <a:off x="6478742" y="914399"/>
            <a:ext cx="4798858" cy="5029199"/>
          </a:xfrm>
        </p:spPr>
        <p:txBody>
          <a:bodyPr>
            <a:normAutofit/>
          </a:bodyPr>
          <a:lstStyle>
            <a:lvl1pPr>
              <a:defRPr sz="4800"/>
            </a:lvl1pPr>
          </a:lstStyle>
          <a:p>
            <a:r>
              <a:rPr lang="en-US" dirty="0"/>
              <a:t>Click to add title</a:t>
            </a:r>
          </a:p>
        </p:txBody>
      </p:sp>
      <p:sp>
        <p:nvSpPr>
          <p:cNvPr id="9" name="Picture Placeholder 8">
            <a:extLst>
              <a:ext uri="{FF2B5EF4-FFF2-40B4-BE49-F238E27FC236}">
                <a16:creationId xmlns:a16="http://schemas.microsoft.com/office/drawing/2014/main" id="{01EB46EC-087C-B8FF-2363-B99FAE983B02}"/>
              </a:ext>
            </a:extLst>
          </p:cNvPr>
          <p:cNvSpPr>
            <a:spLocks noGrp="1"/>
          </p:cNvSpPr>
          <p:nvPr>
            <p:ph type="pic" sz="quarter" idx="10"/>
          </p:nvPr>
        </p:nvSpPr>
        <p:spPr>
          <a:xfrm>
            <a:off x="0" y="914400"/>
            <a:ext cx="5713413" cy="5029200"/>
          </a:xfrm>
        </p:spPr>
        <p:txBody>
          <a:bodyPr>
            <a:normAutofit/>
          </a:bodyPr>
          <a:lstStyle>
            <a:lvl1pPr marL="0" indent="0" algn="ctr">
              <a:buNone/>
              <a:defRPr sz="2000"/>
            </a:lvl1pPr>
          </a:lstStyle>
          <a:p>
            <a:r>
              <a:rPr lang="en-US"/>
              <a:t>Click icon to add picture</a:t>
            </a:r>
            <a:endParaRPr lang="en-US" dirty="0"/>
          </a:p>
        </p:txBody>
      </p:sp>
      <p:sp>
        <p:nvSpPr>
          <p:cNvPr id="4" name="Footer Placeholder 4">
            <a:extLst>
              <a:ext uri="{FF2B5EF4-FFF2-40B4-BE49-F238E27FC236}">
                <a16:creationId xmlns:a16="http://schemas.microsoft.com/office/drawing/2014/main" id="{378552E1-07B0-A631-78D3-D3C0E4C0CD1F}"/>
              </a:ext>
            </a:extLst>
          </p:cNvPr>
          <p:cNvSpPr>
            <a:spLocks noGrp="1"/>
          </p:cNvSpPr>
          <p:nvPr>
            <p:ph type="ftr" sz="quarter" idx="3"/>
          </p:nvPr>
        </p:nvSpPr>
        <p:spPr>
          <a:xfrm>
            <a:off x="914400" y="6121252"/>
            <a:ext cx="4114800" cy="365125"/>
          </a:xfrm>
          <a:prstGeom prst="rect">
            <a:avLst/>
          </a:prstGeom>
        </p:spPr>
        <p:txBody>
          <a:bodyPr vert="horz" lIns="91440" tIns="45720" rIns="91440" bIns="45720" rtlCol="0" anchor="ctr"/>
          <a:lstStyle>
            <a:lvl1pPr algn="l">
              <a:defRPr sz="1200">
                <a:solidFill>
                  <a:schemeClr val="bg2">
                    <a:lumMod val="50000"/>
                  </a:schemeClr>
                </a:solidFill>
              </a:defRPr>
            </a:lvl1pPr>
          </a:lstStyle>
          <a:p>
            <a:endParaRPr lang="en-US" dirty="0"/>
          </a:p>
        </p:txBody>
      </p:sp>
      <p:sp>
        <p:nvSpPr>
          <p:cNvPr id="5" name="Slide Number Placeholder 5">
            <a:extLst>
              <a:ext uri="{FF2B5EF4-FFF2-40B4-BE49-F238E27FC236}">
                <a16:creationId xmlns:a16="http://schemas.microsoft.com/office/drawing/2014/main" id="{DD635B7F-3E76-4C66-6A5A-9156FCE3D921}"/>
              </a:ext>
            </a:extLst>
          </p:cNvPr>
          <p:cNvSpPr>
            <a:spLocks noGrp="1"/>
          </p:cNvSpPr>
          <p:nvPr>
            <p:ph type="sldNum" sz="quarter" idx="4"/>
          </p:nvPr>
        </p:nvSpPr>
        <p:spPr>
          <a:xfrm>
            <a:off x="8534400" y="6121252"/>
            <a:ext cx="2743200" cy="365125"/>
          </a:xfrm>
          <a:prstGeom prst="rect">
            <a:avLst/>
          </a:prstGeom>
        </p:spPr>
        <p:txBody>
          <a:bodyPr vert="horz" lIns="91440" tIns="45720" rIns="91440" bIns="45720" rtlCol="0" anchor="ctr"/>
          <a:lstStyle>
            <a:lvl1pPr algn="r">
              <a:defRPr sz="1200">
                <a:solidFill>
                  <a:schemeClr val="bg2">
                    <a:lumMod val="50000"/>
                  </a:schemeClr>
                </a:solidFill>
              </a:defRPr>
            </a:lvl1pPr>
          </a:lstStyle>
          <a:p>
            <a:fld id="{B5CEABB6-07DC-46E8-9B57-56EC44A396E5}" type="slidenum">
              <a:rPr lang="en-US" smtClean="0"/>
              <a:pPr/>
              <a:t>‹#›</a:t>
            </a:fld>
            <a:endParaRPr lang="en-US" dirty="0"/>
          </a:p>
        </p:txBody>
      </p:sp>
    </p:spTree>
    <p:extLst>
      <p:ext uri="{BB962C8B-B14F-4D97-AF65-F5344CB8AC3E}">
        <p14:creationId xmlns:p14="http://schemas.microsoft.com/office/powerpoint/2010/main" val="181992643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text and image">
    <p:spTree>
      <p:nvGrpSpPr>
        <p:cNvPr id="1" name=""/>
        <p:cNvGrpSpPr/>
        <p:nvPr/>
      </p:nvGrpSpPr>
      <p:grpSpPr>
        <a:xfrm>
          <a:off x="0" y="0"/>
          <a:ext cx="0" cy="0"/>
          <a:chOff x="0" y="0"/>
          <a:chExt cx="0" cy="0"/>
        </a:xfrm>
      </p:grpSpPr>
      <p:sp>
        <p:nvSpPr>
          <p:cNvPr id="9" name="Title 8">
            <a:extLst>
              <a:ext uri="{FF2B5EF4-FFF2-40B4-BE49-F238E27FC236}">
                <a16:creationId xmlns:a16="http://schemas.microsoft.com/office/drawing/2014/main" id="{71D49246-C641-C3BA-F07B-89FFC6CDAEB8}"/>
              </a:ext>
            </a:extLst>
          </p:cNvPr>
          <p:cNvSpPr>
            <a:spLocks noGrp="1"/>
          </p:cNvSpPr>
          <p:nvPr>
            <p:ph type="title" hasCustomPrompt="1"/>
          </p:nvPr>
        </p:nvSpPr>
        <p:spPr>
          <a:xfrm>
            <a:off x="914399" y="853439"/>
            <a:ext cx="4802373" cy="2833689"/>
          </a:xfrm>
        </p:spPr>
        <p:txBody>
          <a:bodyPr rIns="914400" anchor="b"/>
          <a:lstStyle>
            <a:lvl1pPr>
              <a:defRPr sz="4800"/>
            </a:lvl1pPr>
          </a:lstStyle>
          <a:p>
            <a:r>
              <a:rPr lang="en-US" dirty="0"/>
              <a:t>Click to add title</a:t>
            </a:r>
          </a:p>
        </p:txBody>
      </p:sp>
      <p:sp>
        <p:nvSpPr>
          <p:cNvPr id="11" name="Content Placeholder 10">
            <a:extLst>
              <a:ext uri="{FF2B5EF4-FFF2-40B4-BE49-F238E27FC236}">
                <a16:creationId xmlns:a16="http://schemas.microsoft.com/office/drawing/2014/main" id="{5BE7E1DF-A70C-8F79-9B76-72B2A7B4DC71}"/>
              </a:ext>
            </a:extLst>
          </p:cNvPr>
          <p:cNvSpPr>
            <a:spLocks noGrp="1"/>
          </p:cNvSpPr>
          <p:nvPr>
            <p:ph sz="quarter" idx="11" hasCustomPrompt="1"/>
          </p:nvPr>
        </p:nvSpPr>
        <p:spPr>
          <a:xfrm>
            <a:off x="914400" y="3931919"/>
            <a:ext cx="4802735" cy="2072641"/>
          </a:xfrm>
        </p:spPr>
        <p:txBody>
          <a:bodyPr>
            <a:normAutofit/>
          </a:bodyPr>
          <a:lstStyle>
            <a:lvl1pPr marL="0" indent="0">
              <a:lnSpc>
                <a:spcPct val="125000"/>
              </a:lnSpc>
              <a:spcBef>
                <a:spcPts val="0"/>
              </a:spcBef>
              <a:buNone/>
              <a:defRPr sz="1800"/>
            </a:lvl1pPr>
            <a:lvl2pPr marL="457200" indent="0">
              <a:lnSpc>
                <a:spcPct val="125000"/>
              </a:lnSpc>
              <a:spcBef>
                <a:spcPts val="0"/>
              </a:spcBef>
              <a:buNone/>
              <a:defRPr sz="1600"/>
            </a:lvl2pPr>
            <a:lvl3pPr marL="914400" indent="0">
              <a:lnSpc>
                <a:spcPct val="125000"/>
              </a:lnSpc>
              <a:spcBef>
                <a:spcPts val="0"/>
              </a:spcBef>
              <a:buNone/>
              <a:defRPr sz="1400"/>
            </a:lvl3pPr>
            <a:lvl4pPr marL="1371600" indent="0">
              <a:lnSpc>
                <a:spcPct val="125000"/>
              </a:lnSpc>
              <a:spcBef>
                <a:spcPts val="0"/>
              </a:spcBef>
              <a:buNone/>
              <a:defRPr sz="1200"/>
            </a:lvl4pPr>
            <a:lvl5pPr marL="1828800" indent="0">
              <a:lnSpc>
                <a:spcPct val="125000"/>
              </a:lnSpc>
              <a:spcBef>
                <a:spcPts val="0"/>
              </a:spcBef>
              <a:buNone/>
              <a:defRPr sz="120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2" name="Picture Placeholder 11">
            <a:extLst>
              <a:ext uri="{FF2B5EF4-FFF2-40B4-BE49-F238E27FC236}">
                <a16:creationId xmlns:a16="http://schemas.microsoft.com/office/drawing/2014/main" id="{1CD5F637-DFBF-7FED-7CD5-F46A26E5CD15}"/>
              </a:ext>
            </a:extLst>
          </p:cNvPr>
          <p:cNvSpPr>
            <a:spLocks noGrp="1"/>
          </p:cNvSpPr>
          <p:nvPr>
            <p:ph type="pic" sz="quarter" idx="10"/>
          </p:nvPr>
        </p:nvSpPr>
        <p:spPr>
          <a:xfrm>
            <a:off x="6478587" y="921230"/>
            <a:ext cx="5713413" cy="5029200"/>
          </a:xfrm>
          <a:custGeom>
            <a:avLst/>
            <a:gdLst>
              <a:gd name="connsiteX0" fmla="*/ 5327097 w 5713413"/>
              <a:gd name="connsiteY0" fmla="*/ 0 h 5029200"/>
              <a:gd name="connsiteX1" fmla="*/ 5713413 w 5713413"/>
              <a:gd name="connsiteY1" fmla="*/ 0 h 5029200"/>
              <a:gd name="connsiteX2" fmla="*/ 5713413 w 5713413"/>
              <a:gd name="connsiteY2" fmla="*/ 5029200 h 5029200"/>
              <a:gd name="connsiteX3" fmla="*/ 5327097 w 5713413"/>
              <a:gd name="connsiteY3" fmla="*/ 5029200 h 5029200"/>
              <a:gd name="connsiteX4" fmla="*/ 0 w 5713413"/>
              <a:gd name="connsiteY4" fmla="*/ 0 h 5029200"/>
              <a:gd name="connsiteX5" fmla="*/ 5313743 w 5713413"/>
              <a:gd name="connsiteY5" fmla="*/ 0 h 5029200"/>
              <a:gd name="connsiteX6" fmla="*/ 5313743 w 5713413"/>
              <a:gd name="connsiteY6" fmla="*/ 5029200 h 5029200"/>
              <a:gd name="connsiteX7" fmla="*/ 0 w 5713413"/>
              <a:gd name="connsiteY7" fmla="*/ 5029200 h 5029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713413" h="5029200">
                <a:moveTo>
                  <a:pt x="5327097" y="0"/>
                </a:moveTo>
                <a:lnTo>
                  <a:pt x="5713413" y="0"/>
                </a:lnTo>
                <a:lnTo>
                  <a:pt x="5713413" y="5029200"/>
                </a:lnTo>
                <a:lnTo>
                  <a:pt x="5327097" y="5029200"/>
                </a:lnTo>
                <a:close/>
                <a:moveTo>
                  <a:pt x="0" y="0"/>
                </a:moveTo>
                <a:lnTo>
                  <a:pt x="5313743" y="0"/>
                </a:lnTo>
                <a:lnTo>
                  <a:pt x="5313743" y="5029200"/>
                </a:lnTo>
                <a:lnTo>
                  <a:pt x="0" y="5029200"/>
                </a:lnTo>
                <a:close/>
              </a:path>
            </a:pathLst>
          </a:custGeom>
        </p:spPr>
        <p:txBody>
          <a:bodyPr wrap="square">
            <a:noAutofit/>
          </a:bodyPr>
          <a:lstStyle>
            <a:lvl1pPr marL="0" indent="0" algn="ctr">
              <a:buNone/>
              <a:defRPr sz="2000"/>
            </a:lvl1pPr>
          </a:lstStyle>
          <a:p>
            <a:r>
              <a:rPr lang="en-US"/>
              <a:t>Click icon to add picture</a:t>
            </a:r>
            <a:endParaRPr lang="en-US" dirty="0"/>
          </a:p>
        </p:txBody>
      </p:sp>
      <p:sp>
        <p:nvSpPr>
          <p:cNvPr id="4" name="Footer Placeholder 4">
            <a:extLst>
              <a:ext uri="{FF2B5EF4-FFF2-40B4-BE49-F238E27FC236}">
                <a16:creationId xmlns:a16="http://schemas.microsoft.com/office/drawing/2014/main" id="{378552E1-07B0-A631-78D3-D3C0E4C0CD1F}"/>
              </a:ext>
            </a:extLst>
          </p:cNvPr>
          <p:cNvSpPr>
            <a:spLocks noGrp="1"/>
          </p:cNvSpPr>
          <p:nvPr>
            <p:ph type="ftr" sz="quarter" idx="3"/>
          </p:nvPr>
        </p:nvSpPr>
        <p:spPr>
          <a:xfrm>
            <a:off x="914400" y="6121252"/>
            <a:ext cx="4114800" cy="365125"/>
          </a:xfrm>
          <a:prstGeom prst="rect">
            <a:avLst/>
          </a:prstGeom>
        </p:spPr>
        <p:txBody>
          <a:bodyPr vert="horz" lIns="91440" tIns="45720" rIns="91440" bIns="45720" rtlCol="0" anchor="ctr"/>
          <a:lstStyle>
            <a:lvl1pPr algn="l">
              <a:defRPr sz="1200">
                <a:solidFill>
                  <a:schemeClr val="bg2">
                    <a:lumMod val="50000"/>
                  </a:schemeClr>
                </a:solidFill>
              </a:defRPr>
            </a:lvl1pPr>
          </a:lstStyle>
          <a:p>
            <a:endParaRPr lang="en-US" dirty="0"/>
          </a:p>
        </p:txBody>
      </p:sp>
      <p:sp>
        <p:nvSpPr>
          <p:cNvPr id="5" name="Slide Number Placeholder 5">
            <a:extLst>
              <a:ext uri="{FF2B5EF4-FFF2-40B4-BE49-F238E27FC236}">
                <a16:creationId xmlns:a16="http://schemas.microsoft.com/office/drawing/2014/main" id="{DD635B7F-3E76-4C66-6A5A-9156FCE3D921}"/>
              </a:ext>
            </a:extLst>
          </p:cNvPr>
          <p:cNvSpPr>
            <a:spLocks noGrp="1"/>
          </p:cNvSpPr>
          <p:nvPr>
            <p:ph type="sldNum" sz="quarter" idx="4"/>
          </p:nvPr>
        </p:nvSpPr>
        <p:spPr>
          <a:xfrm>
            <a:off x="8534400" y="6121252"/>
            <a:ext cx="2743200" cy="365125"/>
          </a:xfrm>
          <a:prstGeom prst="rect">
            <a:avLst/>
          </a:prstGeom>
        </p:spPr>
        <p:txBody>
          <a:bodyPr vert="horz" lIns="91440" tIns="45720" rIns="91440" bIns="45720" rtlCol="0" anchor="ctr"/>
          <a:lstStyle>
            <a:lvl1pPr algn="r">
              <a:defRPr sz="1200">
                <a:solidFill>
                  <a:schemeClr val="bg2">
                    <a:lumMod val="50000"/>
                  </a:schemeClr>
                </a:solidFill>
              </a:defRPr>
            </a:lvl1pPr>
          </a:lstStyle>
          <a:p>
            <a:fld id="{B5CEABB6-07DC-46E8-9B57-56EC44A396E5}" type="slidenum">
              <a:rPr lang="en-US" smtClean="0"/>
              <a:pPr/>
              <a:t>‹#›</a:t>
            </a:fld>
            <a:endParaRPr lang="en-US" dirty="0"/>
          </a:p>
        </p:txBody>
      </p:sp>
      <p:sp>
        <p:nvSpPr>
          <p:cNvPr id="13" name="Frame 12">
            <a:extLst>
              <a:ext uri="{FF2B5EF4-FFF2-40B4-BE49-F238E27FC236}">
                <a16:creationId xmlns:a16="http://schemas.microsoft.com/office/drawing/2014/main" id="{33E3B934-3E16-21AF-8F5A-9EFD93255705}"/>
              </a:ext>
            </a:extLst>
          </p:cNvPr>
          <p:cNvSpPr/>
          <p:nvPr userDrawn="1"/>
        </p:nvSpPr>
        <p:spPr>
          <a:xfrm>
            <a:off x="386317" y="352044"/>
            <a:ext cx="11419367" cy="6153912"/>
          </a:xfrm>
          <a:prstGeom prst="frame">
            <a:avLst>
              <a:gd name="adj1" fmla="val 217"/>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Tree>
    <p:extLst>
      <p:ext uri="{BB962C8B-B14F-4D97-AF65-F5344CB8AC3E}">
        <p14:creationId xmlns:p14="http://schemas.microsoft.com/office/powerpoint/2010/main" val="127805040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FD872928-B479-F7C5-9C83-C448FBA36175}"/>
              </a:ext>
            </a:extLst>
          </p:cNvPr>
          <p:cNvSpPr>
            <a:spLocks noGrp="1"/>
          </p:cNvSpPr>
          <p:nvPr>
            <p:ph type="title" hasCustomPrompt="1"/>
          </p:nvPr>
        </p:nvSpPr>
        <p:spPr>
          <a:xfrm>
            <a:off x="914400" y="1020445"/>
            <a:ext cx="4114800" cy="5029200"/>
          </a:xfrm>
        </p:spPr>
        <p:txBody>
          <a:bodyPr>
            <a:normAutofit/>
          </a:bodyPr>
          <a:lstStyle>
            <a:lvl1pPr>
              <a:defRPr sz="3600"/>
            </a:lvl1pPr>
          </a:lstStyle>
          <a:p>
            <a:r>
              <a:rPr lang="en-US" dirty="0"/>
              <a:t>Click to add title</a:t>
            </a:r>
          </a:p>
        </p:txBody>
      </p:sp>
      <p:sp>
        <p:nvSpPr>
          <p:cNvPr id="9" name="Content Placeholder 10">
            <a:extLst>
              <a:ext uri="{FF2B5EF4-FFF2-40B4-BE49-F238E27FC236}">
                <a16:creationId xmlns:a16="http://schemas.microsoft.com/office/drawing/2014/main" id="{61E3771A-E1EB-0CBE-828C-2C5E1F2AE6CF}"/>
              </a:ext>
            </a:extLst>
          </p:cNvPr>
          <p:cNvSpPr>
            <a:spLocks noGrp="1"/>
          </p:cNvSpPr>
          <p:nvPr>
            <p:ph sz="quarter" idx="11" hasCustomPrompt="1"/>
          </p:nvPr>
        </p:nvSpPr>
        <p:spPr>
          <a:xfrm>
            <a:off x="6475227" y="1020445"/>
            <a:ext cx="4802735" cy="5029200"/>
          </a:xfrm>
        </p:spPr>
        <p:txBody>
          <a:bodyPr anchor="ctr">
            <a:normAutofit/>
          </a:bodyPr>
          <a:lstStyle>
            <a:lvl1pPr marL="228600" indent="-228600">
              <a:lnSpc>
                <a:spcPct val="125000"/>
              </a:lnSpc>
              <a:spcBef>
                <a:spcPts val="0"/>
              </a:spcBef>
              <a:spcAft>
                <a:spcPts val="1200"/>
              </a:spcAft>
              <a:buFont typeface="Arial" panose="020B0604020202020204" pitchFamily="34" charset="0"/>
              <a:buChar char="•"/>
              <a:defRPr sz="1800"/>
            </a:lvl1pPr>
            <a:lvl2pPr marL="411480" indent="-228600">
              <a:lnSpc>
                <a:spcPct val="125000"/>
              </a:lnSpc>
              <a:spcBef>
                <a:spcPts val="0"/>
              </a:spcBef>
              <a:spcAft>
                <a:spcPts val="1200"/>
              </a:spcAft>
              <a:buFont typeface="Arial" panose="020B0604020202020204" pitchFamily="34" charset="0"/>
              <a:buChar char="•"/>
              <a:defRPr sz="1600"/>
            </a:lvl2pPr>
            <a:lvl3pPr marL="594360" indent="-228600">
              <a:lnSpc>
                <a:spcPct val="125000"/>
              </a:lnSpc>
              <a:spcBef>
                <a:spcPts val="0"/>
              </a:spcBef>
              <a:spcAft>
                <a:spcPts val="1200"/>
              </a:spcAft>
              <a:buFont typeface="Arial" panose="020B0604020202020204" pitchFamily="34" charset="0"/>
              <a:buChar char="•"/>
              <a:defRPr sz="1400"/>
            </a:lvl3pPr>
            <a:lvl4pPr marL="777240" indent="-228600">
              <a:lnSpc>
                <a:spcPct val="125000"/>
              </a:lnSpc>
              <a:spcBef>
                <a:spcPts val="0"/>
              </a:spcBef>
              <a:spcAft>
                <a:spcPts val="1200"/>
              </a:spcAft>
              <a:buFont typeface="Arial" panose="020B0604020202020204" pitchFamily="34" charset="0"/>
              <a:buChar char="•"/>
              <a:defRPr sz="1200"/>
            </a:lvl4pPr>
            <a:lvl5pPr marL="960120" indent="-228600">
              <a:lnSpc>
                <a:spcPct val="125000"/>
              </a:lnSpc>
              <a:spcBef>
                <a:spcPts val="0"/>
              </a:spcBef>
              <a:spcAft>
                <a:spcPts val="1200"/>
              </a:spcAft>
              <a:buFont typeface="Arial" panose="020B0604020202020204" pitchFamily="34" charset="0"/>
              <a:buChar char="•"/>
              <a:defRPr sz="120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Footer Placeholder 4">
            <a:extLst>
              <a:ext uri="{FF2B5EF4-FFF2-40B4-BE49-F238E27FC236}">
                <a16:creationId xmlns:a16="http://schemas.microsoft.com/office/drawing/2014/main" id="{378552E1-07B0-A631-78D3-D3C0E4C0CD1F}"/>
              </a:ext>
            </a:extLst>
          </p:cNvPr>
          <p:cNvSpPr>
            <a:spLocks noGrp="1"/>
          </p:cNvSpPr>
          <p:nvPr>
            <p:ph type="ftr" sz="quarter" idx="3"/>
          </p:nvPr>
        </p:nvSpPr>
        <p:spPr>
          <a:xfrm>
            <a:off x="914400" y="6121252"/>
            <a:ext cx="4114800" cy="365125"/>
          </a:xfrm>
          <a:prstGeom prst="rect">
            <a:avLst/>
          </a:prstGeom>
        </p:spPr>
        <p:txBody>
          <a:bodyPr vert="horz" lIns="91440" tIns="45720" rIns="91440" bIns="45720" rtlCol="0" anchor="ctr"/>
          <a:lstStyle>
            <a:lvl1pPr algn="l">
              <a:defRPr sz="1200">
                <a:solidFill>
                  <a:schemeClr val="bg2">
                    <a:lumMod val="50000"/>
                  </a:schemeClr>
                </a:solidFill>
              </a:defRPr>
            </a:lvl1pPr>
          </a:lstStyle>
          <a:p>
            <a:endParaRPr lang="en-US" dirty="0"/>
          </a:p>
        </p:txBody>
      </p:sp>
      <p:sp>
        <p:nvSpPr>
          <p:cNvPr id="5" name="Slide Number Placeholder 5">
            <a:extLst>
              <a:ext uri="{FF2B5EF4-FFF2-40B4-BE49-F238E27FC236}">
                <a16:creationId xmlns:a16="http://schemas.microsoft.com/office/drawing/2014/main" id="{DD635B7F-3E76-4C66-6A5A-9156FCE3D921}"/>
              </a:ext>
            </a:extLst>
          </p:cNvPr>
          <p:cNvSpPr>
            <a:spLocks noGrp="1"/>
          </p:cNvSpPr>
          <p:nvPr>
            <p:ph type="sldNum" sz="quarter" idx="4"/>
          </p:nvPr>
        </p:nvSpPr>
        <p:spPr>
          <a:xfrm>
            <a:off x="8534400" y="6121252"/>
            <a:ext cx="2743200" cy="365125"/>
          </a:xfrm>
          <a:prstGeom prst="rect">
            <a:avLst/>
          </a:prstGeom>
        </p:spPr>
        <p:txBody>
          <a:bodyPr vert="horz" lIns="91440" tIns="45720" rIns="91440" bIns="45720" rtlCol="0" anchor="ctr"/>
          <a:lstStyle>
            <a:lvl1pPr algn="r">
              <a:defRPr sz="1200">
                <a:solidFill>
                  <a:schemeClr val="bg2">
                    <a:lumMod val="50000"/>
                  </a:schemeClr>
                </a:solidFill>
              </a:defRPr>
            </a:lvl1pPr>
          </a:lstStyle>
          <a:p>
            <a:fld id="{B5CEABB6-07DC-46E8-9B57-56EC44A396E5}" type="slidenum">
              <a:rPr lang="en-US" smtClean="0"/>
              <a:pPr/>
              <a:t>‹#›</a:t>
            </a:fld>
            <a:endParaRPr lang="en-US" dirty="0"/>
          </a:p>
        </p:txBody>
      </p:sp>
      <p:sp>
        <p:nvSpPr>
          <p:cNvPr id="2" name="Rectangle 1">
            <a:extLst>
              <a:ext uri="{FF2B5EF4-FFF2-40B4-BE49-F238E27FC236}">
                <a16:creationId xmlns:a16="http://schemas.microsoft.com/office/drawing/2014/main" id="{62A1635D-96F0-769B-4ECB-70502770ABBC}"/>
              </a:ext>
              <a:ext uri="{C183D7F6-B498-43B3-948B-1728B52AA6E4}">
                <adec:decorative xmlns:adec="http://schemas.microsoft.com/office/drawing/2017/decorative" val="1"/>
              </a:ext>
            </a:extLst>
          </p:cNvPr>
          <p:cNvSpPr/>
          <p:nvPr userDrawn="1"/>
        </p:nvSpPr>
        <p:spPr>
          <a:xfrm>
            <a:off x="6096000" y="0"/>
            <a:ext cx="6096000" cy="736748"/>
          </a:xfrm>
          <a:prstGeom prst="rect">
            <a:avLst/>
          </a:prstGeom>
          <a:solidFill>
            <a:schemeClr val="accent5">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Frame 5">
            <a:extLst>
              <a:ext uri="{FF2B5EF4-FFF2-40B4-BE49-F238E27FC236}">
                <a16:creationId xmlns:a16="http://schemas.microsoft.com/office/drawing/2014/main" id="{4F877767-0342-A344-0462-A0D877FF68F8}"/>
              </a:ext>
            </a:extLst>
          </p:cNvPr>
          <p:cNvSpPr/>
          <p:nvPr userDrawn="1"/>
        </p:nvSpPr>
        <p:spPr>
          <a:xfrm>
            <a:off x="386317" y="352044"/>
            <a:ext cx="11419367" cy="6153912"/>
          </a:xfrm>
          <a:prstGeom prst="frame">
            <a:avLst>
              <a:gd name="adj1" fmla="val 217"/>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Tree>
    <p:extLst>
      <p:ext uri="{BB962C8B-B14F-4D97-AF65-F5344CB8AC3E}">
        <p14:creationId xmlns:p14="http://schemas.microsoft.com/office/powerpoint/2010/main" val="329715285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Content and image">
    <p:bg>
      <p:bgPr>
        <a:solidFill>
          <a:schemeClr val="accent5">
            <a:lumMod val="20000"/>
            <a:lumOff val="80000"/>
          </a:schemeClr>
        </a:solidFill>
        <a:effectLst/>
      </p:bgPr>
    </p:bg>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821F215D-0D9E-64B3-1F66-E90B87932A89}"/>
              </a:ext>
            </a:extLst>
          </p:cNvPr>
          <p:cNvSpPr>
            <a:spLocks noGrp="1"/>
          </p:cNvSpPr>
          <p:nvPr>
            <p:ph type="title" hasCustomPrompt="1"/>
          </p:nvPr>
        </p:nvSpPr>
        <p:spPr>
          <a:xfrm>
            <a:off x="914400" y="900741"/>
            <a:ext cx="4802372" cy="2788919"/>
          </a:xfrm>
        </p:spPr>
        <p:txBody>
          <a:bodyPr anchor="b">
            <a:normAutofit/>
          </a:bodyPr>
          <a:lstStyle>
            <a:lvl1pPr>
              <a:defRPr sz="4800"/>
            </a:lvl1pPr>
          </a:lstStyle>
          <a:p>
            <a:r>
              <a:rPr lang="en-US" dirty="0"/>
              <a:t>Click to add title</a:t>
            </a:r>
          </a:p>
        </p:txBody>
      </p:sp>
      <p:sp>
        <p:nvSpPr>
          <p:cNvPr id="9" name="Content Placeholder 10">
            <a:extLst>
              <a:ext uri="{FF2B5EF4-FFF2-40B4-BE49-F238E27FC236}">
                <a16:creationId xmlns:a16="http://schemas.microsoft.com/office/drawing/2014/main" id="{E86A4459-11C2-44C6-0173-C666D5AADC1E}"/>
              </a:ext>
            </a:extLst>
          </p:cNvPr>
          <p:cNvSpPr>
            <a:spLocks noGrp="1"/>
          </p:cNvSpPr>
          <p:nvPr>
            <p:ph sz="quarter" idx="11" hasCustomPrompt="1"/>
          </p:nvPr>
        </p:nvSpPr>
        <p:spPr>
          <a:xfrm>
            <a:off x="914400" y="3825239"/>
            <a:ext cx="4802735" cy="2072641"/>
          </a:xfrm>
        </p:spPr>
        <p:txBody>
          <a:bodyPr>
            <a:normAutofit/>
          </a:bodyPr>
          <a:lstStyle>
            <a:lvl1pPr marL="0" indent="0">
              <a:lnSpc>
                <a:spcPct val="125000"/>
              </a:lnSpc>
              <a:spcBef>
                <a:spcPts val="0"/>
              </a:spcBef>
              <a:buNone/>
              <a:defRPr sz="1800"/>
            </a:lvl1pPr>
            <a:lvl2pPr marL="457200" indent="0">
              <a:lnSpc>
                <a:spcPct val="125000"/>
              </a:lnSpc>
              <a:spcBef>
                <a:spcPts val="0"/>
              </a:spcBef>
              <a:buNone/>
              <a:defRPr sz="1600"/>
            </a:lvl2pPr>
            <a:lvl3pPr marL="914400" indent="0">
              <a:lnSpc>
                <a:spcPct val="125000"/>
              </a:lnSpc>
              <a:spcBef>
                <a:spcPts val="0"/>
              </a:spcBef>
              <a:buNone/>
              <a:defRPr sz="1400"/>
            </a:lvl3pPr>
            <a:lvl4pPr marL="1371600" indent="0">
              <a:lnSpc>
                <a:spcPct val="125000"/>
              </a:lnSpc>
              <a:spcBef>
                <a:spcPts val="0"/>
              </a:spcBef>
              <a:buNone/>
              <a:defRPr sz="1200"/>
            </a:lvl4pPr>
            <a:lvl5pPr marL="1828800" indent="0">
              <a:lnSpc>
                <a:spcPct val="125000"/>
              </a:lnSpc>
              <a:spcBef>
                <a:spcPts val="0"/>
              </a:spcBef>
              <a:buNone/>
              <a:defRPr sz="120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Picture Placeholder 2">
            <a:extLst>
              <a:ext uri="{FF2B5EF4-FFF2-40B4-BE49-F238E27FC236}">
                <a16:creationId xmlns:a16="http://schemas.microsoft.com/office/drawing/2014/main" id="{9284EF14-0982-D931-9DD6-ECFE61D5B0F6}"/>
              </a:ext>
            </a:extLst>
          </p:cNvPr>
          <p:cNvSpPr>
            <a:spLocks noGrp="1"/>
          </p:cNvSpPr>
          <p:nvPr>
            <p:ph type="pic" sz="quarter" idx="10"/>
          </p:nvPr>
        </p:nvSpPr>
        <p:spPr>
          <a:xfrm>
            <a:off x="6478587" y="921230"/>
            <a:ext cx="5713413" cy="5029200"/>
          </a:xfrm>
          <a:custGeom>
            <a:avLst/>
            <a:gdLst>
              <a:gd name="connsiteX0" fmla="*/ 5327097 w 5713413"/>
              <a:gd name="connsiteY0" fmla="*/ 0 h 5029200"/>
              <a:gd name="connsiteX1" fmla="*/ 5713413 w 5713413"/>
              <a:gd name="connsiteY1" fmla="*/ 0 h 5029200"/>
              <a:gd name="connsiteX2" fmla="*/ 5713413 w 5713413"/>
              <a:gd name="connsiteY2" fmla="*/ 5029200 h 5029200"/>
              <a:gd name="connsiteX3" fmla="*/ 5327097 w 5713413"/>
              <a:gd name="connsiteY3" fmla="*/ 5029200 h 5029200"/>
              <a:gd name="connsiteX4" fmla="*/ 0 w 5713413"/>
              <a:gd name="connsiteY4" fmla="*/ 0 h 5029200"/>
              <a:gd name="connsiteX5" fmla="*/ 5313743 w 5713413"/>
              <a:gd name="connsiteY5" fmla="*/ 0 h 5029200"/>
              <a:gd name="connsiteX6" fmla="*/ 5313743 w 5713413"/>
              <a:gd name="connsiteY6" fmla="*/ 5029200 h 5029200"/>
              <a:gd name="connsiteX7" fmla="*/ 0 w 5713413"/>
              <a:gd name="connsiteY7" fmla="*/ 5029200 h 5029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713413" h="5029200">
                <a:moveTo>
                  <a:pt x="5327097" y="0"/>
                </a:moveTo>
                <a:lnTo>
                  <a:pt x="5713413" y="0"/>
                </a:lnTo>
                <a:lnTo>
                  <a:pt x="5713413" y="5029200"/>
                </a:lnTo>
                <a:lnTo>
                  <a:pt x="5327097" y="5029200"/>
                </a:lnTo>
                <a:close/>
                <a:moveTo>
                  <a:pt x="0" y="0"/>
                </a:moveTo>
                <a:lnTo>
                  <a:pt x="5313743" y="0"/>
                </a:lnTo>
                <a:lnTo>
                  <a:pt x="5313743" y="5029200"/>
                </a:lnTo>
                <a:lnTo>
                  <a:pt x="0" y="5029200"/>
                </a:lnTo>
                <a:close/>
              </a:path>
            </a:pathLst>
          </a:custGeom>
        </p:spPr>
        <p:txBody>
          <a:bodyPr wrap="square">
            <a:noAutofit/>
          </a:bodyPr>
          <a:lstStyle>
            <a:lvl1pPr marL="0" indent="0" algn="ctr">
              <a:buNone/>
              <a:defRPr sz="2000"/>
            </a:lvl1pPr>
          </a:lstStyle>
          <a:p>
            <a:r>
              <a:rPr lang="en-US"/>
              <a:t>Click icon to add picture</a:t>
            </a:r>
            <a:endParaRPr lang="en-US" dirty="0"/>
          </a:p>
        </p:txBody>
      </p:sp>
      <p:sp>
        <p:nvSpPr>
          <p:cNvPr id="4" name="Footer Placeholder 4">
            <a:extLst>
              <a:ext uri="{FF2B5EF4-FFF2-40B4-BE49-F238E27FC236}">
                <a16:creationId xmlns:a16="http://schemas.microsoft.com/office/drawing/2014/main" id="{378552E1-07B0-A631-78D3-D3C0E4C0CD1F}"/>
              </a:ext>
            </a:extLst>
          </p:cNvPr>
          <p:cNvSpPr>
            <a:spLocks noGrp="1"/>
          </p:cNvSpPr>
          <p:nvPr>
            <p:ph type="ftr" sz="quarter" idx="3"/>
          </p:nvPr>
        </p:nvSpPr>
        <p:spPr>
          <a:xfrm>
            <a:off x="914400" y="6121252"/>
            <a:ext cx="4114800" cy="365125"/>
          </a:xfrm>
          <a:prstGeom prst="rect">
            <a:avLst/>
          </a:prstGeom>
        </p:spPr>
        <p:txBody>
          <a:bodyPr vert="horz" lIns="91440" tIns="45720" rIns="91440" bIns="45720" rtlCol="0" anchor="ctr"/>
          <a:lstStyle>
            <a:lvl1pPr algn="l">
              <a:defRPr sz="1200">
                <a:solidFill>
                  <a:schemeClr val="bg2">
                    <a:lumMod val="50000"/>
                  </a:schemeClr>
                </a:solidFill>
              </a:defRPr>
            </a:lvl1pPr>
          </a:lstStyle>
          <a:p>
            <a:endParaRPr lang="en-US" dirty="0"/>
          </a:p>
        </p:txBody>
      </p:sp>
      <p:sp>
        <p:nvSpPr>
          <p:cNvPr id="5" name="Slide Number Placeholder 5">
            <a:extLst>
              <a:ext uri="{FF2B5EF4-FFF2-40B4-BE49-F238E27FC236}">
                <a16:creationId xmlns:a16="http://schemas.microsoft.com/office/drawing/2014/main" id="{DD635B7F-3E76-4C66-6A5A-9156FCE3D921}"/>
              </a:ext>
            </a:extLst>
          </p:cNvPr>
          <p:cNvSpPr>
            <a:spLocks noGrp="1"/>
          </p:cNvSpPr>
          <p:nvPr>
            <p:ph type="sldNum" sz="quarter" idx="4"/>
          </p:nvPr>
        </p:nvSpPr>
        <p:spPr>
          <a:xfrm>
            <a:off x="8534400" y="6121252"/>
            <a:ext cx="2743200" cy="365125"/>
          </a:xfrm>
          <a:prstGeom prst="rect">
            <a:avLst/>
          </a:prstGeom>
        </p:spPr>
        <p:txBody>
          <a:bodyPr vert="horz" lIns="91440" tIns="45720" rIns="91440" bIns="45720" rtlCol="0" anchor="ctr"/>
          <a:lstStyle>
            <a:lvl1pPr algn="r">
              <a:defRPr sz="1200">
                <a:solidFill>
                  <a:schemeClr val="bg2">
                    <a:lumMod val="50000"/>
                  </a:schemeClr>
                </a:solidFill>
              </a:defRPr>
            </a:lvl1pPr>
          </a:lstStyle>
          <a:p>
            <a:fld id="{B5CEABB6-07DC-46E8-9B57-56EC44A396E5}" type="slidenum">
              <a:rPr lang="en-US" smtClean="0"/>
              <a:pPr/>
              <a:t>‹#›</a:t>
            </a:fld>
            <a:endParaRPr lang="en-US" dirty="0"/>
          </a:p>
        </p:txBody>
      </p:sp>
      <p:sp>
        <p:nvSpPr>
          <p:cNvPr id="6" name="Frame 5">
            <a:extLst>
              <a:ext uri="{FF2B5EF4-FFF2-40B4-BE49-F238E27FC236}">
                <a16:creationId xmlns:a16="http://schemas.microsoft.com/office/drawing/2014/main" id="{7D7E927E-4F73-5579-4F1D-E13899DEEA04}"/>
              </a:ext>
            </a:extLst>
          </p:cNvPr>
          <p:cNvSpPr/>
          <p:nvPr userDrawn="1"/>
        </p:nvSpPr>
        <p:spPr>
          <a:xfrm>
            <a:off x="386317" y="352044"/>
            <a:ext cx="11419367" cy="6153912"/>
          </a:xfrm>
          <a:prstGeom prst="frame">
            <a:avLst>
              <a:gd name="adj1" fmla="val 217"/>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Tree>
    <p:extLst>
      <p:ext uri="{BB962C8B-B14F-4D97-AF65-F5344CB8AC3E}">
        <p14:creationId xmlns:p14="http://schemas.microsoft.com/office/powerpoint/2010/main" val="384906756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and 2 column layout 1">
    <p:spTree>
      <p:nvGrpSpPr>
        <p:cNvPr id="1" name=""/>
        <p:cNvGrpSpPr/>
        <p:nvPr/>
      </p:nvGrpSpPr>
      <p:grpSpPr>
        <a:xfrm>
          <a:off x="0" y="0"/>
          <a:ext cx="0" cy="0"/>
          <a:chOff x="0" y="0"/>
          <a:chExt cx="0" cy="0"/>
        </a:xfrm>
      </p:grpSpPr>
      <p:sp>
        <p:nvSpPr>
          <p:cNvPr id="10" name="Title 9">
            <a:extLst>
              <a:ext uri="{FF2B5EF4-FFF2-40B4-BE49-F238E27FC236}">
                <a16:creationId xmlns:a16="http://schemas.microsoft.com/office/drawing/2014/main" id="{F2090F11-94D5-C2A6-0759-3E7541B0993A}"/>
              </a:ext>
            </a:extLst>
          </p:cNvPr>
          <p:cNvSpPr>
            <a:spLocks noGrp="1"/>
          </p:cNvSpPr>
          <p:nvPr>
            <p:ph type="title" hasCustomPrompt="1"/>
          </p:nvPr>
        </p:nvSpPr>
        <p:spPr>
          <a:xfrm>
            <a:off x="929640" y="485113"/>
            <a:ext cx="10515600" cy="1531525"/>
          </a:xfrm>
        </p:spPr>
        <p:txBody>
          <a:bodyPr>
            <a:normAutofit/>
          </a:bodyPr>
          <a:lstStyle>
            <a:lvl1pPr>
              <a:defRPr sz="3600"/>
            </a:lvl1pPr>
          </a:lstStyle>
          <a:p>
            <a:r>
              <a:rPr lang="en-US" dirty="0"/>
              <a:t>Click to add title</a:t>
            </a:r>
          </a:p>
        </p:txBody>
      </p:sp>
      <p:sp>
        <p:nvSpPr>
          <p:cNvPr id="7" name="Rectangle 6">
            <a:extLst>
              <a:ext uri="{FF2B5EF4-FFF2-40B4-BE49-F238E27FC236}">
                <a16:creationId xmlns:a16="http://schemas.microsoft.com/office/drawing/2014/main" id="{10F349F3-2C28-5A44-EDFC-75FD6CA95EAD}"/>
              </a:ext>
              <a:ext uri="{C183D7F6-B498-43B3-948B-1728B52AA6E4}">
                <adec:decorative xmlns:adec="http://schemas.microsoft.com/office/drawing/2017/decorative" val="1"/>
              </a:ext>
            </a:extLst>
          </p:cNvPr>
          <p:cNvSpPr/>
          <p:nvPr userDrawn="1"/>
        </p:nvSpPr>
        <p:spPr>
          <a:xfrm>
            <a:off x="6096000" y="0"/>
            <a:ext cx="6096000" cy="736748"/>
          </a:xfrm>
          <a:prstGeom prst="rect">
            <a:avLst/>
          </a:prstGeom>
          <a:solidFill>
            <a:schemeClr val="accent5">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Content Placeholder 11">
            <a:extLst>
              <a:ext uri="{FF2B5EF4-FFF2-40B4-BE49-F238E27FC236}">
                <a16:creationId xmlns:a16="http://schemas.microsoft.com/office/drawing/2014/main" id="{634FD449-C6E0-CF8A-82B2-52438C952C07}"/>
              </a:ext>
            </a:extLst>
          </p:cNvPr>
          <p:cNvSpPr>
            <a:spLocks noGrp="1"/>
          </p:cNvSpPr>
          <p:nvPr>
            <p:ph sz="quarter" idx="10" hasCustomPrompt="1"/>
          </p:nvPr>
        </p:nvSpPr>
        <p:spPr>
          <a:xfrm>
            <a:off x="929640" y="2153285"/>
            <a:ext cx="4953001" cy="3500438"/>
          </a:xfrm>
        </p:spPr>
        <p:txBody>
          <a:bodyPr lIns="91440">
            <a:normAutofit/>
          </a:bodyPr>
          <a:lstStyle>
            <a:lvl1pPr>
              <a:spcBef>
                <a:spcPts val="1000"/>
              </a:spcBef>
              <a:spcAft>
                <a:spcPts val="1200"/>
              </a:spcAft>
              <a:defRPr sz="1800"/>
            </a:lvl1pPr>
            <a:lvl2pPr>
              <a:spcBef>
                <a:spcPts val="1000"/>
              </a:spcBef>
              <a:spcAft>
                <a:spcPts val="1200"/>
              </a:spcAft>
              <a:defRPr sz="1600"/>
            </a:lvl2pPr>
            <a:lvl3pPr>
              <a:spcBef>
                <a:spcPts val="1000"/>
              </a:spcBef>
              <a:spcAft>
                <a:spcPts val="1200"/>
              </a:spcAft>
              <a:defRPr sz="1400"/>
            </a:lvl3pPr>
            <a:lvl4pPr>
              <a:spcBef>
                <a:spcPts val="1000"/>
              </a:spcBef>
              <a:spcAft>
                <a:spcPts val="1200"/>
              </a:spcAft>
              <a:defRPr sz="1200"/>
            </a:lvl4pPr>
            <a:lvl5pPr>
              <a:spcBef>
                <a:spcPts val="1000"/>
              </a:spcBef>
              <a:spcAft>
                <a:spcPts val="1200"/>
              </a:spcAft>
              <a:defRPr sz="120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3" name="Content Placeholder 11">
            <a:extLst>
              <a:ext uri="{FF2B5EF4-FFF2-40B4-BE49-F238E27FC236}">
                <a16:creationId xmlns:a16="http://schemas.microsoft.com/office/drawing/2014/main" id="{F971E741-6253-D410-B562-50CA5976207A}"/>
              </a:ext>
            </a:extLst>
          </p:cNvPr>
          <p:cNvSpPr>
            <a:spLocks noGrp="1"/>
          </p:cNvSpPr>
          <p:nvPr>
            <p:ph sz="quarter" idx="11" hasCustomPrompt="1"/>
          </p:nvPr>
        </p:nvSpPr>
        <p:spPr>
          <a:xfrm>
            <a:off x="6309360" y="2153285"/>
            <a:ext cx="5135880" cy="3500438"/>
          </a:xfrm>
        </p:spPr>
        <p:txBody>
          <a:bodyPr lIns="91440">
            <a:normAutofit/>
          </a:bodyPr>
          <a:lstStyle>
            <a:lvl1pPr>
              <a:spcBef>
                <a:spcPts val="1000"/>
              </a:spcBef>
              <a:spcAft>
                <a:spcPts val="1200"/>
              </a:spcAft>
              <a:defRPr sz="1800"/>
            </a:lvl1pPr>
            <a:lvl2pPr>
              <a:spcBef>
                <a:spcPts val="1000"/>
              </a:spcBef>
              <a:spcAft>
                <a:spcPts val="1200"/>
              </a:spcAft>
              <a:defRPr sz="1600"/>
            </a:lvl2pPr>
            <a:lvl3pPr>
              <a:spcBef>
                <a:spcPts val="1000"/>
              </a:spcBef>
              <a:spcAft>
                <a:spcPts val="1200"/>
              </a:spcAft>
              <a:defRPr sz="1400"/>
            </a:lvl3pPr>
            <a:lvl4pPr>
              <a:spcBef>
                <a:spcPts val="1000"/>
              </a:spcBef>
              <a:spcAft>
                <a:spcPts val="1200"/>
              </a:spcAft>
              <a:defRPr sz="1200"/>
            </a:lvl4pPr>
            <a:lvl5pPr>
              <a:spcBef>
                <a:spcPts val="1000"/>
              </a:spcBef>
              <a:spcAft>
                <a:spcPts val="1200"/>
              </a:spcAft>
              <a:defRPr sz="120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Footer Placeholder 4">
            <a:extLst>
              <a:ext uri="{FF2B5EF4-FFF2-40B4-BE49-F238E27FC236}">
                <a16:creationId xmlns:a16="http://schemas.microsoft.com/office/drawing/2014/main" id="{378552E1-07B0-A631-78D3-D3C0E4C0CD1F}"/>
              </a:ext>
            </a:extLst>
          </p:cNvPr>
          <p:cNvSpPr>
            <a:spLocks noGrp="1"/>
          </p:cNvSpPr>
          <p:nvPr>
            <p:ph type="ftr" sz="quarter" idx="3"/>
          </p:nvPr>
        </p:nvSpPr>
        <p:spPr>
          <a:xfrm>
            <a:off x="914400" y="6121252"/>
            <a:ext cx="4114800" cy="365125"/>
          </a:xfrm>
          <a:prstGeom prst="rect">
            <a:avLst/>
          </a:prstGeom>
        </p:spPr>
        <p:txBody>
          <a:bodyPr vert="horz" lIns="91440" tIns="45720" rIns="91440" bIns="45720" rtlCol="0" anchor="ctr"/>
          <a:lstStyle>
            <a:lvl1pPr algn="l">
              <a:defRPr sz="1200">
                <a:solidFill>
                  <a:schemeClr val="bg2">
                    <a:lumMod val="50000"/>
                  </a:schemeClr>
                </a:solidFill>
              </a:defRPr>
            </a:lvl1pPr>
          </a:lstStyle>
          <a:p>
            <a:endParaRPr lang="en-US" dirty="0"/>
          </a:p>
        </p:txBody>
      </p:sp>
      <p:sp>
        <p:nvSpPr>
          <p:cNvPr id="5" name="Slide Number Placeholder 5">
            <a:extLst>
              <a:ext uri="{FF2B5EF4-FFF2-40B4-BE49-F238E27FC236}">
                <a16:creationId xmlns:a16="http://schemas.microsoft.com/office/drawing/2014/main" id="{DD635B7F-3E76-4C66-6A5A-9156FCE3D921}"/>
              </a:ext>
            </a:extLst>
          </p:cNvPr>
          <p:cNvSpPr>
            <a:spLocks noGrp="1"/>
          </p:cNvSpPr>
          <p:nvPr>
            <p:ph type="sldNum" sz="quarter" idx="4"/>
          </p:nvPr>
        </p:nvSpPr>
        <p:spPr>
          <a:xfrm>
            <a:off x="8534400" y="6121252"/>
            <a:ext cx="2743200" cy="365125"/>
          </a:xfrm>
          <a:prstGeom prst="rect">
            <a:avLst/>
          </a:prstGeom>
        </p:spPr>
        <p:txBody>
          <a:bodyPr vert="horz" lIns="91440" tIns="45720" rIns="91440" bIns="45720" rtlCol="0" anchor="ctr"/>
          <a:lstStyle>
            <a:lvl1pPr algn="r">
              <a:defRPr sz="1200">
                <a:solidFill>
                  <a:schemeClr val="bg2">
                    <a:lumMod val="50000"/>
                  </a:schemeClr>
                </a:solidFill>
              </a:defRPr>
            </a:lvl1pPr>
          </a:lstStyle>
          <a:p>
            <a:fld id="{B5CEABB6-07DC-46E8-9B57-56EC44A396E5}" type="slidenum">
              <a:rPr lang="en-US" smtClean="0"/>
              <a:pPr/>
              <a:t>‹#›</a:t>
            </a:fld>
            <a:endParaRPr lang="en-US" dirty="0"/>
          </a:p>
        </p:txBody>
      </p:sp>
      <p:sp>
        <p:nvSpPr>
          <p:cNvPr id="2" name="Frame 1">
            <a:extLst>
              <a:ext uri="{FF2B5EF4-FFF2-40B4-BE49-F238E27FC236}">
                <a16:creationId xmlns:a16="http://schemas.microsoft.com/office/drawing/2014/main" id="{55D7E8F5-692D-24DD-0F8C-9563BA74AAF4}"/>
              </a:ext>
            </a:extLst>
          </p:cNvPr>
          <p:cNvSpPr/>
          <p:nvPr userDrawn="1"/>
        </p:nvSpPr>
        <p:spPr>
          <a:xfrm>
            <a:off x="386317" y="352044"/>
            <a:ext cx="11419367" cy="6153912"/>
          </a:xfrm>
          <a:prstGeom prst="frame">
            <a:avLst>
              <a:gd name="adj1" fmla="val 217"/>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Tree>
    <p:extLst>
      <p:ext uri="{BB962C8B-B14F-4D97-AF65-F5344CB8AC3E}">
        <p14:creationId xmlns:p14="http://schemas.microsoft.com/office/powerpoint/2010/main" val="351943545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tle and 2 column layout 2">
    <p:spTree>
      <p:nvGrpSpPr>
        <p:cNvPr id="1" name=""/>
        <p:cNvGrpSpPr/>
        <p:nvPr/>
      </p:nvGrpSpPr>
      <p:grpSpPr>
        <a:xfrm>
          <a:off x="0" y="0"/>
          <a:ext cx="0" cy="0"/>
          <a:chOff x="0" y="0"/>
          <a:chExt cx="0" cy="0"/>
        </a:xfrm>
      </p:grpSpPr>
      <p:sp>
        <p:nvSpPr>
          <p:cNvPr id="10" name="Title 9">
            <a:extLst>
              <a:ext uri="{FF2B5EF4-FFF2-40B4-BE49-F238E27FC236}">
                <a16:creationId xmlns:a16="http://schemas.microsoft.com/office/drawing/2014/main" id="{F2090F11-94D5-C2A6-0759-3E7541B0993A}"/>
              </a:ext>
            </a:extLst>
          </p:cNvPr>
          <p:cNvSpPr>
            <a:spLocks noGrp="1"/>
          </p:cNvSpPr>
          <p:nvPr>
            <p:ph type="title" hasCustomPrompt="1"/>
          </p:nvPr>
        </p:nvSpPr>
        <p:spPr>
          <a:xfrm>
            <a:off x="929640" y="485113"/>
            <a:ext cx="10515600" cy="1531525"/>
          </a:xfrm>
        </p:spPr>
        <p:txBody>
          <a:bodyPr>
            <a:normAutofit/>
          </a:bodyPr>
          <a:lstStyle>
            <a:lvl1pPr>
              <a:defRPr sz="3600"/>
            </a:lvl1pPr>
          </a:lstStyle>
          <a:p>
            <a:r>
              <a:rPr lang="en-US" dirty="0"/>
              <a:t>Click to add title</a:t>
            </a:r>
          </a:p>
        </p:txBody>
      </p:sp>
      <p:sp>
        <p:nvSpPr>
          <p:cNvPr id="7" name="Rectangle 6">
            <a:extLst>
              <a:ext uri="{FF2B5EF4-FFF2-40B4-BE49-F238E27FC236}">
                <a16:creationId xmlns:a16="http://schemas.microsoft.com/office/drawing/2014/main" id="{10F349F3-2C28-5A44-EDFC-75FD6CA95EAD}"/>
              </a:ext>
              <a:ext uri="{C183D7F6-B498-43B3-948B-1728B52AA6E4}">
                <adec:decorative xmlns:adec="http://schemas.microsoft.com/office/drawing/2017/decorative" val="1"/>
              </a:ext>
            </a:extLst>
          </p:cNvPr>
          <p:cNvSpPr/>
          <p:nvPr userDrawn="1"/>
        </p:nvSpPr>
        <p:spPr>
          <a:xfrm>
            <a:off x="6096000" y="0"/>
            <a:ext cx="6096000" cy="736748"/>
          </a:xfrm>
          <a:prstGeom prst="rect">
            <a:avLst/>
          </a:prstGeom>
          <a:solidFill>
            <a:schemeClr val="accent5">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Content Placeholder 11">
            <a:extLst>
              <a:ext uri="{FF2B5EF4-FFF2-40B4-BE49-F238E27FC236}">
                <a16:creationId xmlns:a16="http://schemas.microsoft.com/office/drawing/2014/main" id="{634FD449-C6E0-CF8A-82B2-52438C952C07}"/>
              </a:ext>
            </a:extLst>
          </p:cNvPr>
          <p:cNvSpPr>
            <a:spLocks noGrp="1"/>
          </p:cNvSpPr>
          <p:nvPr>
            <p:ph sz="quarter" idx="10" hasCustomPrompt="1"/>
          </p:nvPr>
        </p:nvSpPr>
        <p:spPr>
          <a:xfrm>
            <a:off x="929641" y="2153285"/>
            <a:ext cx="3261359" cy="3500438"/>
          </a:xfrm>
        </p:spPr>
        <p:txBody>
          <a:bodyPr lIns="91440">
            <a:normAutofit/>
          </a:bodyPr>
          <a:lstStyle>
            <a:lvl1pPr>
              <a:spcBef>
                <a:spcPts val="1000"/>
              </a:spcBef>
              <a:spcAft>
                <a:spcPts val="1200"/>
              </a:spcAft>
              <a:defRPr sz="1800" b="1"/>
            </a:lvl1pPr>
            <a:lvl2pPr>
              <a:spcBef>
                <a:spcPts val="1000"/>
              </a:spcBef>
              <a:spcAft>
                <a:spcPts val="1200"/>
              </a:spcAft>
              <a:defRPr sz="1600" b="1"/>
            </a:lvl2pPr>
            <a:lvl3pPr>
              <a:spcBef>
                <a:spcPts val="1000"/>
              </a:spcBef>
              <a:spcAft>
                <a:spcPts val="1200"/>
              </a:spcAft>
              <a:defRPr sz="1400" b="1"/>
            </a:lvl3pPr>
            <a:lvl4pPr>
              <a:spcBef>
                <a:spcPts val="1000"/>
              </a:spcBef>
              <a:spcAft>
                <a:spcPts val="1200"/>
              </a:spcAft>
              <a:defRPr sz="1200" b="1"/>
            </a:lvl4pPr>
            <a:lvl5pPr>
              <a:spcBef>
                <a:spcPts val="1000"/>
              </a:spcBef>
              <a:spcAft>
                <a:spcPts val="1200"/>
              </a:spcAft>
              <a:defRPr sz="1200" b="1"/>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3" name="Content Placeholder 11">
            <a:extLst>
              <a:ext uri="{FF2B5EF4-FFF2-40B4-BE49-F238E27FC236}">
                <a16:creationId xmlns:a16="http://schemas.microsoft.com/office/drawing/2014/main" id="{F971E741-6253-D410-B562-50CA5976207A}"/>
              </a:ext>
            </a:extLst>
          </p:cNvPr>
          <p:cNvSpPr>
            <a:spLocks noGrp="1"/>
          </p:cNvSpPr>
          <p:nvPr>
            <p:ph sz="quarter" idx="11" hasCustomPrompt="1"/>
          </p:nvPr>
        </p:nvSpPr>
        <p:spPr>
          <a:xfrm>
            <a:off x="4480560" y="2153285"/>
            <a:ext cx="6964680" cy="3500438"/>
          </a:xfrm>
        </p:spPr>
        <p:txBody>
          <a:bodyPr lIns="91440">
            <a:normAutofit/>
          </a:bodyPr>
          <a:lstStyle>
            <a:lvl1pPr>
              <a:spcBef>
                <a:spcPts val="1000"/>
              </a:spcBef>
              <a:spcAft>
                <a:spcPts val="1200"/>
              </a:spcAft>
              <a:defRPr sz="1800"/>
            </a:lvl1pPr>
            <a:lvl2pPr>
              <a:spcBef>
                <a:spcPts val="1000"/>
              </a:spcBef>
              <a:spcAft>
                <a:spcPts val="1200"/>
              </a:spcAft>
              <a:defRPr sz="1600"/>
            </a:lvl2pPr>
            <a:lvl3pPr>
              <a:spcBef>
                <a:spcPts val="1000"/>
              </a:spcBef>
              <a:spcAft>
                <a:spcPts val="1200"/>
              </a:spcAft>
              <a:defRPr sz="1400"/>
            </a:lvl3pPr>
            <a:lvl4pPr>
              <a:spcBef>
                <a:spcPts val="1000"/>
              </a:spcBef>
              <a:spcAft>
                <a:spcPts val="1200"/>
              </a:spcAft>
              <a:defRPr sz="1200"/>
            </a:lvl4pPr>
            <a:lvl5pPr>
              <a:spcBef>
                <a:spcPts val="1000"/>
              </a:spcBef>
              <a:spcAft>
                <a:spcPts val="1200"/>
              </a:spcAft>
              <a:defRPr sz="120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Footer Placeholder 4">
            <a:extLst>
              <a:ext uri="{FF2B5EF4-FFF2-40B4-BE49-F238E27FC236}">
                <a16:creationId xmlns:a16="http://schemas.microsoft.com/office/drawing/2014/main" id="{378552E1-07B0-A631-78D3-D3C0E4C0CD1F}"/>
              </a:ext>
            </a:extLst>
          </p:cNvPr>
          <p:cNvSpPr>
            <a:spLocks noGrp="1"/>
          </p:cNvSpPr>
          <p:nvPr>
            <p:ph type="ftr" sz="quarter" idx="3"/>
          </p:nvPr>
        </p:nvSpPr>
        <p:spPr>
          <a:xfrm>
            <a:off x="914400" y="6121252"/>
            <a:ext cx="4114800" cy="365125"/>
          </a:xfrm>
          <a:prstGeom prst="rect">
            <a:avLst/>
          </a:prstGeom>
        </p:spPr>
        <p:txBody>
          <a:bodyPr vert="horz" lIns="91440" tIns="45720" rIns="91440" bIns="45720" rtlCol="0" anchor="ctr"/>
          <a:lstStyle>
            <a:lvl1pPr algn="l">
              <a:defRPr sz="1200">
                <a:solidFill>
                  <a:schemeClr val="bg2">
                    <a:lumMod val="50000"/>
                  </a:schemeClr>
                </a:solidFill>
              </a:defRPr>
            </a:lvl1pPr>
          </a:lstStyle>
          <a:p>
            <a:endParaRPr lang="en-US" dirty="0"/>
          </a:p>
        </p:txBody>
      </p:sp>
      <p:sp>
        <p:nvSpPr>
          <p:cNvPr id="5" name="Slide Number Placeholder 5">
            <a:extLst>
              <a:ext uri="{FF2B5EF4-FFF2-40B4-BE49-F238E27FC236}">
                <a16:creationId xmlns:a16="http://schemas.microsoft.com/office/drawing/2014/main" id="{DD635B7F-3E76-4C66-6A5A-9156FCE3D921}"/>
              </a:ext>
            </a:extLst>
          </p:cNvPr>
          <p:cNvSpPr>
            <a:spLocks noGrp="1"/>
          </p:cNvSpPr>
          <p:nvPr>
            <p:ph type="sldNum" sz="quarter" idx="4"/>
          </p:nvPr>
        </p:nvSpPr>
        <p:spPr>
          <a:xfrm>
            <a:off x="8534400" y="6121252"/>
            <a:ext cx="2743200" cy="365125"/>
          </a:xfrm>
          <a:prstGeom prst="rect">
            <a:avLst/>
          </a:prstGeom>
        </p:spPr>
        <p:txBody>
          <a:bodyPr vert="horz" lIns="91440" tIns="45720" rIns="91440" bIns="45720" rtlCol="0" anchor="ctr"/>
          <a:lstStyle>
            <a:lvl1pPr algn="r">
              <a:defRPr sz="1200">
                <a:solidFill>
                  <a:schemeClr val="bg2">
                    <a:lumMod val="50000"/>
                  </a:schemeClr>
                </a:solidFill>
              </a:defRPr>
            </a:lvl1pPr>
          </a:lstStyle>
          <a:p>
            <a:fld id="{B5CEABB6-07DC-46E8-9B57-56EC44A396E5}" type="slidenum">
              <a:rPr lang="en-US" smtClean="0"/>
              <a:pPr/>
              <a:t>‹#›</a:t>
            </a:fld>
            <a:endParaRPr lang="en-US" dirty="0"/>
          </a:p>
        </p:txBody>
      </p:sp>
      <p:sp>
        <p:nvSpPr>
          <p:cNvPr id="2" name="Frame 1">
            <a:extLst>
              <a:ext uri="{FF2B5EF4-FFF2-40B4-BE49-F238E27FC236}">
                <a16:creationId xmlns:a16="http://schemas.microsoft.com/office/drawing/2014/main" id="{5C0F1533-3810-C210-9B67-D2F4A1846C23}"/>
              </a:ext>
            </a:extLst>
          </p:cNvPr>
          <p:cNvSpPr/>
          <p:nvPr userDrawn="1"/>
        </p:nvSpPr>
        <p:spPr>
          <a:xfrm>
            <a:off x="386317" y="352044"/>
            <a:ext cx="11419367" cy="6153912"/>
          </a:xfrm>
          <a:prstGeom prst="frame">
            <a:avLst>
              <a:gd name="adj1" fmla="val 217"/>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Tree>
    <p:extLst>
      <p:ext uri="{BB962C8B-B14F-4D97-AF65-F5344CB8AC3E}">
        <p14:creationId xmlns:p14="http://schemas.microsoft.com/office/powerpoint/2010/main" val="330816521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itle Picture and Content">
    <p:spTree>
      <p:nvGrpSpPr>
        <p:cNvPr id="1" name=""/>
        <p:cNvGrpSpPr/>
        <p:nvPr/>
      </p:nvGrpSpPr>
      <p:grpSpPr>
        <a:xfrm>
          <a:off x="0" y="0"/>
          <a:ext cx="0" cy="0"/>
          <a:chOff x="0" y="0"/>
          <a:chExt cx="0" cy="0"/>
        </a:xfrm>
      </p:grpSpPr>
      <p:sp>
        <p:nvSpPr>
          <p:cNvPr id="10" name="Title 9">
            <a:extLst>
              <a:ext uri="{FF2B5EF4-FFF2-40B4-BE49-F238E27FC236}">
                <a16:creationId xmlns:a16="http://schemas.microsoft.com/office/drawing/2014/main" id="{E9C70371-D147-2B29-EAEB-B10A799D09DF}"/>
              </a:ext>
            </a:extLst>
          </p:cNvPr>
          <p:cNvSpPr>
            <a:spLocks noGrp="1"/>
          </p:cNvSpPr>
          <p:nvPr>
            <p:ph type="title" hasCustomPrompt="1"/>
          </p:nvPr>
        </p:nvSpPr>
        <p:spPr>
          <a:xfrm>
            <a:off x="916169" y="614812"/>
            <a:ext cx="10359659" cy="1325563"/>
          </a:xfrm>
        </p:spPr>
        <p:txBody>
          <a:bodyPr>
            <a:normAutofit/>
          </a:bodyPr>
          <a:lstStyle>
            <a:lvl1pPr>
              <a:defRPr sz="3600"/>
            </a:lvl1pPr>
          </a:lstStyle>
          <a:p>
            <a:r>
              <a:rPr lang="en-US" dirty="0"/>
              <a:t>Click to add title</a:t>
            </a:r>
          </a:p>
        </p:txBody>
      </p:sp>
      <p:sp>
        <p:nvSpPr>
          <p:cNvPr id="3" name="Picture Placeholder 2">
            <a:extLst>
              <a:ext uri="{FF2B5EF4-FFF2-40B4-BE49-F238E27FC236}">
                <a16:creationId xmlns:a16="http://schemas.microsoft.com/office/drawing/2014/main" id="{1C5AE226-98C6-70F4-8DED-59E8FE30401C}"/>
              </a:ext>
            </a:extLst>
          </p:cNvPr>
          <p:cNvSpPr>
            <a:spLocks noGrp="1"/>
          </p:cNvSpPr>
          <p:nvPr>
            <p:ph type="pic" sz="quarter" idx="11"/>
          </p:nvPr>
        </p:nvSpPr>
        <p:spPr>
          <a:xfrm>
            <a:off x="-367" y="2177378"/>
            <a:ext cx="5713413" cy="4669987"/>
          </a:xfrm>
          <a:custGeom>
            <a:avLst/>
            <a:gdLst>
              <a:gd name="connsiteX0" fmla="*/ 400038 w 5713413"/>
              <a:gd name="connsiteY0" fmla="*/ 0 h 4669987"/>
              <a:gd name="connsiteX1" fmla="*/ 5713413 w 5713413"/>
              <a:gd name="connsiteY1" fmla="*/ 0 h 4669987"/>
              <a:gd name="connsiteX2" fmla="*/ 5713413 w 5713413"/>
              <a:gd name="connsiteY2" fmla="*/ 4315224 h 4669987"/>
              <a:gd name="connsiteX3" fmla="*/ 400038 w 5713413"/>
              <a:gd name="connsiteY3" fmla="*/ 4315224 h 4669987"/>
              <a:gd name="connsiteX4" fmla="*/ 0 w 5713413"/>
              <a:gd name="connsiteY4" fmla="*/ 0 h 4669987"/>
              <a:gd name="connsiteX5" fmla="*/ 386684 w 5713413"/>
              <a:gd name="connsiteY5" fmla="*/ 0 h 4669987"/>
              <a:gd name="connsiteX6" fmla="*/ 386684 w 5713413"/>
              <a:gd name="connsiteY6" fmla="*/ 4328578 h 4669987"/>
              <a:gd name="connsiteX7" fmla="*/ 5713413 w 5713413"/>
              <a:gd name="connsiteY7" fmla="*/ 4328578 h 4669987"/>
              <a:gd name="connsiteX8" fmla="*/ 5713413 w 5713413"/>
              <a:gd name="connsiteY8" fmla="*/ 4669987 h 4669987"/>
              <a:gd name="connsiteX9" fmla="*/ 0 w 5713413"/>
              <a:gd name="connsiteY9" fmla="*/ 4669987 h 46699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713413" h="4669987">
                <a:moveTo>
                  <a:pt x="400038" y="0"/>
                </a:moveTo>
                <a:lnTo>
                  <a:pt x="5713413" y="0"/>
                </a:lnTo>
                <a:lnTo>
                  <a:pt x="5713413" y="4315224"/>
                </a:lnTo>
                <a:lnTo>
                  <a:pt x="400038" y="4315224"/>
                </a:lnTo>
                <a:close/>
                <a:moveTo>
                  <a:pt x="0" y="0"/>
                </a:moveTo>
                <a:lnTo>
                  <a:pt x="386684" y="0"/>
                </a:lnTo>
                <a:lnTo>
                  <a:pt x="386684" y="4328578"/>
                </a:lnTo>
                <a:lnTo>
                  <a:pt x="5713413" y="4328578"/>
                </a:lnTo>
                <a:lnTo>
                  <a:pt x="5713413" y="4669987"/>
                </a:lnTo>
                <a:lnTo>
                  <a:pt x="0" y="4669987"/>
                </a:lnTo>
                <a:close/>
              </a:path>
            </a:pathLst>
          </a:custGeom>
        </p:spPr>
        <p:txBody>
          <a:bodyPr wrap="square">
            <a:noAutofit/>
          </a:bodyPr>
          <a:lstStyle>
            <a:lvl1pPr marL="0" indent="0" algn="ctr">
              <a:buNone/>
              <a:defRPr sz="2000"/>
            </a:lvl1pPr>
          </a:lstStyle>
          <a:p>
            <a:r>
              <a:rPr lang="en-US"/>
              <a:t>Click icon to add picture</a:t>
            </a:r>
            <a:endParaRPr lang="en-US" dirty="0"/>
          </a:p>
        </p:txBody>
      </p:sp>
      <p:sp>
        <p:nvSpPr>
          <p:cNvPr id="12" name="Content Placeholder 11">
            <a:extLst>
              <a:ext uri="{FF2B5EF4-FFF2-40B4-BE49-F238E27FC236}">
                <a16:creationId xmlns:a16="http://schemas.microsoft.com/office/drawing/2014/main" id="{8EEA9034-22FD-3C2F-6A27-63638969802D}"/>
              </a:ext>
            </a:extLst>
          </p:cNvPr>
          <p:cNvSpPr>
            <a:spLocks noGrp="1"/>
          </p:cNvSpPr>
          <p:nvPr>
            <p:ph sz="quarter" idx="10" hasCustomPrompt="1"/>
          </p:nvPr>
        </p:nvSpPr>
        <p:spPr>
          <a:xfrm>
            <a:off x="6475413" y="2153285"/>
            <a:ext cx="4799012" cy="3790315"/>
          </a:xfrm>
        </p:spPr>
        <p:txBody>
          <a:bodyPr>
            <a:normAutofit/>
          </a:bodyPr>
          <a:lstStyle>
            <a:lvl1pPr>
              <a:lnSpc>
                <a:spcPct val="95000"/>
              </a:lnSpc>
              <a:spcBef>
                <a:spcPts val="1000"/>
              </a:spcBef>
              <a:spcAft>
                <a:spcPts val="1200"/>
              </a:spcAft>
              <a:defRPr sz="2000"/>
            </a:lvl1pPr>
            <a:lvl2pPr>
              <a:lnSpc>
                <a:spcPct val="95000"/>
              </a:lnSpc>
              <a:spcBef>
                <a:spcPts val="1000"/>
              </a:spcBef>
              <a:spcAft>
                <a:spcPts val="1200"/>
              </a:spcAft>
              <a:defRPr sz="1800"/>
            </a:lvl2pPr>
            <a:lvl3pPr>
              <a:lnSpc>
                <a:spcPct val="95000"/>
              </a:lnSpc>
              <a:spcBef>
                <a:spcPts val="1000"/>
              </a:spcBef>
              <a:spcAft>
                <a:spcPts val="1200"/>
              </a:spcAft>
              <a:defRPr sz="1600"/>
            </a:lvl3pPr>
            <a:lvl4pPr>
              <a:lnSpc>
                <a:spcPct val="95000"/>
              </a:lnSpc>
              <a:spcBef>
                <a:spcPts val="1000"/>
              </a:spcBef>
              <a:spcAft>
                <a:spcPts val="1200"/>
              </a:spcAft>
              <a:defRPr sz="1400"/>
            </a:lvl4pPr>
            <a:lvl5pPr>
              <a:lnSpc>
                <a:spcPct val="95000"/>
              </a:lnSpc>
              <a:spcBef>
                <a:spcPts val="1000"/>
              </a:spcBef>
              <a:spcAft>
                <a:spcPts val="1200"/>
              </a:spcAft>
              <a:defRPr sz="140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Rectangle 5">
            <a:extLst>
              <a:ext uri="{FF2B5EF4-FFF2-40B4-BE49-F238E27FC236}">
                <a16:creationId xmlns:a16="http://schemas.microsoft.com/office/drawing/2014/main" id="{0C72AFED-AF5A-A2E9-0D36-388733BBE998}"/>
              </a:ext>
              <a:ext uri="{C183D7F6-B498-43B3-948B-1728B52AA6E4}">
                <adec:decorative xmlns:adec="http://schemas.microsoft.com/office/drawing/2017/decorative" val="1"/>
              </a:ext>
            </a:extLst>
          </p:cNvPr>
          <p:cNvSpPr/>
          <p:nvPr userDrawn="1"/>
        </p:nvSpPr>
        <p:spPr>
          <a:xfrm>
            <a:off x="6096000" y="0"/>
            <a:ext cx="6096000" cy="736748"/>
          </a:xfrm>
          <a:prstGeom prst="rect">
            <a:avLst/>
          </a:prstGeom>
          <a:solidFill>
            <a:schemeClr val="accent5">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Footer Placeholder 4">
            <a:extLst>
              <a:ext uri="{FF2B5EF4-FFF2-40B4-BE49-F238E27FC236}">
                <a16:creationId xmlns:a16="http://schemas.microsoft.com/office/drawing/2014/main" id="{378552E1-07B0-A631-78D3-D3C0E4C0CD1F}"/>
              </a:ext>
            </a:extLst>
          </p:cNvPr>
          <p:cNvSpPr>
            <a:spLocks noGrp="1"/>
          </p:cNvSpPr>
          <p:nvPr>
            <p:ph type="ftr" sz="quarter" idx="3"/>
          </p:nvPr>
        </p:nvSpPr>
        <p:spPr>
          <a:xfrm>
            <a:off x="914400" y="6121252"/>
            <a:ext cx="4114800" cy="365125"/>
          </a:xfrm>
          <a:prstGeom prst="rect">
            <a:avLst/>
          </a:prstGeom>
        </p:spPr>
        <p:txBody>
          <a:bodyPr vert="horz" lIns="91440" tIns="45720" rIns="91440" bIns="45720" rtlCol="0" anchor="ctr"/>
          <a:lstStyle>
            <a:lvl1pPr algn="l">
              <a:defRPr sz="1200">
                <a:solidFill>
                  <a:schemeClr val="bg2">
                    <a:lumMod val="50000"/>
                  </a:schemeClr>
                </a:solidFill>
              </a:defRPr>
            </a:lvl1pPr>
          </a:lstStyle>
          <a:p>
            <a:endParaRPr lang="en-US" dirty="0"/>
          </a:p>
        </p:txBody>
      </p:sp>
      <p:sp>
        <p:nvSpPr>
          <p:cNvPr id="5" name="Slide Number Placeholder 5">
            <a:extLst>
              <a:ext uri="{FF2B5EF4-FFF2-40B4-BE49-F238E27FC236}">
                <a16:creationId xmlns:a16="http://schemas.microsoft.com/office/drawing/2014/main" id="{DD635B7F-3E76-4C66-6A5A-9156FCE3D921}"/>
              </a:ext>
            </a:extLst>
          </p:cNvPr>
          <p:cNvSpPr>
            <a:spLocks noGrp="1"/>
          </p:cNvSpPr>
          <p:nvPr>
            <p:ph type="sldNum" sz="quarter" idx="4"/>
          </p:nvPr>
        </p:nvSpPr>
        <p:spPr>
          <a:xfrm>
            <a:off x="8534400" y="6121252"/>
            <a:ext cx="2743200" cy="365125"/>
          </a:xfrm>
          <a:prstGeom prst="rect">
            <a:avLst/>
          </a:prstGeom>
        </p:spPr>
        <p:txBody>
          <a:bodyPr vert="horz" lIns="91440" tIns="45720" rIns="91440" bIns="45720" rtlCol="0" anchor="ctr"/>
          <a:lstStyle>
            <a:lvl1pPr algn="r">
              <a:defRPr sz="1200">
                <a:solidFill>
                  <a:schemeClr val="bg2">
                    <a:lumMod val="50000"/>
                  </a:schemeClr>
                </a:solidFill>
              </a:defRPr>
            </a:lvl1pPr>
          </a:lstStyle>
          <a:p>
            <a:fld id="{B5CEABB6-07DC-46E8-9B57-56EC44A396E5}" type="slidenum">
              <a:rPr lang="en-US" smtClean="0"/>
              <a:pPr/>
              <a:t>‹#›</a:t>
            </a:fld>
            <a:endParaRPr lang="en-US" dirty="0"/>
          </a:p>
        </p:txBody>
      </p:sp>
      <p:sp>
        <p:nvSpPr>
          <p:cNvPr id="7" name="Frame 6">
            <a:extLst>
              <a:ext uri="{FF2B5EF4-FFF2-40B4-BE49-F238E27FC236}">
                <a16:creationId xmlns:a16="http://schemas.microsoft.com/office/drawing/2014/main" id="{7A42E613-3DCC-07A2-BA9B-74B13F28E591}"/>
              </a:ext>
            </a:extLst>
          </p:cNvPr>
          <p:cNvSpPr/>
          <p:nvPr userDrawn="1"/>
        </p:nvSpPr>
        <p:spPr>
          <a:xfrm>
            <a:off x="386317" y="352044"/>
            <a:ext cx="11419367" cy="6153912"/>
          </a:xfrm>
          <a:prstGeom prst="frame">
            <a:avLst>
              <a:gd name="adj1" fmla="val 217"/>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Tree>
    <p:extLst>
      <p:ext uri="{BB962C8B-B14F-4D97-AF65-F5344CB8AC3E}">
        <p14:creationId xmlns:p14="http://schemas.microsoft.com/office/powerpoint/2010/main" val="261390166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itle Content and Table">
    <p:spTree>
      <p:nvGrpSpPr>
        <p:cNvPr id="1" name=""/>
        <p:cNvGrpSpPr/>
        <p:nvPr/>
      </p:nvGrpSpPr>
      <p:grpSpPr>
        <a:xfrm>
          <a:off x="0" y="0"/>
          <a:ext cx="0" cy="0"/>
          <a:chOff x="0" y="0"/>
          <a:chExt cx="0" cy="0"/>
        </a:xfrm>
      </p:grpSpPr>
      <p:sp>
        <p:nvSpPr>
          <p:cNvPr id="9" name="Title 8">
            <a:extLst>
              <a:ext uri="{FF2B5EF4-FFF2-40B4-BE49-F238E27FC236}">
                <a16:creationId xmlns:a16="http://schemas.microsoft.com/office/drawing/2014/main" id="{830338E2-B50A-8F3E-2CA7-A75753E7ED96}"/>
              </a:ext>
            </a:extLst>
          </p:cNvPr>
          <p:cNvSpPr>
            <a:spLocks noGrp="1"/>
          </p:cNvSpPr>
          <p:nvPr>
            <p:ph type="title" hasCustomPrompt="1"/>
          </p:nvPr>
        </p:nvSpPr>
        <p:spPr>
          <a:xfrm>
            <a:off x="912629" y="598947"/>
            <a:ext cx="10515600" cy="1325563"/>
          </a:xfrm>
        </p:spPr>
        <p:txBody>
          <a:bodyPr>
            <a:normAutofit/>
          </a:bodyPr>
          <a:lstStyle>
            <a:lvl1pPr>
              <a:defRPr sz="3600"/>
            </a:lvl1pPr>
          </a:lstStyle>
          <a:p>
            <a:r>
              <a:rPr lang="en-US" dirty="0"/>
              <a:t>Click to add title</a:t>
            </a:r>
          </a:p>
        </p:txBody>
      </p:sp>
      <p:sp>
        <p:nvSpPr>
          <p:cNvPr id="12" name="Content Placeholder 11">
            <a:extLst>
              <a:ext uri="{FF2B5EF4-FFF2-40B4-BE49-F238E27FC236}">
                <a16:creationId xmlns:a16="http://schemas.microsoft.com/office/drawing/2014/main" id="{CC8DD029-A673-92B9-0343-3B35BE46D2F3}"/>
              </a:ext>
            </a:extLst>
          </p:cNvPr>
          <p:cNvSpPr>
            <a:spLocks noGrp="1"/>
          </p:cNvSpPr>
          <p:nvPr>
            <p:ph sz="quarter" idx="11" hasCustomPrompt="1"/>
          </p:nvPr>
        </p:nvSpPr>
        <p:spPr>
          <a:xfrm>
            <a:off x="929641" y="2153285"/>
            <a:ext cx="3032759" cy="3790310"/>
          </a:xfrm>
        </p:spPr>
        <p:txBody>
          <a:bodyPr lIns="91440">
            <a:normAutofit/>
          </a:bodyPr>
          <a:lstStyle>
            <a:lvl1pPr>
              <a:spcBef>
                <a:spcPts val="1000"/>
              </a:spcBef>
              <a:spcAft>
                <a:spcPts val="1200"/>
              </a:spcAft>
              <a:defRPr sz="1800"/>
            </a:lvl1pPr>
            <a:lvl2pPr>
              <a:spcBef>
                <a:spcPts val="1000"/>
              </a:spcBef>
              <a:spcAft>
                <a:spcPts val="1200"/>
              </a:spcAft>
              <a:defRPr sz="1600"/>
            </a:lvl2pPr>
            <a:lvl3pPr>
              <a:spcBef>
                <a:spcPts val="1000"/>
              </a:spcBef>
              <a:spcAft>
                <a:spcPts val="1200"/>
              </a:spcAft>
              <a:defRPr sz="1400"/>
            </a:lvl3pPr>
            <a:lvl4pPr>
              <a:spcBef>
                <a:spcPts val="1000"/>
              </a:spcBef>
              <a:spcAft>
                <a:spcPts val="1200"/>
              </a:spcAft>
              <a:defRPr sz="1200"/>
            </a:lvl4pPr>
            <a:lvl5pPr>
              <a:spcBef>
                <a:spcPts val="1000"/>
              </a:spcBef>
              <a:spcAft>
                <a:spcPts val="1200"/>
              </a:spcAft>
              <a:defRPr sz="120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1" name="Table Placeholder 10">
            <a:extLst>
              <a:ext uri="{FF2B5EF4-FFF2-40B4-BE49-F238E27FC236}">
                <a16:creationId xmlns:a16="http://schemas.microsoft.com/office/drawing/2014/main" id="{6E658BA3-0202-C705-7A02-8B70B7884420}"/>
              </a:ext>
            </a:extLst>
          </p:cNvPr>
          <p:cNvSpPr>
            <a:spLocks noGrp="1"/>
          </p:cNvSpPr>
          <p:nvPr>
            <p:ph type="tbl" sz="quarter" idx="10"/>
          </p:nvPr>
        </p:nvSpPr>
        <p:spPr>
          <a:xfrm>
            <a:off x="4724400" y="2170621"/>
            <a:ext cx="6553200" cy="3772974"/>
          </a:xfrm>
        </p:spPr>
        <p:txBody>
          <a:bodyPr>
            <a:normAutofit/>
          </a:bodyPr>
          <a:lstStyle>
            <a:lvl1pPr>
              <a:defRPr sz="2000"/>
            </a:lvl1pPr>
          </a:lstStyle>
          <a:p>
            <a:r>
              <a:rPr lang="en-US"/>
              <a:t>Click icon to add table</a:t>
            </a:r>
            <a:endParaRPr lang="en-US" dirty="0"/>
          </a:p>
        </p:txBody>
      </p:sp>
      <p:sp>
        <p:nvSpPr>
          <p:cNvPr id="4" name="Footer Placeholder 4">
            <a:extLst>
              <a:ext uri="{FF2B5EF4-FFF2-40B4-BE49-F238E27FC236}">
                <a16:creationId xmlns:a16="http://schemas.microsoft.com/office/drawing/2014/main" id="{378552E1-07B0-A631-78D3-D3C0E4C0CD1F}"/>
              </a:ext>
            </a:extLst>
          </p:cNvPr>
          <p:cNvSpPr>
            <a:spLocks noGrp="1"/>
          </p:cNvSpPr>
          <p:nvPr>
            <p:ph type="ftr" sz="quarter" idx="3"/>
          </p:nvPr>
        </p:nvSpPr>
        <p:spPr>
          <a:xfrm>
            <a:off x="914400" y="6121252"/>
            <a:ext cx="4114800" cy="365125"/>
          </a:xfrm>
          <a:prstGeom prst="rect">
            <a:avLst/>
          </a:prstGeom>
        </p:spPr>
        <p:txBody>
          <a:bodyPr vert="horz" lIns="91440" tIns="45720" rIns="91440" bIns="45720" rtlCol="0" anchor="ctr"/>
          <a:lstStyle>
            <a:lvl1pPr algn="l">
              <a:defRPr sz="1200">
                <a:solidFill>
                  <a:schemeClr val="bg2">
                    <a:lumMod val="50000"/>
                  </a:schemeClr>
                </a:solidFill>
              </a:defRPr>
            </a:lvl1pPr>
          </a:lstStyle>
          <a:p>
            <a:endParaRPr lang="en-US" dirty="0"/>
          </a:p>
        </p:txBody>
      </p:sp>
      <p:sp>
        <p:nvSpPr>
          <p:cNvPr id="5" name="Slide Number Placeholder 5">
            <a:extLst>
              <a:ext uri="{FF2B5EF4-FFF2-40B4-BE49-F238E27FC236}">
                <a16:creationId xmlns:a16="http://schemas.microsoft.com/office/drawing/2014/main" id="{DD635B7F-3E76-4C66-6A5A-9156FCE3D921}"/>
              </a:ext>
            </a:extLst>
          </p:cNvPr>
          <p:cNvSpPr>
            <a:spLocks noGrp="1"/>
          </p:cNvSpPr>
          <p:nvPr>
            <p:ph type="sldNum" sz="quarter" idx="4"/>
          </p:nvPr>
        </p:nvSpPr>
        <p:spPr>
          <a:xfrm>
            <a:off x="8534400" y="6121252"/>
            <a:ext cx="2743200" cy="365125"/>
          </a:xfrm>
          <a:prstGeom prst="rect">
            <a:avLst/>
          </a:prstGeom>
        </p:spPr>
        <p:txBody>
          <a:bodyPr vert="horz" lIns="91440" tIns="45720" rIns="91440" bIns="45720" rtlCol="0" anchor="ctr"/>
          <a:lstStyle>
            <a:lvl1pPr algn="r">
              <a:defRPr sz="1200">
                <a:solidFill>
                  <a:schemeClr val="bg2">
                    <a:lumMod val="50000"/>
                  </a:schemeClr>
                </a:solidFill>
              </a:defRPr>
            </a:lvl1pPr>
          </a:lstStyle>
          <a:p>
            <a:fld id="{B5CEABB6-07DC-46E8-9B57-56EC44A396E5}" type="slidenum">
              <a:rPr lang="en-US" smtClean="0"/>
              <a:pPr/>
              <a:t>‹#›</a:t>
            </a:fld>
            <a:endParaRPr lang="en-US" dirty="0"/>
          </a:p>
        </p:txBody>
      </p:sp>
      <p:sp>
        <p:nvSpPr>
          <p:cNvPr id="2" name="Frame 1">
            <a:extLst>
              <a:ext uri="{FF2B5EF4-FFF2-40B4-BE49-F238E27FC236}">
                <a16:creationId xmlns:a16="http://schemas.microsoft.com/office/drawing/2014/main" id="{BD761E53-47C7-492A-D5B5-A8C2740B5157}"/>
              </a:ext>
            </a:extLst>
          </p:cNvPr>
          <p:cNvSpPr/>
          <p:nvPr userDrawn="1"/>
        </p:nvSpPr>
        <p:spPr>
          <a:xfrm>
            <a:off x="386317" y="352044"/>
            <a:ext cx="11419367" cy="6153912"/>
          </a:xfrm>
          <a:prstGeom prst="frame">
            <a:avLst>
              <a:gd name="adj1" fmla="val 217"/>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Tree>
    <p:extLst>
      <p:ext uri="{BB962C8B-B14F-4D97-AF65-F5344CB8AC3E}">
        <p14:creationId xmlns:p14="http://schemas.microsoft.com/office/powerpoint/2010/main" val="270295371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itle and 2 column layout 3">
    <p:spTree>
      <p:nvGrpSpPr>
        <p:cNvPr id="1" name=""/>
        <p:cNvGrpSpPr/>
        <p:nvPr/>
      </p:nvGrpSpPr>
      <p:grpSpPr>
        <a:xfrm>
          <a:off x="0" y="0"/>
          <a:ext cx="0" cy="0"/>
          <a:chOff x="0" y="0"/>
          <a:chExt cx="0" cy="0"/>
        </a:xfrm>
      </p:grpSpPr>
      <p:sp>
        <p:nvSpPr>
          <p:cNvPr id="10" name="Title 9">
            <a:extLst>
              <a:ext uri="{FF2B5EF4-FFF2-40B4-BE49-F238E27FC236}">
                <a16:creationId xmlns:a16="http://schemas.microsoft.com/office/drawing/2014/main" id="{F2090F11-94D5-C2A6-0759-3E7541B0993A}"/>
              </a:ext>
            </a:extLst>
          </p:cNvPr>
          <p:cNvSpPr>
            <a:spLocks noGrp="1"/>
          </p:cNvSpPr>
          <p:nvPr>
            <p:ph type="title" hasCustomPrompt="1"/>
          </p:nvPr>
        </p:nvSpPr>
        <p:spPr>
          <a:xfrm>
            <a:off x="929640" y="485113"/>
            <a:ext cx="10515600" cy="1531525"/>
          </a:xfrm>
        </p:spPr>
        <p:txBody>
          <a:bodyPr>
            <a:normAutofit/>
          </a:bodyPr>
          <a:lstStyle>
            <a:lvl1pPr>
              <a:defRPr sz="3600"/>
            </a:lvl1pPr>
          </a:lstStyle>
          <a:p>
            <a:r>
              <a:rPr lang="en-US" dirty="0"/>
              <a:t>Click to add title</a:t>
            </a:r>
          </a:p>
        </p:txBody>
      </p:sp>
      <p:sp>
        <p:nvSpPr>
          <p:cNvPr id="7" name="Rectangle 6">
            <a:extLst>
              <a:ext uri="{FF2B5EF4-FFF2-40B4-BE49-F238E27FC236}">
                <a16:creationId xmlns:a16="http://schemas.microsoft.com/office/drawing/2014/main" id="{10F349F3-2C28-5A44-EDFC-75FD6CA95EAD}"/>
              </a:ext>
              <a:ext uri="{C183D7F6-B498-43B3-948B-1728B52AA6E4}">
                <adec:decorative xmlns:adec="http://schemas.microsoft.com/office/drawing/2017/decorative" val="1"/>
              </a:ext>
            </a:extLst>
          </p:cNvPr>
          <p:cNvSpPr/>
          <p:nvPr userDrawn="1"/>
        </p:nvSpPr>
        <p:spPr>
          <a:xfrm>
            <a:off x="6096000" y="0"/>
            <a:ext cx="6096000" cy="736748"/>
          </a:xfrm>
          <a:prstGeom prst="rect">
            <a:avLst/>
          </a:prstGeom>
          <a:solidFill>
            <a:schemeClr val="accent5">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Content Placeholder 11">
            <a:extLst>
              <a:ext uri="{FF2B5EF4-FFF2-40B4-BE49-F238E27FC236}">
                <a16:creationId xmlns:a16="http://schemas.microsoft.com/office/drawing/2014/main" id="{634FD449-C6E0-CF8A-82B2-52438C952C07}"/>
              </a:ext>
            </a:extLst>
          </p:cNvPr>
          <p:cNvSpPr>
            <a:spLocks noGrp="1"/>
          </p:cNvSpPr>
          <p:nvPr>
            <p:ph sz="quarter" idx="10" hasCustomPrompt="1"/>
          </p:nvPr>
        </p:nvSpPr>
        <p:spPr>
          <a:xfrm>
            <a:off x="929642" y="2153285"/>
            <a:ext cx="6925660" cy="3500438"/>
          </a:xfrm>
        </p:spPr>
        <p:txBody>
          <a:bodyPr lIns="91440">
            <a:normAutofit/>
          </a:bodyPr>
          <a:lstStyle>
            <a:lvl1pPr marL="0" indent="0">
              <a:spcBef>
                <a:spcPts val="1000"/>
              </a:spcBef>
              <a:spcAft>
                <a:spcPts val="1200"/>
              </a:spcAft>
              <a:buNone/>
              <a:defRPr sz="1800" b="0"/>
            </a:lvl1pPr>
            <a:lvl2pPr marL="228600">
              <a:spcBef>
                <a:spcPts val="1000"/>
              </a:spcBef>
              <a:spcAft>
                <a:spcPts val="1200"/>
              </a:spcAft>
              <a:defRPr sz="1800" b="0"/>
            </a:lvl2pPr>
            <a:lvl3pPr marL="685800">
              <a:spcBef>
                <a:spcPts val="1000"/>
              </a:spcBef>
              <a:spcAft>
                <a:spcPts val="1200"/>
              </a:spcAft>
              <a:defRPr sz="1800" b="0"/>
            </a:lvl3pPr>
            <a:lvl4pPr marL="868680">
              <a:spcBef>
                <a:spcPts val="1000"/>
              </a:spcBef>
              <a:spcAft>
                <a:spcPts val="1200"/>
              </a:spcAft>
              <a:defRPr sz="1800" b="0"/>
            </a:lvl4pPr>
            <a:lvl5pPr marL="1143000">
              <a:spcBef>
                <a:spcPts val="1000"/>
              </a:spcBef>
              <a:spcAft>
                <a:spcPts val="1200"/>
              </a:spcAft>
              <a:defRPr sz="1800" b="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3" name="Content Placeholder 11">
            <a:extLst>
              <a:ext uri="{FF2B5EF4-FFF2-40B4-BE49-F238E27FC236}">
                <a16:creationId xmlns:a16="http://schemas.microsoft.com/office/drawing/2014/main" id="{F971E741-6253-D410-B562-50CA5976207A}"/>
              </a:ext>
            </a:extLst>
          </p:cNvPr>
          <p:cNvSpPr>
            <a:spLocks noGrp="1"/>
          </p:cNvSpPr>
          <p:nvPr>
            <p:ph sz="quarter" idx="11" hasCustomPrompt="1"/>
          </p:nvPr>
        </p:nvSpPr>
        <p:spPr>
          <a:xfrm>
            <a:off x="8215745" y="2153285"/>
            <a:ext cx="3229495" cy="3500438"/>
          </a:xfrm>
        </p:spPr>
        <p:txBody>
          <a:bodyPr lIns="91440">
            <a:normAutofit/>
          </a:bodyPr>
          <a:lstStyle>
            <a:lvl1pPr>
              <a:spcBef>
                <a:spcPts val="1000"/>
              </a:spcBef>
              <a:spcAft>
                <a:spcPts val="1200"/>
              </a:spcAft>
              <a:defRPr sz="1800" b="1"/>
            </a:lvl1pPr>
            <a:lvl2pPr>
              <a:spcBef>
                <a:spcPts val="1000"/>
              </a:spcBef>
              <a:spcAft>
                <a:spcPts val="1200"/>
              </a:spcAft>
              <a:defRPr sz="1600" b="1"/>
            </a:lvl2pPr>
            <a:lvl3pPr>
              <a:spcBef>
                <a:spcPts val="1000"/>
              </a:spcBef>
              <a:spcAft>
                <a:spcPts val="1200"/>
              </a:spcAft>
              <a:defRPr sz="1400" b="1"/>
            </a:lvl3pPr>
            <a:lvl4pPr>
              <a:spcBef>
                <a:spcPts val="1000"/>
              </a:spcBef>
              <a:spcAft>
                <a:spcPts val="1200"/>
              </a:spcAft>
              <a:defRPr sz="1200" b="1"/>
            </a:lvl4pPr>
            <a:lvl5pPr>
              <a:spcBef>
                <a:spcPts val="1000"/>
              </a:spcBef>
              <a:spcAft>
                <a:spcPts val="1200"/>
              </a:spcAft>
              <a:defRPr sz="1200" b="1"/>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Footer Placeholder 4">
            <a:extLst>
              <a:ext uri="{FF2B5EF4-FFF2-40B4-BE49-F238E27FC236}">
                <a16:creationId xmlns:a16="http://schemas.microsoft.com/office/drawing/2014/main" id="{378552E1-07B0-A631-78D3-D3C0E4C0CD1F}"/>
              </a:ext>
            </a:extLst>
          </p:cNvPr>
          <p:cNvSpPr>
            <a:spLocks noGrp="1"/>
          </p:cNvSpPr>
          <p:nvPr>
            <p:ph type="ftr" sz="quarter" idx="3"/>
          </p:nvPr>
        </p:nvSpPr>
        <p:spPr>
          <a:xfrm>
            <a:off x="914400" y="6121252"/>
            <a:ext cx="4114800" cy="365125"/>
          </a:xfrm>
          <a:prstGeom prst="rect">
            <a:avLst/>
          </a:prstGeom>
        </p:spPr>
        <p:txBody>
          <a:bodyPr vert="horz" lIns="91440" tIns="45720" rIns="91440" bIns="45720" rtlCol="0" anchor="ctr"/>
          <a:lstStyle>
            <a:lvl1pPr algn="l">
              <a:defRPr sz="1200">
                <a:solidFill>
                  <a:schemeClr val="bg2">
                    <a:lumMod val="50000"/>
                  </a:schemeClr>
                </a:solidFill>
              </a:defRPr>
            </a:lvl1pPr>
          </a:lstStyle>
          <a:p>
            <a:endParaRPr lang="en-US" dirty="0"/>
          </a:p>
        </p:txBody>
      </p:sp>
      <p:sp>
        <p:nvSpPr>
          <p:cNvPr id="5" name="Slide Number Placeholder 5">
            <a:extLst>
              <a:ext uri="{FF2B5EF4-FFF2-40B4-BE49-F238E27FC236}">
                <a16:creationId xmlns:a16="http://schemas.microsoft.com/office/drawing/2014/main" id="{DD635B7F-3E76-4C66-6A5A-9156FCE3D921}"/>
              </a:ext>
            </a:extLst>
          </p:cNvPr>
          <p:cNvSpPr>
            <a:spLocks noGrp="1"/>
          </p:cNvSpPr>
          <p:nvPr>
            <p:ph type="sldNum" sz="quarter" idx="4"/>
          </p:nvPr>
        </p:nvSpPr>
        <p:spPr>
          <a:xfrm>
            <a:off x="8534400" y="6121252"/>
            <a:ext cx="2743200" cy="365125"/>
          </a:xfrm>
          <a:prstGeom prst="rect">
            <a:avLst/>
          </a:prstGeom>
        </p:spPr>
        <p:txBody>
          <a:bodyPr vert="horz" lIns="91440" tIns="45720" rIns="91440" bIns="45720" rtlCol="0" anchor="ctr"/>
          <a:lstStyle>
            <a:lvl1pPr algn="r">
              <a:defRPr sz="1200">
                <a:solidFill>
                  <a:schemeClr val="bg2">
                    <a:lumMod val="50000"/>
                  </a:schemeClr>
                </a:solidFill>
              </a:defRPr>
            </a:lvl1pPr>
          </a:lstStyle>
          <a:p>
            <a:fld id="{B5CEABB6-07DC-46E8-9B57-56EC44A396E5}" type="slidenum">
              <a:rPr lang="en-US" smtClean="0"/>
              <a:pPr/>
              <a:t>‹#›</a:t>
            </a:fld>
            <a:endParaRPr lang="en-US" dirty="0"/>
          </a:p>
        </p:txBody>
      </p:sp>
      <p:sp>
        <p:nvSpPr>
          <p:cNvPr id="2" name="Frame 1">
            <a:extLst>
              <a:ext uri="{FF2B5EF4-FFF2-40B4-BE49-F238E27FC236}">
                <a16:creationId xmlns:a16="http://schemas.microsoft.com/office/drawing/2014/main" id="{C9F70CF1-DCAD-AE71-6B34-7BFB25EE530B}"/>
              </a:ext>
            </a:extLst>
          </p:cNvPr>
          <p:cNvSpPr/>
          <p:nvPr userDrawn="1"/>
        </p:nvSpPr>
        <p:spPr>
          <a:xfrm>
            <a:off x="386317" y="352044"/>
            <a:ext cx="11419367" cy="6153912"/>
          </a:xfrm>
          <a:prstGeom prst="frame">
            <a:avLst>
              <a:gd name="adj1" fmla="val 217"/>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Tree>
    <p:extLst>
      <p:ext uri="{BB962C8B-B14F-4D97-AF65-F5344CB8AC3E}">
        <p14:creationId xmlns:p14="http://schemas.microsoft.com/office/powerpoint/2010/main" val="115423527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able">
    <p:spTree>
      <p:nvGrpSpPr>
        <p:cNvPr id="1" name=""/>
        <p:cNvGrpSpPr/>
        <p:nvPr/>
      </p:nvGrpSpPr>
      <p:grpSpPr>
        <a:xfrm>
          <a:off x="0" y="0"/>
          <a:ext cx="0" cy="0"/>
          <a:chOff x="0" y="0"/>
          <a:chExt cx="0" cy="0"/>
        </a:xfrm>
      </p:grpSpPr>
      <p:sp>
        <p:nvSpPr>
          <p:cNvPr id="10" name="Title 9">
            <a:extLst>
              <a:ext uri="{FF2B5EF4-FFF2-40B4-BE49-F238E27FC236}">
                <a16:creationId xmlns:a16="http://schemas.microsoft.com/office/drawing/2014/main" id="{F2090F11-94D5-C2A6-0759-3E7541B0993A}"/>
              </a:ext>
            </a:extLst>
          </p:cNvPr>
          <p:cNvSpPr>
            <a:spLocks noGrp="1"/>
          </p:cNvSpPr>
          <p:nvPr>
            <p:ph type="title" hasCustomPrompt="1"/>
          </p:nvPr>
        </p:nvSpPr>
        <p:spPr>
          <a:xfrm>
            <a:off x="929640" y="485113"/>
            <a:ext cx="10331450" cy="1531525"/>
          </a:xfrm>
        </p:spPr>
        <p:txBody>
          <a:bodyPr>
            <a:normAutofit/>
          </a:bodyPr>
          <a:lstStyle>
            <a:lvl1pPr>
              <a:defRPr sz="3600"/>
            </a:lvl1pPr>
          </a:lstStyle>
          <a:p>
            <a:r>
              <a:rPr lang="en-US" dirty="0"/>
              <a:t>Click to add title</a:t>
            </a:r>
          </a:p>
        </p:txBody>
      </p:sp>
      <p:sp>
        <p:nvSpPr>
          <p:cNvPr id="9" name="Table Placeholder 8">
            <a:extLst>
              <a:ext uri="{FF2B5EF4-FFF2-40B4-BE49-F238E27FC236}">
                <a16:creationId xmlns:a16="http://schemas.microsoft.com/office/drawing/2014/main" id="{0CF90928-AB48-3554-E2B9-417A00F286AD}"/>
              </a:ext>
            </a:extLst>
          </p:cNvPr>
          <p:cNvSpPr>
            <a:spLocks noGrp="1"/>
          </p:cNvSpPr>
          <p:nvPr>
            <p:ph type="tbl" sz="quarter" idx="10" hasCustomPrompt="1"/>
          </p:nvPr>
        </p:nvSpPr>
        <p:spPr>
          <a:xfrm>
            <a:off x="930275" y="2168526"/>
            <a:ext cx="10331450" cy="3939068"/>
          </a:xfrm>
        </p:spPr>
        <p:txBody>
          <a:bodyPr>
            <a:normAutofit/>
          </a:bodyPr>
          <a:lstStyle>
            <a:lvl1pPr>
              <a:defRPr sz="2400"/>
            </a:lvl1pPr>
          </a:lstStyle>
          <a:p>
            <a:r>
              <a:rPr lang="en-US" dirty="0"/>
              <a:t>Click icon to insert table</a:t>
            </a:r>
          </a:p>
        </p:txBody>
      </p:sp>
      <p:sp>
        <p:nvSpPr>
          <p:cNvPr id="8" name="Rectangle 7">
            <a:extLst>
              <a:ext uri="{FF2B5EF4-FFF2-40B4-BE49-F238E27FC236}">
                <a16:creationId xmlns:a16="http://schemas.microsoft.com/office/drawing/2014/main" id="{67D6C0A7-887A-66E2-A954-5E0592B9FD71}"/>
              </a:ext>
              <a:ext uri="{C183D7F6-B498-43B3-948B-1728B52AA6E4}">
                <adec:decorative xmlns:adec="http://schemas.microsoft.com/office/drawing/2017/decorative" val="1"/>
              </a:ext>
            </a:extLst>
          </p:cNvPr>
          <p:cNvSpPr/>
          <p:nvPr userDrawn="1"/>
        </p:nvSpPr>
        <p:spPr>
          <a:xfrm>
            <a:off x="386316" y="347329"/>
            <a:ext cx="11419368" cy="6152707"/>
          </a:xfrm>
          <a:prstGeom prst="rect">
            <a:avLst/>
          </a:prstGeom>
          <a:noFill/>
          <a:ln>
            <a:solidFill>
              <a:schemeClr val="accent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Footer Placeholder 4">
            <a:extLst>
              <a:ext uri="{FF2B5EF4-FFF2-40B4-BE49-F238E27FC236}">
                <a16:creationId xmlns:a16="http://schemas.microsoft.com/office/drawing/2014/main" id="{378552E1-07B0-A631-78D3-D3C0E4C0CD1F}"/>
              </a:ext>
            </a:extLst>
          </p:cNvPr>
          <p:cNvSpPr>
            <a:spLocks noGrp="1"/>
          </p:cNvSpPr>
          <p:nvPr>
            <p:ph type="ftr" sz="quarter" idx="3"/>
          </p:nvPr>
        </p:nvSpPr>
        <p:spPr>
          <a:xfrm>
            <a:off x="914400" y="6121252"/>
            <a:ext cx="4114800" cy="365125"/>
          </a:xfrm>
          <a:prstGeom prst="rect">
            <a:avLst/>
          </a:prstGeom>
        </p:spPr>
        <p:txBody>
          <a:bodyPr vert="horz" lIns="91440" tIns="45720" rIns="91440" bIns="45720" rtlCol="0" anchor="ctr"/>
          <a:lstStyle>
            <a:lvl1pPr algn="l">
              <a:defRPr sz="1200">
                <a:solidFill>
                  <a:schemeClr val="bg2">
                    <a:lumMod val="50000"/>
                  </a:schemeClr>
                </a:solidFill>
              </a:defRPr>
            </a:lvl1pPr>
          </a:lstStyle>
          <a:p>
            <a:endParaRPr lang="en-US" dirty="0"/>
          </a:p>
        </p:txBody>
      </p:sp>
      <p:sp>
        <p:nvSpPr>
          <p:cNvPr id="5" name="Slide Number Placeholder 5">
            <a:extLst>
              <a:ext uri="{FF2B5EF4-FFF2-40B4-BE49-F238E27FC236}">
                <a16:creationId xmlns:a16="http://schemas.microsoft.com/office/drawing/2014/main" id="{DD635B7F-3E76-4C66-6A5A-9156FCE3D921}"/>
              </a:ext>
            </a:extLst>
          </p:cNvPr>
          <p:cNvSpPr>
            <a:spLocks noGrp="1"/>
          </p:cNvSpPr>
          <p:nvPr>
            <p:ph type="sldNum" sz="quarter" idx="4"/>
          </p:nvPr>
        </p:nvSpPr>
        <p:spPr>
          <a:xfrm>
            <a:off x="8534400" y="6121252"/>
            <a:ext cx="2743200" cy="365125"/>
          </a:xfrm>
          <a:prstGeom prst="rect">
            <a:avLst/>
          </a:prstGeom>
        </p:spPr>
        <p:txBody>
          <a:bodyPr vert="horz" lIns="91440" tIns="45720" rIns="91440" bIns="45720" rtlCol="0" anchor="ctr"/>
          <a:lstStyle>
            <a:lvl1pPr algn="r">
              <a:defRPr sz="1200">
                <a:solidFill>
                  <a:schemeClr val="bg2">
                    <a:lumMod val="50000"/>
                  </a:schemeClr>
                </a:solidFill>
              </a:defRPr>
            </a:lvl1pPr>
          </a:lstStyle>
          <a:p>
            <a:fld id="{B5CEABB6-07DC-46E8-9B57-56EC44A396E5}" type="slidenum">
              <a:rPr lang="en-US" smtClean="0"/>
              <a:pPr/>
              <a:t>‹#›</a:t>
            </a:fld>
            <a:endParaRPr lang="en-US" dirty="0"/>
          </a:p>
        </p:txBody>
      </p:sp>
    </p:spTree>
    <p:extLst>
      <p:ext uri="{BB962C8B-B14F-4D97-AF65-F5344CB8AC3E}">
        <p14:creationId xmlns:p14="http://schemas.microsoft.com/office/powerpoint/2010/main" val="296368868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Closin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9CBB1E76-5845-01C9-1D0D-03CFFE6F06CA}"/>
              </a:ext>
              <a:ext uri="{C183D7F6-B498-43B3-948B-1728B52AA6E4}">
                <adec:decorative xmlns:adec="http://schemas.microsoft.com/office/drawing/2017/decorative" val="1"/>
              </a:ext>
            </a:extLst>
          </p:cNvPr>
          <p:cNvSpPr/>
          <p:nvPr userDrawn="1"/>
        </p:nvSpPr>
        <p:spPr>
          <a:xfrm>
            <a:off x="386316" y="347329"/>
            <a:ext cx="11419368" cy="6152707"/>
          </a:xfrm>
          <a:prstGeom prst="rect">
            <a:avLst/>
          </a:prstGeom>
          <a:solidFill>
            <a:schemeClr val="accent5">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Title 6">
            <a:extLst>
              <a:ext uri="{FF2B5EF4-FFF2-40B4-BE49-F238E27FC236}">
                <a16:creationId xmlns:a16="http://schemas.microsoft.com/office/drawing/2014/main" id="{096C21AF-4286-DECE-37A1-E8980687A168}"/>
              </a:ext>
            </a:extLst>
          </p:cNvPr>
          <p:cNvSpPr>
            <a:spLocks noGrp="1"/>
          </p:cNvSpPr>
          <p:nvPr>
            <p:ph type="title" hasCustomPrompt="1"/>
          </p:nvPr>
        </p:nvSpPr>
        <p:spPr>
          <a:xfrm>
            <a:off x="899160" y="655320"/>
            <a:ext cx="4572000" cy="5486400"/>
          </a:xfrm>
        </p:spPr>
        <p:txBody>
          <a:bodyPr>
            <a:normAutofit/>
          </a:bodyPr>
          <a:lstStyle>
            <a:lvl1pPr>
              <a:defRPr sz="4800"/>
            </a:lvl1pPr>
          </a:lstStyle>
          <a:p>
            <a:r>
              <a:rPr lang="en-US" dirty="0"/>
              <a:t>Click to add title</a:t>
            </a:r>
          </a:p>
        </p:txBody>
      </p:sp>
      <p:sp>
        <p:nvSpPr>
          <p:cNvPr id="9" name="Content Placeholder 8">
            <a:extLst>
              <a:ext uri="{FF2B5EF4-FFF2-40B4-BE49-F238E27FC236}">
                <a16:creationId xmlns:a16="http://schemas.microsoft.com/office/drawing/2014/main" id="{B8E1D6B3-3EC8-6AC4-BE2B-5C732C856791}"/>
              </a:ext>
            </a:extLst>
          </p:cNvPr>
          <p:cNvSpPr>
            <a:spLocks noGrp="1"/>
          </p:cNvSpPr>
          <p:nvPr>
            <p:ph sz="quarter" idx="10" hasCustomPrompt="1"/>
          </p:nvPr>
        </p:nvSpPr>
        <p:spPr>
          <a:xfrm>
            <a:off x="6475413" y="2773680"/>
            <a:ext cx="4572000" cy="3368040"/>
          </a:xfrm>
        </p:spPr>
        <p:txBody>
          <a:bodyPr>
            <a:normAutofit/>
          </a:bodyPr>
          <a:lstStyle>
            <a:lvl1pPr marL="0" indent="0">
              <a:spcBef>
                <a:spcPts val="1000"/>
              </a:spcBef>
              <a:buNone/>
              <a:defRPr sz="1800"/>
            </a:lvl1pPr>
            <a:lvl2pPr marL="457200" indent="0">
              <a:spcBef>
                <a:spcPts val="1000"/>
              </a:spcBef>
              <a:buNone/>
              <a:defRPr sz="1600"/>
            </a:lvl2pPr>
            <a:lvl3pPr marL="914400" indent="0">
              <a:spcBef>
                <a:spcPts val="1000"/>
              </a:spcBef>
              <a:buNone/>
              <a:defRPr sz="1400"/>
            </a:lvl3pPr>
            <a:lvl4pPr marL="1371600" indent="0">
              <a:spcBef>
                <a:spcPts val="1000"/>
              </a:spcBef>
              <a:buNone/>
              <a:defRPr sz="1200"/>
            </a:lvl4pPr>
            <a:lvl5pPr marL="1828800" indent="0">
              <a:spcBef>
                <a:spcPts val="1000"/>
              </a:spcBef>
              <a:buNone/>
              <a:defRPr sz="120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39113932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DB4660D4-B0ED-42D9-BC6D-AF4F1F9CB6C0}"/>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74C607AE-E8B7-4C3B-A6DA-04289E2F0A45}"/>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01917CC-671D-47EA-B065-51E87EC27B53}"/>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bg2">
                    <a:lumMod val="50000"/>
                  </a:schemeClr>
                </a:solidFill>
              </a:defRPr>
            </a:lvl1pPr>
          </a:lstStyle>
          <a:p>
            <a:endParaRPr lang="en-US" dirty="0"/>
          </a:p>
        </p:txBody>
      </p:sp>
      <p:sp>
        <p:nvSpPr>
          <p:cNvPr id="5" name="Footer Placeholder 4">
            <a:extLst>
              <a:ext uri="{FF2B5EF4-FFF2-40B4-BE49-F238E27FC236}">
                <a16:creationId xmlns:a16="http://schemas.microsoft.com/office/drawing/2014/main" id="{3F2D0B54-5D87-4D1B-9C6E-5A7B87C833A0}"/>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bg2">
                    <a:lumMod val="50000"/>
                  </a:schemeClr>
                </a:solidFill>
              </a:defRPr>
            </a:lvl1pPr>
          </a:lstStyle>
          <a:p>
            <a:endParaRPr lang="en-US" dirty="0"/>
          </a:p>
        </p:txBody>
      </p:sp>
      <p:sp>
        <p:nvSpPr>
          <p:cNvPr id="6" name="Slide Number Placeholder 5">
            <a:extLst>
              <a:ext uri="{FF2B5EF4-FFF2-40B4-BE49-F238E27FC236}">
                <a16:creationId xmlns:a16="http://schemas.microsoft.com/office/drawing/2014/main" id="{C5CADFFD-0FF7-4DDC-8879-918576F63EA6}"/>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bg2">
                    <a:lumMod val="50000"/>
                  </a:schemeClr>
                </a:solidFill>
              </a:defRPr>
            </a:lvl1pPr>
          </a:lstStyle>
          <a:p>
            <a:fld id="{B5CEABB6-07DC-46E8-9B57-56EC44A396E5}" type="slidenum">
              <a:rPr lang="en-US" smtClean="0"/>
              <a:pPr/>
              <a:t>‹#›</a:t>
            </a:fld>
            <a:endParaRPr lang="en-US" dirty="0"/>
          </a:p>
        </p:txBody>
      </p:sp>
    </p:spTree>
    <p:extLst>
      <p:ext uri="{BB962C8B-B14F-4D97-AF65-F5344CB8AC3E}">
        <p14:creationId xmlns:p14="http://schemas.microsoft.com/office/powerpoint/2010/main" val="2464305198"/>
      </p:ext>
    </p:extLst>
  </p:cSld>
  <p:clrMap bg1="lt1" tx1="dk1" bg2="lt2" tx2="dk2" accent1="accent1" accent2="accent2" accent3="accent3" accent4="accent4" accent5="accent5" accent6="accent6" hlink="hlink" folHlink="folHlink"/>
  <p:sldLayoutIdLst>
    <p:sldLayoutId id="2147483700" r:id="rId1"/>
    <p:sldLayoutId id="2147483701" r:id="rId2"/>
    <p:sldLayoutId id="2147483702" r:id="rId3"/>
    <p:sldLayoutId id="2147483703" r:id="rId4"/>
    <p:sldLayoutId id="2147483704" r:id="rId5"/>
    <p:sldLayoutId id="2147483705" r:id="rId6"/>
    <p:sldLayoutId id="2147483706" r:id="rId7"/>
    <p:sldLayoutId id="2147483707" r:id="rId8"/>
    <p:sldLayoutId id="2147483708" r:id="rId9"/>
    <p:sldLayoutId id="2147483709" r:id="rId10"/>
    <p:sldLayoutId id="2147483710" r:id="rId11"/>
    <p:sldLayoutId id="2147483711" r:id="rId12"/>
    <p:sldLayoutId id="2147483712" r:id="rId13"/>
  </p:sldLayoutIdLst>
  <p:hf hdr="0" ftr="0" dt="0"/>
  <p:txStyles>
    <p:titleStyle>
      <a:lvl1pPr algn="l" defTabSz="914400" rtl="0" eaLnBrk="1" latinLnBrk="0" hangingPunct="1">
        <a:lnSpc>
          <a:spcPct val="90000"/>
        </a:lnSpc>
        <a:spcBef>
          <a:spcPct val="0"/>
        </a:spcBef>
        <a:buNone/>
        <a:defRPr sz="4400" kern="1200">
          <a:solidFill>
            <a:schemeClr val="tx1">
              <a:lumMod val="75000"/>
              <a:lumOff val="25000"/>
            </a:schemeClr>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lumMod val="65000"/>
              <a:lumOff val="35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lumMod val="65000"/>
              <a:lumOff val="35000"/>
            </a:schemeClr>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lumMod val="65000"/>
              <a:lumOff val="35000"/>
            </a:schemeClr>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lumMod val="65000"/>
              <a:lumOff val="35000"/>
            </a:schemeClr>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lumMod val="65000"/>
              <a:lumOff val="35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3840" userDrawn="1">
          <p15:clr>
            <a:srgbClr val="F26B43"/>
          </p15:clr>
        </p15:guide>
        <p15:guide id="2" orient="horz" pos="2160" userDrawn="1">
          <p15:clr>
            <a:srgbClr val="F26B43"/>
          </p15:clr>
        </p15:guide>
        <p15:guide id="3" pos="1920" userDrawn="1">
          <p15:clr>
            <a:srgbClr val="F26B43"/>
          </p15:clr>
        </p15:guide>
        <p15:guide id="4" pos="5760" userDrawn="1">
          <p15:clr>
            <a:srgbClr val="F26B43"/>
          </p15:clr>
        </p15:guide>
        <p15:guide id="5" pos="7248" userDrawn="1">
          <p15:clr>
            <a:srgbClr val="F26B43"/>
          </p15:clr>
        </p15:guide>
        <p15:guide id="6" pos="432" userDrawn="1">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3.xml"/><Relationship Id="rId4" Type="http://schemas.openxmlformats.org/officeDocument/2006/relationships/image" Target="../media/image2.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3.xml"/><Relationship Id="rId1" Type="http://schemas.openxmlformats.org/officeDocument/2006/relationships/slideLayout" Target="../slideLayouts/slideLayout9.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6.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13.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1.xml"/></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1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4.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9.xml"/></Relationships>
</file>

<file path=ppt/slides/_rels/slide16.xml.rels><?xml version="1.0" encoding="UTF-8" standalone="yes"?>
<Relationships xmlns="http://schemas.openxmlformats.org/package/2006/relationships"><Relationship Id="rId3" Type="http://schemas.openxmlformats.org/officeDocument/2006/relationships/diagramData" Target="../diagrams/data3.xml"/><Relationship Id="rId7" Type="http://schemas.microsoft.com/office/2007/relationships/diagramDrawing" Target="../diagrams/drawing3.xml"/><Relationship Id="rId2" Type="http://schemas.openxmlformats.org/officeDocument/2006/relationships/notesSlide" Target="../notesSlides/notesSlide9.xml"/><Relationship Id="rId1" Type="http://schemas.openxmlformats.org/officeDocument/2006/relationships/slideLayout" Target="../slideLayouts/slideLayout6.xml"/><Relationship Id="rId6" Type="http://schemas.openxmlformats.org/officeDocument/2006/relationships/diagramColors" Target="../diagrams/colors3.xml"/><Relationship Id="rId5" Type="http://schemas.openxmlformats.org/officeDocument/2006/relationships/diagramQuickStyle" Target="../diagrams/quickStyle3.xml"/><Relationship Id="rId4" Type="http://schemas.openxmlformats.org/officeDocument/2006/relationships/diagramLayout" Target="../diagrams/layout3.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9.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D304888D-B78B-26F5-9075-CDA3C673C95A}"/>
              </a:ext>
            </a:extLst>
          </p:cNvPr>
          <p:cNvSpPr>
            <a:spLocks noGrp="1"/>
          </p:cNvSpPr>
          <p:nvPr>
            <p:ph type="title"/>
          </p:nvPr>
        </p:nvSpPr>
        <p:spPr>
          <a:xfrm>
            <a:off x="926431" y="1359567"/>
            <a:ext cx="10339137" cy="2759243"/>
          </a:xfrm>
        </p:spPr>
        <p:txBody>
          <a:bodyPr/>
          <a:lstStyle/>
          <a:p>
            <a:pPr algn="ctr"/>
            <a:r>
              <a:rPr lang="en-US" dirty="0">
                <a:solidFill>
                  <a:srgbClr val="151F14"/>
                </a:solidFill>
                <a:latin typeface="Sans Serif Collection" panose="020B0502040504020204" pitchFamily="34" charset="0"/>
                <a:ea typeface="Sans Serif Collection" panose="020B0502040504020204" pitchFamily="34" charset="0"/>
                <a:cs typeface="Sans Serif Collection" panose="020B0502040504020204" pitchFamily="34" charset="0"/>
              </a:rPr>
              <a:t>Hybrid Static–Trace Analysis for Synthesizing Interaction Diagrams in Event-Driven Systems</a:t>
            </a:r>
            <a:endParaRPr lang="en-US" dirty="0"/>
          </a:p>
        </p:txBody>
      </p:sp>
      <p:sp>
        <p:nvSpPr>
          <p:cNvPr id="4" name="Subtitle 2">
            <a:extLst>
              <a:ext uri="{FF2B5EF4-FFF2-40B4-BE49-F238E27FC236}">
                <a16:creationId xmlns:a16="http://schemas.microsoft.com/office/drawing/2014/main" id="{E94A9C04-6A56-4AD6-59DD-929B3ADB50F6}"/>
              </a:ext>
            </a:extLst>
          </p:cNvPr>
          <p:cNvSpPr txBox="1">
            <a:spLocks/>
          </p:cNvSpPr>
          <p:nvPr/>
        </p:nvSpPr>
        <p:spPr>
          <a:xfrm>
            <a:off x="926431" y="5229727"/>
            <a:ext cx="7527759" cy="1195136"/>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lumMod val="65000"/>
                    <a:lumOff val="35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lumMod val="65000"/>
                    <a:lumOff val="35000"/>
                  </a:schemeClr>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lumMod val="65000"/>
                    <a:lumOff val="35000"/>
                  </a:schemeClr>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lumMod val="65000"/>
                    <a:lumOff val="35000"/>
                  </a:schemeClr>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lumMod val="65000"/>
                    <a:lumOff val="35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ts val="1100"/>
              </a:lnSpc>
              <a:buNone/>
            </a:pPr>
            <a:r>
              <a:rPr lang="en-IN" sz="1800" dirty="0"/>
              <a:t>Student: 		          Prathik Anand Krishnan </a:t>
            </a:r>
          </a:p>
          <a:p>
            <a:pPr marL="0" indent="0">
              <a:lnSpc>
                <a:spcPts val="1100"/>
              </a:lnSpc>
              <a:buNone/>
            </a:pPr>
            <a:r>
              <a:rPr lang="en-IN" sz="1800" dirty="0"/>
              <a:t>Academic Supervisor:      Dr. L. Thomas van Binsbergen</a:t>
            </a:r>
          </a:p>
          <a:p>
            <a:pPr marL="0" indent="0">
              <a:lnSpc>
                <a:spcPts val="1100"/>
              </a:lnSpc>
              <a:buNone/>
            </a:pPr>
            <a:r>
              <a:rPr lang="en-IN" sz="1800" dirty="0"/>
              <a:t>Daily Supervisor: 	          Dr. Rosilde Corvino, TNO-ESI</a:t>
            </a:r>
          </a:p>
          <a:p>
            <a:pPr marL="0" indent="0">
              <a:lnSpc>
                <a:spcPts val="1100"/>
              </a:lnSpc>
              <a:buNone/>
            </a:pPr>
            <a:r>
              <a:rPr lang="en-IN" sz="1800" dirty="0"/>
              <a:t>Host Organization: 	          TNO – ESI, Eindhoven, High Tech Campus 25</a:t>
            </a:r>
          </a:p>
        </p:txBody>
      </p:sp>
      <p:sp>
        <p:nvSpPr>
          <p:cNvPr id="5" name="Subtitle 2">
            <a:extLst>
              <a:ext uri="{FF2B5EF4-FFF2-40B4-BE49-F238E27FC236}">
                <a16:creationId xmlns:a16="http://schemas.microsoft.com/office/drawing/2014/main" id="{801A8F67-6C92-BD72-FF7D-FD9793DE6C0D}"/>
              </a:ext>
            </a:extLst>
          </p:cNvPr>
          <p:cNvSpPr txBox="1">
            <a:spLocks/>
          </p:cNvSpPr>
          <p:nvPr/>
        </p:nvSpPr>
        <p:spPr>
          <a:xfrm>
            <a:off x="2729162" y="3818022"/>
            <a:ext cx="6733674" cy="300788"/>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lumMod val="65000"/>
                    <a:lumOff val="35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lumMod val="65000"/>
                    <a:lumOff val="35000"/>
                  </a:schemeClr>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lumMod val="65000"/>
                    <a:lumOff val="35000"/>
                  </a:schemeClr>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lumMod val="65000"/>
                    <a:lumOff val="35000"/>
                  </a:schemeClr>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lumMod val="65000"/>
                    <a:lumOff val="35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ts val="1100"/>
              </a:lnSpc>
              <a:buNone/>
            </a:pPr>
            <a:endParaRPr lang="en-IN" sz="1800" dirty="0"/>
          </a:p>
        </p:txBody>
      </p:sp>
      <p:pic>
        <p:nvPicPr>
          <p:cNvPr id="1028" name="Picture 4" descr="Philips presenteert nieuw logo ...">
            <a:extLst>
              <a:ext uri="{FF2B5EF4-FFF2-40B4-BE49-F238E27FC236}">
                <a16:creationId xmlns:a16="http://schemas.microsoft.com/office/drawing/2014/main" id="{11EE4F73-C7C2-102D-6A8F-A82E10C71BF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697416" y="5124593"/>
            <a:ext cx="962131" cy="962131"/>
          </a:xfrm>
          <a:prstGeom prst="rect">
            <a:avLst/>
          </a:prstGeom>
          <a:noFill/>
          <a:extLst>
            <a:ext uri="{909E8E84-426E-40DD-AFC4-6F175D3DCCD1}">
              <a14:hiddenFill xmlns:a14="http://schemas.microsoft.com/office/drawing/2010/main">
                <a:solidFill>
                  <a:srgbClr val="FFFFFF"/>
                </a:solidFill>
              </a14:hiddenFill>
            </a:ext>
          </a:extLst>
        </p:spPr>
      </p:pic>
      <p:pic>
        <p:nvPicPr>
          <p:cNvPr id="2" name="Picture 1" descr="tno_esi.jpg">
            <a:extLst>
              <a:ext uri="{FF2B5EF4-FFF2-40B4-BE49-F238E27FC236}">
                <a16:creationId xmlns:a16="http://schemas.microsoft.com/office/drawing/2014/main" id="{6A37B4F1-FC67-A443-C19C-CDEA24F12629}"/>
              </a:ext>
            </a:extLst>
          </p:cNvPr>
          <p:cNvPicPr>
            <a:picLocks noChangeAspect="1"/>
          </p:cNvPicPr>
          <p:nvPr/>
        </p:nvPicPr>
        <p:blipFill>
          <a:blip r:embed="rId4"/>
          <a:stretch>
            <a:fillRect/>
          </a:stretch>
        </p:blipFill>
        <p:spPr>
          <a:xfrm>
            <a:off x="8995223" y="5217038"/>
            <a:ext cx="1580572" cy="777240"/>
          </a:xfrm>
          <a:prstGeom prst="rect">
            <a:avLst/>
          </a:prstGeom>
        </p:spPr>
      </p:pic>
    </p:spTree>
    <p:extLst>
      <p:ext uri="{BB962C8B-B14F-4D97-AF65-F5344CB8AC3E}">
        <p14:creationId xmlns:p14="http://schemas.microsoft.com/office/powerpoint/2010/main" val="367157752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B06F3F5D-1682-D458-C803-106301BA8B67}"/>
              </a:ext>
            </a:extLst>
          </p:cNvPr>
          <p:cNvSpPr>
            <a:spLocks noGrp="1"/>
          </p:cNvSpPr>
          <p:nvPr>
            <p:ph type="title"/>
          </p:nvPr>
        </p:nvSpPr>
        <p:spPr>
          <a:xfrm>
            <a:off x="899160" y="655320"/>
            <a:ext cx="10812676" cy="1010642"/>
          </a:xfrm>
        </p:spPr>
        <p:txBody>
          <a:bodyPr anchor="ctr">
            <a:normAutofit/>
          </a:bodyPr>
          <a:lstStyle/>
          <a:p>
            <a:r>
              <a:rPr lang="en-GB" sz="4400" dirty="0">
                <a:latin typeface="Sans Serif Collection" panose="020B0502040504020204" pitchFamily="34" charset="0"/>
                <a:ea typeface="Sans Serif Collection" panose="020B0502040504020204" pitchFamily="34" charset="0"/>
                <a:cs typeface="Sans Serif Collection" panose="020B0502040504020204" pitchFamily="34" charset="0"/>
              </a:rPr>
              <a:t>Recap: Original 5-Stage Methodology</a:t>
            </a:r>
          </a:p>
        </p:txBody>
      </p:sp>
      <p:sp>
        <p:nvSpPr>
          <p:cNvPr id="16" name="Content Placeholder 2">
            <a:extLst>
              <a:ext uri="{FF2B5EF4-FFF2-40B4-BE49-F238E27FC236}">
                <a16:creationId xmlns:a16="http://schemas.microsoft.com/office/drawing/2014/main" id="{1445DE22-E1B4-6806-2536-86B3ECD5D16B}"/>
              </a:ext>
            </a:extLst>
          </p:cNvPr>
          <p:cNvSpPr>
            <a:spLocks noGrp="1"/>
          </p:cNvSpPr>
          <p:nvPr>
            <p:ph sz="quarter" idx="10"/>
          </p:nvPr>
        </p:nvSpPr>
        <p:spPr>
          <a:xfrm>
            <a:off x="899160" y="1665962"/>
            <a:ext cx="10662363" cy="4475758"/>
          </a:xfrm>
        </p:spPr>
        <p:txBody>
          <a:bodyPr>
            <a:normAutofit/>
          </a:bodyPr>
          <a:lstStyle/>
          <a:p>
            <a:endParaRPr lang="en-GB" dirty="0">
              <a:latin typeface="Sans Serif Collection" panose="020B0502040504020204" pitchFamily="34" charset="0"/>
              <a:ea typeface="Sans Serif Collection" panose="020B0502040504020204" pitchFamily="34" charset="0"/>
              <a:cs typeface="Sans Serif Collection" panose="020B0502040504020204" pitchFamily="34" charset="0"/>
            </a:endParaRPr>
          </a:p>
          <a:p>
            <a:r>
              <a:rPr lang="en-GB" b="1" dirty="0">
                <a:solidFill>
                  <a:schemeClr val="accent4"/>
                </a:solidFill>
                <a:latin typeface="Sans Serif Collection" panose="020B0502040504020204" pitchFamily="34" charset="0"/>
                <a:ea typeface="Sans Serif Collection" panose="020B0502040504020204" pitchFamily="34" charset="0"/>
                <a:cs typeface="Sans Serif Collection" panose="020B0502040504020204" pitchFamily="34" charset="0"/>
              </a:rPr>
              <a:t>Scenario Definition → Static Analysis → Runtime Trace Collection → Hybrid Reconstruction → </a:t>
            </a:r>
            <a:r>
              <a:rPr lang="en-GB" b="1" dirty="0" err="1">
                <a:solidFill>
                  <a:schemeClr val="accent4"/>
                </a:solidFill>
                <a:latin typeface="Sans Serif Collection" panose="020B0502040504020204" pitchFamily="34" charset="0"/>
                <a:ea typeface="Sans Serif Collection" panose="020B0502040504020204" pitchFamily="34" charset="0"/>
                <a:cs typeface="Sans Serif Collection" panose="020B0502040504020204" pitchFamily="34" charset="0"/>
              </a:rPr>
              <a:t>SysML</a:t>
            </a:r>
            <a:r>
              <a:rPr lang="en-GB" b="1" dirty="0">
                <a:solidFill>
                  <a:schemeClr val="accent4"/>
                </a:solidFill>
                <a:latin typeface="Sans Serif Collection" panose="020B0502040504020204" pitchFamily="34" charset="0"/>
                <a:ea typeface="Sans Serif Collection" panose="020B0502040504020204" pitchFamily="34" charset="0"/>
                <a:cs typeface="Sans Serif Collection" panose="020B0502040504020204" pitchFamily="34" charset="0"/>
              </a:rPr>
              <a:t> v2 Interaction Diagram</a:t>
            </a:r>
          </a:p>
          <a:p>
            <a:endParaRPr lang="en-GB" dirty="0">
              <a:latin typeface="Sans Serif Collection" panose="020B0502040504020204" pitchFamily="34" charset="0"/>
              <a:ea typeface="Sans Serif Collection" panose="020B0502040504020204" pitchFamily="34" charset="0"/>
              <a:cs typeface="Sans Serif Collection" panose="020B0502040504020204" pitchFamily="34" charset="0"/>
            </a:endParaRPr>
          </a:p>
          <a:p>
            <a:r>
              <a:rPr lang="en-GB" b="1" dirty="0">
                <a:latin typeface="Sans Serif Collection" panose="020B0502040504020204" pitchFamily="34" charset="0"/>
                <a:ea typeface="Sans Serif Collection" panose="020B0502040504020204" pitchFamily="34" charset="0"/>
                <a:cs typeface="Sans Serif Collection" panose="020B0502040504020204" pitchFamily="34" charset="0"/>
              </a:rPr>
              <a:t>Planned milestone by mid-semester:</a:t>
            </a:r>
          </a:p>
          <a:p>
            <a:pPr marL="285750" indent="-285750">
              <a:buFont typeface="Arial" panose="020B0604020202020204" pitchFamily="34" charset="0"/>
              <a:buChar char="•"/>
            </a:pPr>
            <a:r>
              <a:rPr lang="en-GB" dirty="0">
                <a:latin typeface="Sans Serif Collection" panose="020B0502040504020204" pitchFamily="34" charset="0"/>
                <a:ea typeface="Sans Serif Collection" panose="020B0502040504020204" pitchFamily="34" charset="0"/>
                <a:cs typeface="Sans Serif Collection" panose="020B0502040504020204" pitchFamily="34" charset="0"/>
              </a:rPr>
              <a:t>Complete static analysis (Weeks 4–7) and begin trace collection &amp; mapping (Weeks 7–10)</a:t>
            </a:r>
          </a:p>
          <a:p>
            <a:endParaRPr lang="en-GB" dirty="0">
              <a:latin typeface="Sans Serif Collection" panose="020B0502040504020204" pitchFamily="34" charset="0"/>
              <a:ea typeface="Sans Serif Collection" panose="020B0502040504020204" pitchFamily="34" charset="0"/>
              <a:cs typeface="Sans Serif Collection" panose="020B0502040504020204" pitchFamily="34" charset="0"/>
            </a:endParaRPr>
          </a:p>
          <a:p>
            <a:r>
              <a:rPr lang="en-GB" b="1" dirty="0">
                <a:latin typeface="Sans Serif Collection" panose="020B0502040504020204" pitchFamily="34" charset="0"/>
                <a:ea typeface="Sans Serif Collection" panose="020B0502040504020204" pitchFamily="34" charset="0"/>
                <a:cs typeface="Sans Serif Collection" panose="020B0502040504020204" pitchFamily="34" charset="0"/>
              </a:rPr>
              <a:t>Actual position today:</a:t>
            </a:r>
          </a:p>
          <a:p>
            <a:pPr marL="285750" indent="-285750">
              <a:buFont typeface="Arial" panose="020B0604020202020204" pitchFamily="34" charset="0"/>
              <a:buChar char="•"/>
            </a:pPr>
            <a:r>
              <a:rPr lang="en-GB" dirty="0">
                <a:latin typeface="Sans Serif Collection" panose="020B0502040504020204" pitchFamily="34" charset="0"/>
                <a:ea typeface="Sans Serif Collection" panose="020B0502040504020204" pitchFamily="34" charset="0"/>
                <a:cs typeface="Sans Serif Collection" panose="020B0502040504020204" pitchFamily="34" charset="0"/>
              </a:rPr>
              <a:t>Static analysis complete + </a:t>
            </a:r>
            <a:r>
              <a:rPr lang="en-GB" dirty="0" err="1">
                <a:latin typeface="Sans Serif Collection" panose="020B0502040504020204" pitchFamily="34" charset="0"/>
                <a:ea typeface="Sans Serif Collection" panose="020B0502040504020204" pitchFamily="34" charset="0"/>
                <a:cs typeface="Sans Serif Collection" panose="020B0502040504020204" pitchFamily="34" charset="0"/>
              </a:rPr>
              <a:t>SysML</a:t>
            </a:r>
            <a:r>
              <a:rPr lang="en-GB" dirty="0">
                <a:latin typeface="Sans Serif Collection" panose="020B0502040504020204" pitchFamily="34" charset="0"/>
                <a:ea typeface="Sans Serif Collection" panose="020B0502040504020204" pitchFamily="34" charset="0"/>
                <a:cs typeface="Sans Serif Collection" panose="020B0502040504020204" pitchFamily="34" charset="0"/>
              </a:rPr>
              <a:t> v2 output partially achieved ahead of schedule. </a:t>
            </a:r>
          </a:p>
          <a:p>
            <a:pPr marL="285750" indent="-285750">
              <a:buFont typeface="Arial" panose="020B0604020202020204" pitchFamily="34" charset="0"/>
              <a:buChar char="•"/>
            </a:pPr>
            <a:r>
              <a:rPr lang="en-GB" dirty="0">
                <a:latin typeface="Sans Serif Collection" panose="020B0502040504020204" pitchFamily="34" charset="0"/>
                <a:ea typeface="Sans Serif Collection" panose="020B0502040504020204" pitchFamily="34" charset="0"/>
                <a:cs typeface="Sans Serif Collection" panose="020B0502040504020204" pitchFamily="34" charset="0"/>
              </a:rPr>
              <a:t>Trace collection in active progress.</a:t>
            </a:r>
          </a:p>
        </p:txBody>
      </p:sp>
      <p:sp>
        <p:nvSpPr>
          <p:cNvPr id="4" name="Slide Number Placeholder 3" hidden="1">
            <a:extLst>
              <a:ext uri="{FF2B5EF4-FFF2-40B4-BE49-F238E27FC236}">
                <a16:creationId xmlns:a16="http://schemas.microsoft.com/office/drawing/2014/main" id="{E4C4EB1B-2B25-68CB-53B8-5CAED68F0766}"/>
              </a:ext>
            </a:extLst>
          </p:cNvPr>
          <p:cNvSpPr>
            <a:spLocks noGrp="1"/>
          </p:cNvSpPr>
          <p:nvPr>
            <p:ph type="sldNum" sz="quarter" idx="4294967295"/>
          </p:nvPr>
        </p:nvSpPr>
        <p:spPr>
          <a:xfrm>
            <a:off x="8534400" y="6121252"/>
            <a:ext cx="2743200" cy="365125"/>
          </a:xfrm>
        </p:spPr>
        <p:txBody>
          <a:bodyPr anchor="ctr">
            <a:normAutofit/>
          </a:bodyPr>
          <a:lstStyle/>
          <a:p>
            <a:pPr>
              <a:lnSpc>
                <a:spcPct val="90000"/>
              </a:lnSpc>
              <a:spcAft>
                <a:spcPts val="600"/>
              </a:spcAft>
            </a:pPr>
            <a:fld id="{B5CEABB6-07DC-46E8-9B57-56EC44A396E5}" type="slidenum">
              <a:rPr lang="en-US" sz="300" smtClean="0"/>
              <a:pPr>
                <a:lnSpc>
                  <a:spcPct val="90000"/>
                </a:lnSpc>
                <a:spcAft>
                  <a:spcPts val="600"/>
                </a:spcAft>
              </a:pPr>
              <a:t>2</a:t>
            </a:fld>
            <a:endParaRPr lang="en-US" sz="300"/>
          </a:p>
        </p:txBody>
      </p:sp>
    </p:spTree>
    <p:extLst>
      <p:ext uri="{BB962C8B-B14F-4D97-AF65-F5344CB8AC3E}">
        <p14:creationId xmlns:p14="http://schemas.microsoft.com/office/powerpoint/2010/main" val="38611868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882381-4F4F-82F0-2048-D44B33181553}"/>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071DCD3B-FE7B-B0EA-CB56-E6D8811BA538}"/>
              </a:ext>
            </a:extLst>
          </p:cNvPr>
          <p:cNvSpPr>
            <a:spLocks noGrp="1"/>
          </p:cNvSpPr>
          <p:nvPr>
            <p:ph type="title"/>
          </p:nvPr>
        </p:nvSpPr>
        <p:spPr>
          <a:xfrm>
            <a:off x="899160" y="655320"/>
            <a:ext cx="10812676" cy="1010642"/>
          </a:xfrm>
        </p:spPr>
        <p:txBody>
          <a:bodyPr anchor="ctr">
            <a:normAutofit/>
          </a:bodyPr>
          <a:lstStyle/>
          <a:p>
            <a:r>
              <a:rPr lang="en-GB" sz="4400" dirty="0">
                <a:latin typeface="Sans Serif Collection" panose="020B0502040504020204" pitchFamily="34" charset="0"/>
                <a:ea typeface="Sans Serif Collection" panose="020B0502040504020204" pitchFamily="34" charset="0"/>
                <a:cs typeface="Sans Serif Collection" panose="020B0502040504020204" pitchFamily="34" charset="0"/>
              </a:rPr>
              <a:t>Progress Against Original Timeline</a:t>
            </a:r>
          </a:p>
        </p:txBody>
      </p:sp>
      <p:sp>
        <p:nvSpPr>
          <p:cNvPr id="16" name="Content Placeholder 2">
            <a:extLst>
              <a:ext uri="{FF2B5EF4-FFF2-40B4-BE49-F238E27FC236}">
                <a16:creationId xmlns:a16="http://schemas.microsoft.com/office/drawing/2014/main" id="{3DD58E81-FD46-DD92-6E9D-40DFE8AB1657}"/>
              </a:ext>
            </a:extLst>
          </p:cNvPr>
          <p:cNvSpPr>
            <a:spLocks noGrp="1"/>
          </p:cNvSpPr>
          <p:nvPr>
            <p:ph sz="quarter" idx="10"/>
          </p:nvPr>
        </p:nvSpPr>
        <p:spPr>
          <a:xfrm>
            <a:off x="899160" y="1665962"/>
            <a:ext cx="10662363" cy="4475758"/>
          </a:xfrm>
        </p:spPr>
        <p:txBody>
          <a:bodyPr>
            <a:normAutofit/>
          </a:bodyPr>
          <a:lstStyle/>
          <a:p>
            <a:pPr marL="285750" indent="-285750">
              <a:buFont typeface="Arial" panose="020B0604020202020204" pitchFamily="34" charset="0"/>
              <a:buChar char="•"/>
            </a:pPr>
            <a:r>
              <a:rPr lang="en-GB" dirty="0">
                <a:latin typeface="Sans Serif Collection" panose="020B0502040504020204" pitchFamily="34" charset="0"/>
                <a:ea typeface="Sans Serif Collection" panose="020B0502040504020204" pitchFamily="34" charset="0"/>
                <a:cs typeface="Sans Serif Collection" panose="020B0502040504020204" pitchFamily="34" charset="0"/>
              </a:rPr>
              <a:t>Weeks 1–3: Literature &amp; Scoping -- Done</a:t>
            </a:r>
          </a:p>
          <a:p>
            <a:pPr marL="285750" indent="-285750">
              <a:buFont typeface="Arial" panose="020B0604020202020204" pitchFamily="34" charset="0"/>
              <a:buChar char="•"/>
            </a:pPr>
            <a:r>
              <a:rPr lang="en-GB" dirty="0">
                <a:latin typeface="Sans Serif Collection" panose="020B0502040504020204" pitchFamily="34" charset="0"/>
                <a:ea typeface="Sans Serif Collection" panose="020B0502040504020204" pitchFamily="34" charset="0"/>
                <a:cs typeface="Sans Serif Collection" panose="020B0502040504020204" pitchFamily="34" charset="0"/>
              </a:rPr>
              <a:t>Weeks 4–7: Static Analysis -- Done (evolved)</a:t>
            </a:r>
          </a:p>
          <a:p>
            <a:pPr marL="285750" indent="-285750">
              <a:buFont typeface="Arial" panose="020B0604020202020204" pitchFamily="34" charset="0"/>
              <a:buChar char="•"/>
            </a:pPr>
            <a:r>
              <a:rPr lang="en-GB" dirty="0">
                <a:latin typeface="Sans Serif Collection" panose="020B0502040504020204" pitchFamily="34" charset="0"/>
                <a:ea typeface="Sans Serif Collection" panose="020B0502040504020204" pitchFamily="34" charset="0"/>
                <a:cs typeface="Sans Serif Collection" panose="020B0502040504020204" pitchFamily="34" charset="0"/>
              </a:rPr>
              <a:t>Weeks 7–10: Trace Collection &amp; Mapping -- In progress</a:t>
            </a:r>
          </a:p>
          <a:p>
            <a:pPr marL="285750" indent="-285750">
              <a:buFont typeface="Arial" panose="020B0604020202020204" pitchFamily="34" charset="0"/>
              <a:buChar char="•"/>
            </a:pPr>
            <a:r>
              <a:rPr lang="en-GB" dirty="0">
                <a:latin typeface="Sans Serif Collection" panose="020B0502040504020204" pitchFamily="34" charset="0"/>
                <a:ea typeface="Sans Serif Collection" panose="020B0502040504020204" pitchFamily="34" charset="0"/>
                <a:cs typeface="Sans Serif Collection" panose="020B0502040504020204" pitchFamily="34" charset="0"/>
              </a:rPr>
              <a:t>Weeks 10–13: Hybrid Reconstruction -- Not started</a:t>
            </a:r>
          </a:p>
          <a:p>
            <a:pPr marL="285750" indent="-285750">
              <a:buFont typeface="Arial" panose="020B0604020202020204" pitchFamily="34" charset="0"/>
              <a:buChar char="•"/>
            </a:pPr>
            <a:r>
              <a:rPr lang="en-GB" dirty="0">
                <a:latin typeface="Sans Serif Collection" panose="020B0502040504020204" pitchFamily="34" charset="0"/>
                <a:ea typeface="Sans Serif Collection" panose="020B0502040504020204" pitchFamily="34" charset="0"/>
                <a:cs typeface="Sans Serif Collection" panose="020B0502040504020204" pitchFamily="34" charset="0"/>
              </a:rPr>
              <a:t>Weeks 13–17: Modelling &amp; Evaluation -- Partially ahead</a:t>
            </a:r>
          </a:p>
          <a:p>
            <a:pPr marL="285750" indent="-285750">
              <a:buFont typeface="Arial" panose="020B0604020202020204" pitchFamily="34" charset="0"/>
              <a:buChar char="•"/>
            </a:pPr>
            <a:r>
              <a:rPr lang="en-GB" dirty="0">
                <a:latin typeface="Sans Serif Collection" panose="020B0502040504020204" pitchFamily="34" charset="0"/>
                <a:ea typeface="Sans Serif Collection" panose="020B0502040504020204" pitchFamily="34" charset="0"/>
                <a:cs typeface="Sans Serif Collection" panose="020B0502040504020204" pitchFamily="34" charset="0"/>
              </a:rPr>
              <a:t>Weeks 17–21: Writing -- Planned</a:t>
            </a:r>
          </a:p>
          <a:p>
            <a:endParaRPr lang="en-GB" dirty="0">
              <a:latin typeface="Sans Serif Collection" panose="020B0502040504020204" pitchFamily="34" charset="0"/>
              <a:ea typeface="Sans Serif Collection" panose="020B0502040504020204" pitchFamily="34" charset="0"/>
              <a:cs typeface="Sans Serif Collection" panose="020B0502040504020204" pitchFamily="34" charset="0"/>
            </a:endParaRPr>
          </a:p>
          <a:p>
            <a:r>
              <a:rPr lang="en-GB" b="1" dirty="0">
                <a:latin typeface="Sans Serif Collection" panose="020B0502040504020204" pitchFamily="34" charset="0"/>
                <a:ea typeface="Sans Serif Collection" panose="020B0502040504020204" pitchFamily="34" charset="0"/>
                <a:cs typeface="Sans Serif Collection" panose="020B0502040504020204" pitchFamily="34" charset="0"/>
              </a:rPr>
              <a:t>Overall: On track. One significant architectural evolution in the static analysis approach.</a:t>
            </a:r>
          </a:p>
        </p:txBody>
      </p:sp>
      <p:sp>
        <p:nvSpPr>
          <p:cNvPr id="4" name="Slide Number Placeholder 3" hidden="1">
            <a:extLst>
              <a:ext uri="{FF2B5EF4-FFF2-40B4-BE49-F238E27FC236}">
                <a16:creationId xmlns:a16="http://schemas.microsoft.com/office/drawing/2014/main" id="{579F5A82-2194-5E79-91B3-F04EB71A6E0E}"/>
              </a:ext>
            </a:extLst>
          </p:cNvPr>
          <p:cNvSpPr>
            <a:spLocks noGrp="1"/>
          </p:cNvSpPr>
          <p:nvPr>
            <p:ph type="sldNum" sz="quarter" idx="4294967295"/>
          </p:nvPr>
        </p:nvSpPr>
        <p:spPr>
          <a:xfrm>
            <a:off x="8534400" y="6121252"/>
            <a:ext cx="2743200" cy="365125"/>
          </a:xfrm>
        </p:spPr>
        <p:txBody>
          <a:bodyPr anchor="ctr">
            <a:normAutofit/>
          </a:bodyPr>
          <a:lstStyle/>
          <a:p>
            <a:pPr>
              <a:lnSpc>
                <a:spcPct val="90000"/>
              </a:lnSpc>
              <a:spcAft>
                <a:spcPts val="600"/>
              </a:spcAft>
            </a:pPr>
            <a:fld id="{B5CEABB6-07DC-46E8-9B57-56EC44A396E5}" type="slidenum">
              <a:rPr lang="en-US" sz="300" smtClean="0"/>
              <a:pPr>
                <a:lnSpc>
                  <a:spcPct val="90000"/>
                </a:lnSpc>
                <a:spcAft>
                  <a:spcPts val="600"/>
                </a:spcAft>
              </a:pPr>
              <a:t>3</a:t>
            </a:fld>
            <a:endParaRPr lang="en-US" sz="300"/>
          </a:p>
        </p:txBody>
      </p:sp>
    </p:spTree>
    <p:extLst>
      <p:ext uri="{BB962C8B-B14F-4D97-AF65-F5344CB8AC3E}">
        <p14:creationId xmlns:p14="http://schemas.microsoft.com/office/powerpoint/2010/main" val="402148843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accent5">
            <a:lumMod val="20000"/>
            <a:lumOff val="80000"/>
          </a:schemeClr>
        </a:solidFill>
        <a:effectLst/>
      </p:bgPr>
    </p:bg>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9B0A9F6B-B714-24A4-1731-04239F0C6E2C}"/>
              </a:ext>
            </a:extLst>
          </p:cNvPr>
          <p:cNvSpPr>
            <a:spLocks noGrp="1"/>
          </p:cNvSpPr>
          <p:nvPr>
            <p:ph type="title"/>
          </p:nvPr>
        </p:nvSpPr>
        <p:spPr>
          <a:xfrm>
            <a:off x="575034" y="371623"/>
            <a:ext cx="9762309" cy="1163190"/>
          </a:xfrm>
        </p:spPr>
        <p:txBody>
          <a:bodyPr>
            <a:normAutofit/>
          </a:bodyPr>
          <a:lstStyle/>
          <a:p>
            <a:r>
              <a:rPr lang="en-US" sz="4400" dirty="0">
                <a:latin typeface="Sans Serif Collection" panose="020B0502040504020204" pitchFamily="34" charset="0"/>
                <a:ea typeface="Sans Serif Collection" panose="020B0502040504020204" pitchFamily="34" charset="0"/>
                <a:cs typeface="Sans Serif Collection" panose="020B0502040504020204" pitchFamily="34" charset="0"/>
              </a:rPr>
              <a:t>State of the Art &amp; Research Gap</a:t>
            </a:r>
          </a:p>
        </p:txBody>
      </p:sp>
      <p:sp>
        <p:nvSpPr>
          <p:cNvPr id="3" name="Slide Number Placeholder 2">
            <a:extLst>
              <a:ext uri="{FF2B5EF4-FFF2-40B4-BE49-F238E27FC236}">
                <a16:creationId xmlns:a16="http://schemas.microsoft.com/office/drawing/2014/main" id="{49D350C2-47A5-211F-A685-9ACD211179E2}"/>
              </a:ext>
            </a:extLst>
          </p:cNvPr>
          <p:cNvSpPr>
            <a:spLocks noGrp="1"/>
          </p:cNvSpPr>
          <p:nvPr>
            <p:ph type="sldNum" sz="quarter" idx="4"/>
          </p:nvPr>
        </p:nvSpPr>
        <p:spPr>
          <a:xfrm>
            <a:off x="8534400" y="6121252"/>
            <a:ext cx="2743200" cy="365125"/>
          </a:xfrm>
        </p:spPr>
        <p:txBody>
          <a:bodyPr/>
          <a:lstStyle/>
          <a:p>
            <a:fld id="{B5CEABB6-07DC-46E8-9B57-56EC44A396E5}" type="slidenum">
              <a:rPr lang="en-US" smtClean="0"/>
              <a:pPr/>
              <a:t>4</a:t>
            </a:fld>
            <a:endParaRPr lang="en-US" dirty="0"/>
          </a:p>
        </p:txBody>
      </p:sp>
      <p:sp>
        <p:nvSpPr>
          <p:cNvPr id="5" name="Content Placeholder 9">
            <a:extLst>
              <a:ext uri="{FF2B5EF4-FFF2-40B4-BE49-F238E27FC236}">
                <a16:creationId xmlns:a16="http://schemas.microsoft.com/office/drawing/2014/main" id="{3D6F48DD-3E1C-ACE5-C1C5-A45079769380}"/>
              </a:ext>
            </a:extLst>
          </p:cNvPr>
          <p:cNvSpPr txBox="1">
            <a:spLocks/>
          </p:cNvSpPr>
          <p:nvPr/>
        </p:nvSpPr>
        <p:spPr>
          <a:xfrm>
            <a:off x="575034" y="5167029"/>
            <a:ext cx="11001079" cy="1243198"/>
          </a:xfrm>
          <a:prstGeom prst="rect">
            <a:avLst/>
          </a:prstGeom>
        </p:spPr>
        <p:txBody>
          <a:bodyPr vert="horz" lIns="91440" tIns="45720" rIns="91440" bIns="45720" rtlCol="0">
            <a:noAutofit/>
          </a:bodyPr>
          <a:lstStyle>
            <a:lvl1pPr marL="0" indent="0" algn="l" defTabSz="914400" rtl="0" eaLnBrk="1" latinLnBrk="0" hangingPunct="1">
              <a:lnSpc>
                <a:spcPct val="125000"/>
              </a:lnSpc>
              <a:spcBef>
                <a:spcPts val="0"/>
              </a:spcBef>
              <a:buFont typeface="Arial" panose="020B0604020202020204" pitchFamily="34" charset="0"/>
              <a:buNone/>
              <a:defRPr sz="1800" kern="1200">
                <a:solidFill>
                  <a:schemeClr val="tx1">
                    <a:lumMod val="65000"/>
                    <a:lumOff val="35000"/>
                  </a:schemeClr>
                </a:solidFill>
                <a:latin typeface="+mn-lt"/>
                <a:ea typeface="+mn-ea"/>
                <a:cs typeface="+mn-cs"/>
              </a:defRPr>
            </a:lvl1pPr>
            <a:lvl2pPr marL="457200" indent="0" algn="l" defTabSz="914400" rtl="0" eaLnBrk="1" latinLnBrk="0" hangingPunct="1">
              <a:lnSpc>
                <a:spcPct val="125000"/>
              </a:lnSpc>
              <a:spcBef>
                <a:spcPts val="0"/>
              </a:spcBef>
              <a:buFont typeface="Arial" panose="020B0604020202020204" pitchFamily="34" charset="0"/>
              <a:buNone/>
              <a:defRPr sz="1600" kern="1200">
                <a:solidFill>
                  <a:schemeClr val="tx1">
                    <a:lumMod val="65000"/>
                    <a:lumOff val="35000"/>
                  </a:schemeClr>
                </a:solidFill>
                <a:latin typeface="+mn-lt"/>
                <a:ea typeface="+mn-ea"/>
                <a:cs typeface="+mn-cs"/>
              </a:defRPr>
            </a:lvl2pPr>
            <a:lvl3pPr marL="914400" indent="0" algn="l" defTabSz="914400" rtl="0" eaLnBrk="1" latinLnBrk="0" hangingPunct="1">
              <a:lnSpc>
                <a:spcPct val="125000"/>
              </a:lnSpc>
              <a:spcBef>
                <a:spcPts val="0"/>
              </a:spcBef>
              <a:buFont typeface="Arial" panose="020B0604020202020204" pitchFamily="34" charset="0"/>
              <a:buNone/>
              <a:defRPr sz="1400" kern="1200">
                <a:solidFill>
                  <a:schemeClr val="tx1">
                    <a:lumMod val="65000"/>
                    <a:lumOff val="35000"/>
                  </a:schemeClr>
                </a:solidFill>
                <a:latin typeface="+mn-lt"/>
                <a:ea typeface="+mn-ea"/>
                <a:cs typeface="+mn-cs"/>
              </a:defRPr>
            </a:lvl3pPr>
            <a:lvl4pPr marL="1371600" indent="0" algn="l" defTabSz="914400" rtl="0" eaLnBrk="1" latinLnBrk="0" hangingPunct="1">
              <a:lnSpc>
                <a:spcPct val="125000"/>
              </a:lnSpc>
              <a:spcBef>
                <a:spcPts val="0"/>
              </a:spcBef>
              <a:buFont typeface="Arial" panose="020B0604020202020204" pitchFamily="34" charset="0"/>
              <a:buNone/>
              <a:defRPr sz="1200" kern="1200">
                <a:solidFill>
                  <a:schemeClr val="tx1">
                    <a:lumMod val="65000"/>
                    <a:lumOff val="35000"/>
                  </a:schemeClr>
                </a:solidFill>
                <a:latin typeface="+mn-lt"/>
                <a:ea typeface="+mn-ea"/>
                <a:cs typeface="+mn-cs"/>
              </a:defRPr>
            </a:lvl4pPr>
            <a:lvl5pPr marL="1828800" indent="0" algn="l" defTabSz="914400" rtl="0" eaLnBrk="1" latinLnBrk="0" hangingPunct="1">
              <a:lnSpc>
                <a:spcPct val="125000"/>
              </a:lnSpc>
              <a:spcBef>
                <a:spcPts val="0"/>
              </a:spcBef>
              <a:buFont typeface="Arial" panose="020B0604020202020204" pitchFamily="34" charset="0"/>
              <a:buNone/>
              <a:defRPr sz="1200" kern="1200">
                <a:solidFill>
                  <a:schemeClr val="tx1">
                    <a:lumMod val="65000"/>
                    <a:lumOff val="35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2000" noProof="1">
                <a:latin typeface="Sans Serif Collection" panose="020B0502040504020204" pitchFamily="34" charset="0"/>
                <a:ea typeface="Sans Serif Collection" panose="020B0502040504020204" pitchFamily="34" charset="0"/>
                <a:cs typeface="Sans Serif Collection" panose="020B0502040504020204" pitchFamily="34" charset="0"/>
              </a:rPr>
              <a:t>Research Gap:</a:t>
            </a:r>
          </a:p>
          <a:p>
            <a:r>
              <a:rPr lang="en-US" sz="2000" noProof="1">
                <a:latin typeface="Sans Serif Collection" panose="020B0502040504020204" pitchFamily="34" charset="0"/>
                <a:ea typeface="Sans Serif Collection" panose="020B0502040504020204" pitchFamily="34" charset="0"/>
                <a:cs typeface="Sans Serif Collection" panose="020B0502040504020204" pitchFamily="34" charset="0"/>
              </a:rPr>
              <a:t>No existing approach infers unobserved interactions by combining static structure and runtime traces for generating scenario-specific interaction models.</a:t>
            </a:r>
          </a:p>
        </p:txBody>
      </p:sp>
      <p:graphicFrame>
        <p:nvGraphicFramePr>
          <p:cNvPr id="6" name="Table 11">
            <a:extLst>
              <a:ext uri="{FF2B5EF4-FFF2-40B4-BE49-F238E27FC236}">
                <a16:creationId xmlns:a16="http://schemas.microsoft.com/office/drawing/2014/main" id="{FB861C55-1872-A622-0070-5A489AABAC03}"/>
              </a:ext>
            </a:extLst>
          </p:cNvPr>
          <p:cNvGraphicFramePr>
            <a:graphicFrameLocks/>
          </p:cNvGraphicFramePr>
          <p:nvPr>
            <p:extLst>
              <p:ext uri="{D42A27DB-BD31-4B8C-83A1-F6EECF244321}">
                <p14:modId xmlns:p14="http://schemas.microsoft.com/office/powerpoint/2010/main" val="1838134500"/>
              </p:ext>
            </p:extLst>
          </p:nvPr>
        </p:nvGraphicFramePr>
        <p:xfrm>
          <a:off x="575035" y="2069678"/>
          <a:ext cx="11001080" cy="2718643"/>
        </p:xfrm>
        <a:graphic>
          <a:graphicData uri="http://schemas.openxmlformats.org/drawingml/2006/table">
            <a:tbl>
              <a:tblPr firstRow="1" bandRow="1">
                <a:tableStyleId>{5FD0F851-EC5A-4D38-B0AD-8093EC10F338}</a:tableStyleId>
              </a:tblPr>
              <a:tblGrid>
                <a:gridCol w="3390651">
                  <a:extLst>
                    <a:ext uri="{9D8B030D-6E8A-4147-A177-3AD203B41FA5}">
                      <a16:colId xmlns:a16="http://schemas.microsoft.com/office/drawing/2014/main" val="3233966979"/>
                    </a:ext>
                  </a:extLst>
                </a:gridCol>
                <a:gridCol w="3104417">
                  <a:extLst>
                    <a:ext uri="{9D8B030D-6E8A-4147-A177-3AD203B41FA5}">
                      <a16:colId xmlns:a16="http://schemas.microsoft.com/office/drawing/2014/main" val="1158840958"/>
                    </a:ext>
                  </a:extLst>
                </a:gridCol>
                <a:gridCol w="4506012">
                  <a:extLst>
                    <a:ext uri="{9D8B030D-6E8A-4147-A177-3AD203B41FA5}">
                      <a16:colId xmlns:a16="http://schemas.microsoft.com/office/drawing/2014/main" val="1014947327"/>
                    </a:ext>
                  </a:extLst>
                </a:gridCol>
              </a:tblGrid>
              <a:tr h="436576">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000" noProof="1">
                          <a:latin typeface="Sans Serif Collection" panose="020B0502040504020204" pitchFamily="34" charset="0"/>
                          <a:ea typeface="Sans Serif Collection" panose="020B0502040504020204" pitchFamily="34" charset="0"/>
                          <a:cs typeface="Sans Serif Collection" panose="020B0502040504020204" pitchFamily="34" charset="0"/>
                        </a:rPr>
                        <a:t>Trace-Based</a:t>
                      </a:r>
                    </a:p>
                  </a:txBody>
                  <a:tcPr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000" noProof="1">
                          <a:latin typeface="Sans Serif Collection" panose="020B0502040504020204" pitchFamily="34" charset="0"/>
                          <a:ea typeface="Sans Serif Collection" panose="020B0502040504020204" pitchFamily="34" charset="0"/>
                          <a:cs typeface="Sans Serif Collection" panose="020B0502040504020204" pitchFamily="34" charset="0"/>
                        </a:rPr>
                        <a:t>Static Analysis</a:t>
                      </a:r>
                    </a:p>
                  </a:txBody>
                  <a:tcPr marL="95186" marR="95186" marT="47593" marB="47593"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000" noProof="1">
                          <a:latin typeface="Sans Serif Collection" panose="020B0502040504020204" pitchFamily="34" charset="0"/>
                          <a:ea typeface="Sans Serif Collection" panose="020B0502040504020204" pitchFamily="34" charset="0"/>
                          <a:cs typeface="Sans Serif Collection" panose="020B0502040504020204" pitchFamily="34" charset="0"/>
                        </a:rPr>
                        <a:t>Hybrid (Existing)</a:t>
                      </a:r>
                    </a:p>
                  </a:txBody>
                  <a:tcPr marL="95186" marR="95186" marT="47593" marB="47593" anchor="ctr">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3213590700"/>
                  </a:ext>
                </a:extLst>
              </a:tr>
              <a:tr h="760689">
                <a:tc>
                  <a:txBody>
                    <a:bodyPr/>
                    <a:lstStyle/>
                    <a:p>
                      <a:pPr algn="l"/>
                      <a:r>
                        <a:rPr lang="en-US" sz="2000" noProof="1"/>
                        <a:t>✔Concrete observed behavior</a:t>
                      </a:r>
                    </a:p>
                  </a:txBody>
                  <a:tcPr anchor="ctr">
                    <a:lnL>
                      <a:noFill/>
                    </a:lnL>
                    <a:lnR>
                      <a:noFill/>
                    </a:lnR>
                    <a:lnT w="12700" cmpd="sng">
                      <a:noFill/>
                    </a:lnT>
                    <a:lnB>
                      <a:noFill/>
                    </a:lnB>
                    <a:lnTlToBr w="12700" cmpd="sng">
                      <a:noFill/>
                      <a:prstDash val="solid"/>
                    </a:lnTlToBr>
                    <a:lnBlToTr w="12700" cmpd="sng">
                      <a:noFill/>
                      <a:prstDash val="solid"/>
                    </a:lnBlToTr>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000" noProof="1"/>
                        <a:t>✔ Complete static structure</a:t>
                      </a:r>
                    </a:p>
                  </a:txBody>
                  <a:tcPr marL="95186" marR="95186" marT="47593" marB="47593" anchor="ctr">
                    <a:lnL>
                      <a:noFill/>
                    </a:lnL>
                    <a:lnR>
                      <a:noFill/>
                    </a:lnR>
                    <a:lnT w="12700" cmpd="sng">
                      <a:noFill/>
                    </a:lnT>
                    <a:lnB>
                      <a:noFill/>
                    </a:lnB>
                    <a:lnTlToBr w="12700" cmpd="sng">
                      <a:noFill/>
                      <a:prstDash val="solid"/>
                    </a:lnTlToBr>
                    <a:lnBlToTr w="12700" cmpd="sng">
                      <a:noFill/>
                      <a:prstDash val="solid"/>
                    </a:lnBlToTr>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000" kern="1200" dirty="0">
                          <a:solidFill>
                            <a:schemeClr val="tx1"/>
                          </a:solidFill>
                          <a:effectLst/>
                          <a:latin typeface="+mn-lt"/>
                          <a:ea typeface="+mn-ea"/>
                          <a:cs typeface="+mn-cs"/>
                        </a:rPr>
                        <a:t>✔</a:t>
                      </a:r>
                      <a:r>
                        <a:rPr lang="en-US" sz="2000" noProof="1"/>
                        <a:t> Used to reduce runtime logging</a:t>
                      </a:r>
                    </a:p>
                  </a:txBody>
                  <a:tcPr marL="95186" marR="95186" marT="47593" marB="47593" anchor="ctr">
                    <a:lnL>
                      <a:noFill/>
                    </a:lnL>
                    <a:lnR>
                      <a:noFill/>
                    </a:lnR>
                    <a:lnT w="12700" cmpd="sng">
                      <a:noFill/>
                    </a:lnT>
                    <a:lnB>
                      <a:noFill/>
                    </a:lnB>
                    <a:lnTlToBr w="12700" cmpd="sng">
                      <a:noFill/>
                      <a:prstDash val="solid"/>
                    </a:lnTlToBr>
                    <a:lnBlToTr w="12700" cmpd="sng">
                      <a:noFill/>
                      <a:prstDash val="solid"/>
                    </a:lnBlToTr>
                  </a:tcPr>
                </a:tc>
                <a:extLst>
                  <a:ext uri="{0D108BD9-81ED-4DB2-BD59-A6C34878D82A}">
                    <a16:rowId xmlns:a16="http://schemas.microsoft.com/office/drawing/2014/main" val="2830826746"/>
                  </a:ext>
                </a:extLst>
              </a:tr>
              <a:tr h="760689">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000" b="1" noProof="1"/>
                        <a:t>✖ Incomplete traces</a:t>
                      </a:r>
                    </a:p>
                  </a:txBody>
                  <a:tcPr anchor="ctr">
                    <a:lnL>
                      <a:noFill/>
                    </a:lnL>
                    <a:lnR>
                      <a:noFill/>
                    </a:lnR>
                    <a:lnT>
                      <a:noFill/>
                    </a:lnT>
                    <a:lnB>
                      <a:noFill/>
                    </a:lnB>
                    <a:lnTlToBr w="12700" cmpd="sng">
                      <a:noFill/>
                      <a:prstDash val="solid"/>
                    </a:lnTlToBr>
                    <a:lnBlToTr w="12700" cmpd="sng">
                      <a:noFill/>
                      <a:prstDash val="solid"/>
                    </a:lnBlToTr>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000" b="1" noProof="1"/>
                        <a:t>✖ Over-approximation</a:t>
                      </a:r>
                    </a:p>
                  </a:txBody>
                  <a:tcPr marL="95186" marR="95186" marT="47593" marB="47593" anchor="ctr">
                    <a:lnL>
                      <a:noFill/>
                    </a:lnL>
                    <a:lnR>
                      <a:noFill/>
                    </a:lnR>
                    <a:lnT>
                      <a:noFill/>
                    </a:lnT>
                    <a:lnB>
                      <a:noFill/>
                    </a:lnB>
                    <a:lnTlToBr w="12700" cmpd="sng">
                      <a:noFill/>
                      <a:prstDash val="solid"/>
                    </a:lnTlToBr>
                    <a:lnBlToTr w="12700" cmpd="sng">
                      <a:noFill/>
                      <a:prstDash val="solid"/>
                    </a:lnBlToTr>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000" noProof="1"/>
                        <a:t>✖ </a:t>
                      </a:r>
                      <a:r>
                        <a:rPr lang="en-US" sz="2000" b="1" noProof="1"/>
                        <a:t>Assumes observed traces are complete</a:t>
                      </a:r>
                    </a:p>
                  </a:txBody>
                  <a:tcPr marL="95186" marR="95186" marT="47593" marB="47593" anchor="ctr">
                    <a:lnL>
                      <a:noFill/>
                    </a:lnL>
                    <a:lnR>
                      <a:noFill/>
                    </a:lnR>
                    <a:lnT>
                      <a:noFill/>
                    </a:lnT>
                    <a:lnB>
                      <a:noFill/>
                    </a:lnB>
                    <a:lnTlToBr w="12700" cmpd="sng">
                      <a:noFill/>
                      <a:prstDash val="solid"/>
                    </a:lnTlToBr>
                    <a:lnBlToTr w="12700" cmpd="sng">
                      <a:noFill/>
                      <a:prstDash val="solid"/>
                    </a:lnBlToTr>
                  </a:tcPr>
                </a:tc>
                <a:extLst>
                  <a:ext uri="{0D108BD9-81ED-4DB2-BD59-A6C34878D82A}">
                    <a16:rowId xmlns:a16="http://schemas.microsoft.com/office/drawing/2014/main" val="2517333721"/>
                  </a:ext>
                </a:extLst>
              </a:tr>
              <a:tr h="760689">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000" b="1" noProof="1"/>
                        <a:t>✖ Missing interactions</a:t>
                      </a:r>
                    </a:p>
                  </a:txBody>
                  <a:tcPr anchor="ctr">
                    <a:lnL>
                      <a:noFill/>
                    </a:lnL>
                    <a:lnR>
                      <a:noFill/>
                    </a:lnR>
                    <a:lnT>
                      <a:noFill/>
                    </a:lnT>
                    <a:lnB>
                      <a:noFill/>
                    </a:lnB>
                    <a:lnTlToBr w="12700" cmpd="sng">
                      <a:noFill/>
                      <a:prstDash val="solid"/>
                    </a:lnTlToBr>
                    <a:lnBlToTr w="12700" cmpd="sng">
                      <a:noFill/>
                      <a:prstDash val="solid"/>
                    </a:lnBlToTr>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000" b="1" noProof="1"/>
                        <a:t>✖ No scenario focus</a:t>
                      </a:r>
                    </a:p>
                  </a:txBody>
                  <a:tcPr marL="95186" marR="95186" marT="47593" marB="47593" anchor="ctr">
                    <a:lnL>
                      <a:noFill/>
                    </a:lnL>
                    <a:lnR>
                      <a:noFill/>
                    </a:lnR>
                    <a:lnT>
                      <a:noFill/>
                    </a:lnT>
                    <a:lnB>
                      <a:noFill/>
                    </a:lnB>
                    <a:lnTlToBr w="12700" cmpd="sng">
                      <a:noFill/>
                      <a:prstDash val="solid"/>
                    </a:lnTlToBr>
                    <a:lnBlToTr w="12700" cmpd="sng">
                      <a:noFill/>
                      <a:prstDash val="solid"/>
                    </a:lnBlToTr>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000" noProof="1"/>
                        <a:t>✖ </a:t>
                      </a:r>
                      <a:r>
                        <a:rPr lang="en-US" sz="2000" b="1" noProof="1"/>
                        <a:t>Doesn’t complete missing interactions</a:t>
                      </a:r>
                    </a:p>
                  </a:txBody>
                  <a:tcPr marL="95186" marR="95186" marT="47593" marB="47593" anchor="ctr">
                    <a:lnL>
                      <a:noFill/>
                    </a:lnL>
                    <a:lnR>
                      <a:noFill/>
                    </a:lnR>
                    <a:lnT>
                      <a:noFill/>
                    </a:lnT>
                    <a:lnB>
                      <a:noFill/>
                    </a:lnB>
                    <a:lnTlToBr w="12700" cmpd="sng">
                      <a:noFill/>
                      <a:prstDash val="solid"/>
                    </a:lnTlToBr>
                    <a:lnBlToTr w="12700" cmpd="sng">
                      <a:noFill/>
                      <a:prstDash val="solid"/>
                    </a:lnBlToTr>
                  </a:tcPr>
                </a:tc>
                <a:extLst>
                  <a:ext uri="{0D108BD9-81ED-4DB2-BD59-A6C34878D82A}">
                    <a16:rowId xmlns:a16="http://schemas.microsoft.com/office/drawing/2014/main" val="3321589815"/>
                  </a:ext>
                </a:extLst>
              </a:tr>
            </a:tbl>
          </a:graphicData>
        </a:graphic>
      </p:graphicFrame>
    </p:spTree>
    <p:extLst>
      <p:ext uri="{BB962C8B-B14F-4D97-AF65-F5344CB8AC3E}">
        <p14:creationId xmlns:p14="http://schemas.microsoft.com/office/powerpoint/2010/main" val="138626333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858FDA-366B-E578-5154-44D49B8865AA}"/>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FC96F4F2-6B5A-7C37-1471-E3CA9D07707B}"/>
              </a:ext>
            </a:extLst>
          </p:cNvPr>
          <p:cNvSpPr>
            <a:spLocks noGrp="1"/>
          </p:cNvSpPr>
          <p:nvPr>
            <p:ph type="title"/>
          </p:nvPr>
        </p:nvSpPr>
        <p:spPr>
          <a:xfrm>
            <a:off x="916167" y="540839"/>
            <a:ext cx="10359659" cy="1325563"/>
          </a:xfrm>
        </p:spPr>
        <p:txBody>
          <a:bodyPr>
            <a:normAutofit/>
          </a:bodyPr>
          <a:lstStyle/>
          <a:p>
            <a:r>
              <a:rPr lang="en-IN" sz="4400" dirty="0">
                <a:latin typeface="Sans Serif Collection" panose="020B0502040504020204" pitchFamily="34" charset="0"/>
                <a:ea typeface="Sans Serif Collection" panose="020B0502040504020204" pitchFamily="34" charset="0"/>
                <a:cs typeface="Sans Serif Collection" panose="020B0502040504020204" pitchFamily="34" charset="0"/>
              </a:rPr>
              <a:t>Research Question &amp; Goal</a:t>
            </a:r>
          </a:p>
        </p:txBody>
      </p:sp>
      <p:graphicFrame>
        <p:nvGraphicFramePr>
          <p:cNvPr id="2" name="Content Placeholder 1">
            <a:extLst>
              <a:ext uri="{FF2B5EF4-FFF2-40B4-BE49-F238E27FC236}">
                <a16:creationId xmlns:a16="http://schemas.microsoft.com/office/drawing/2014/main" id="{8318A29F-E75D-F722-EC05-BC9BA2A1E407}"/>
              </a:ext>
            </a:extLst>
          </p:cNvPr>
          <p:cNvGraphicFramePr>
            <a:graphicFrameLocks noGrp="1"/>
          </p:cNvGraphicFramePr>
          <p:nvPr>
            <p:ph sz="quarter" idx="10"/>
            <p:extLst>
              <p:ext uri="{D42A27DB-BD31-4B8C-83A1-F6EECF244321}">
                <p14:modId xmlns:p14="http://schemas.microsoft.com/office/powerpoint/2010/main" val="3291248689"/>
              </p:ext>
            </p:extLst>
          </p:nvPr>
        </p:nvGraphicFramePr>
        <p:xfrm>
          <a:off x="807560" y="1866402"/>
          <a:ext cx="9483365" cy="436343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4" name="Slide Number Placeholder 3">
            <a:extLst>
              <a:ext uri="{FF2B5EF4-FFF2-40B4-BE49-F238E27FC236}">
                <a16:creationId xmlns:a16="http://schemas.microsoft.com/office/drawing/2014/main" id="{6949535C-C407-C58A-B319-5454C039E3F9}"/>
              </a:ext>
            </a:extLst>
          </p:cNvPr>
          <p:cNvSpPr>
            <a:spLocks noGrp="1"/>
          </p:cNvSpPr>
          <p:nvPr>
            <p:ph type="sldNum" sz="quarter" idx="4"/>
          </p:nvPr>
        </p:nvSpPr>
        <p:spPr/>
        <p:txBody>
          <a:bodyPr/>
          <a:lstStyle/>
          <a:p>
            <a:fld id="{B5CEABB6-07DC-46E8-9B57-56EC44A396E5}" type="slidenum">
              <a:rPr lang="en-US" smtClean="0"/>
              <a:pPr/>
              <a:t>5</a:t>
            </a:fld>
            <a:endParaRPr lang="en-US" dirty="0"/>
          </a:p>
        </p:txBody>
      </p:sp>
      <p:sp>
        <p:nvSpPr>
          <p:cNvPr id="3" name="TextBox 2">
            <a:extLst>
              <a:ext uri="{FF2B5EF4-FFF2-40B4-BE49-F238E27FC236}">
                <a16:creationId xmlns:a16="http://schemas.microsoft.com/office/drawing/2014/main" id="{72A0D7F7-63C4-ECF7-BA18-3CEC3ABC2D24}"/>
              </a:ext>
            </a:extLst>
          </p:cNvPr>
          <p:cNvSpPr txBox="1"/>
          <p:nvPr/>
        </p:nvSpPr>
        <p:spPr>
          <a:xfrm>
            <a:off x="436775" y="3664669"/>
            <a:ext cx="2432116" cy="1846659"/>
          </a:xfrm>
          <a:prstGeom prst="rect">
            <a:avLst/>
          </a:prstGeom>
          <a:noFill/>
        </p:spPr>
        <p:txBody>
          <a:bodyPr wrap="square" rtlCol="0">
            <a:spAutoFit/>
          </a:bodyPr>
          <a:lstStyle/>
          <a:p>
            <a:r>
              <a:rPr lang="en-IN" sz="1600" dirty="0"/>
              <a:t>RQ1 : How can dependency-based slicing filter trace events and constrain code structure</a:t>
            </a:r>
          </a:p>
          <a:p>
            <a:r>
              <a:rPr lang="en-IN" sz="1600" dirty="0"/>
              <a:t>to only scenario-relevant behaviour</a:t>
            </a:r>
          </a:p>
          <a:p>
            <a:endParaRPr lang="en-IN" dirty="0"/>
          </a:p>
        </p:txBody>
      </p:sp>
      <p:sp>
        <p:nvSpPr>
          <p:cNvPr id="7" name="TextBox 6">
            <a:extLst>
              <a:ext uri="{FF2B5EF4-FFF2-40B4-BE49-F238E27FC236}">
                <a16:creationId xmlns:a16="http://schemas.microsoft.com/office/drawing/2014/main" id="{59C28AF5-58FF-EA04-B351-3F510FD4990C}"/>
              </a:ext>
            </a:extLst>
          </p:cNvPr>
          <p:cNvSpPr txBox="1"/>
          <p:nvPr/>
        </p:nvSpPr>
        <p:spPr>
          <a:xfrm>
            <a:off x="7245002" y="5009049"/>
            <a:ext cx="3028438" cy="1323439"/>
          </a:xfrm>
          <a:prstGeom prst="rect">
            <a:avLst/>
          </a:prstGeom>
          <a:noFill/>
        </p:spPr>
        <p:txBody>
          <a:bodyPr wrap="square" rtlCol="0">
            <a:spAutoFit/>
          </a:bodyPr>
          <a:lstStyle/>
          <a:p>
            <a:r>
              <a:rPr lang="en-IN" sz="1600" dirty="0"/>
              <a:t>RQ3: How can combining static analysis and incomplete traces improve accuracy and completeness of scenario-specific interaction models</a:t>
            </a:r>
          </a:p>
        </p:txBody>
      </p:sp>
      <p:sp>
        <p:nvSpPr>
          <p:cNvPr id="8" name="TextBox 7">
            <a:extLst>
              <a:ext uri="{FF2B5EF4-FFF2-40B4-BE49-F238E27FC236}">
                <a16:creationId xmlns:a16="http://schemas.microsoft.com/office/drawing/2014/main" id="{868FBA95-2DC4-ED78-82A3-74F9874EDFC3}"/>
              </a:ext>
            </a:extLst>
          </p:cNvPr>
          <p:cNvSpPr txBox="1"/>
          <p:nvPr/>
        </p:nvSpPr>
        <p:spPr>
          <a:xfrm>
            <a:off x="9906000" y="1729771"/>
            <a:ext cx="1849225" cy="2062103"/>
          </a:xfrm>
          <a:prstGeom prst="rect">
            <a:avLst/>
          </a:prstGeom>
          <a:noFill/>
        </p:spPr>
        <p:txBody>
          <a:bodyPr wrap="square" rtlCol="0">
            <a:spAutoFit/>
          </a:bodyPr>
          <a:lstStyle/>
          <a:p>
            <a:r>
              <a:rPr lang="en-IN" sz="1600" dirty="0"/>
              <a:t>RQ2 : What intermediate property graph representation can integrate static call graphs and timestamped runtime events</a:t>
            </a:r>
            <a:endParaRPr lang="en-IN" sz="1600" dirty="0">
              <a:effectLst/>
            </a:endParaRPr>
          </a:p>
        </p:txBody>
      </p:sp>
    </p:spTree>
    <p:extLst>
      <p:ext uri="{BB962C8B-B14F-4D97-AF65-F5344CB8AC3E}">
        <p14:creationId xmlns:p14="http://schemas.microsoft.com/office/powerpoint/2010/main" val="242458098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C3F0ED-B3C8-B9C0-2F50-AC77498E81BD}"/>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0860ADC2-31A7-0A21-6925-8755E0D00DAA}"/>
              </a:ext>
            </a:extLst>
          </p:cNvPr>
          <p:cNvSpPr>
            <a:spLocks noGrp="1"/>
          </p:cNvSpPr>
          <p:nvPr>
            <p:ph type="title"/>
          </p:nvPr>
        </p:nvSpPr>
        <p:spPr>
          <a:xfrm>
            <a:off x="899160" y="655320"/>
            <a:ext cx="10812676" cy="1010642"/>
          </a:xfrm>
        </p:spPr>
        <p:txBody>
          <a:bodyPr anchor="ctr">
            <a:normAutofit/>
          </a:bodyPr>
          <a:lstStyle/>
          <a:p>
            <a:r>
              <a:rPr lang="en-GB" sz="3600" dirty="0">
                <a:latin typeface="Sans Serif Collection" panose="020B0502040504020204" pitchFamily="34" charset="0"/>
                <a:ea typeface="Sans Serif Collection" panose="020B0502040504020204" pitchFamily="34" charset="0"/>
                <a:cs typeface="Sans Serif Collection" panose="020B0502040504020204" pitchFamily="34" charset="0"/>
              </a:rPr>
              <a:t>What Changed: The Static Analysis Layer Evolved</a:t>
            </a:r>
          </a:p>
        </p:txBody>
      </p:sp>
      <p:sp>
        <p:nvSpPr>
          <p:cNvPr id="16" name="Content Placeholder 2">
            <a:extLst>
              <a:ext uri="{FF2B5EF4-FFF2-40B4-BE49-F238E27FC236}">
                <a16:creationId xmlns:a16="http://schemas.microsoft.com/office/drawing/2014/main" id="{C66F6BB6-1956-11F1-2A63-463DAEC4C019}"/>
              </a:ext>
            </a:extLst>
          </p:cNvPr>
          <p:cNvSpPr>
            <a:spLocks noGrp="1"/>
          </p:cNvSpPr>
          <p:nvPr>
            <p:ph sz="quarter" idx="10"/>
          </p:nvPr>
        </p:nvSpPr>
        <p:spPr>
          <a:xfrm>
            <a:off x="780789" y="1373060"/>
            <a:ext cx="10662363" cy="5010487"/>
          </a:xfrm>
        </p:spPr>
        <p:txBody>
          <a:bodyPr>
            <a:normAutofit fontScale="92500" lnSpcReduction="20000"/>
          </a:bodyPr>
          <a:lstStyle/>
          <a:p>
            <a:endParaRPr lang="en-GB" b="1" dirty="0">
              <a:latin typeface="Sans Serif Collection" panose="020B0502040504020204" pitchFamily="34" charset="0"/>
              <a:ea typeface="Sans Serif Collection" panose="020B0502040504020204" pitchFamily="34" charset="0"/>
              <a:cs typeface="Sans Serif Collection" panose="020B0502040504020204" pitchFamily="34" charset="0"/>
            </a:endParaRPr>
          </a:p>
          <a:p>
            <a:r>
              <a:rPr lang="en-GB" b="1" dirty="0">
                <a:latin typeface="Sans Serif Collection" panose="020B0502040504020204" pitchFamily="34" charset="0"/>
                <a:ea typeface="Sans Serif Collection" panose="020B0502040504020204" pitchFamily="34" charset="0"/>
                <a:cs typeface="Sans Serif Collection" panose="020B0502040504020204" pitchFamily="34" charset="0"/>
              </a:rPr>
              <a:t>Originally proposed: </a:t>
            </a:r>
            <a:r>
              <a:rPr lang="en-GB" dirty="0">
                <a:latin typeface="Sans Serif Collection" panose="020B0502040504020204" pitchFamily="34" charset="0"/>
                <a:ea typeface="Sans Serif Collection" panose="020B0502040504020204" pitchFamily="34" charset="0"/>
                <a:cs typeface="Sans Serif Collection" panose="020B0502040504020204" pitchFamily="34" charset="0"/>
              </a:rPr>
              <a:t>Scenario-specific dependency-based code slicing directly on C++ source</a:t>
            </a:r>
          </a:p>
          <a:p>
            <a:endParaRPr lang="en-GB" sz="900" dirty="0">
              <a:latin typeface="Sans Serif Collection" panose="020B0502040504020204" pitchFamily="34" charset="0"/>
              <a:ea typeface="Sans Serif Collection" panose="020B0502040504020204" pitchFamily="34" charset="0"/>
              <a:cs typeface="Sans Serif Collection" panose="020B0502040504020204" pitchFamily="34" charset="0"/>
            </a:endParaRPr>
          </a:p>
          <a:p>
            <a:r>
              <a:rPr lang="en-GB" b="1" dirty="0">
                <a:latin typeface="Sans Serif Collection" panose="020B0502040504020204" pitchFamily="34" charset="0"/>
                <a:ea typeface="Sans Serif Collection" panose="020B0502040504020204" pitchFamily="34" charset="0"/>
                <a:cs typeface="Sans Serif Collection" panose="020B0502040504020204" pitchFamily="34" charset="0"/>
              </a:rPr>
              <a:t>What was built instead:</a:t>
            </a:r>
          </a:p>
          <a:p>
            <a:endParaRPr lang="en-GB" b="1" dirty="0">
              <a:latin typeface="Sans Serif Collection" panose="020B0502040504020204" pitchFamily="34" charset="0"/>
              <a:ea typeface="Sans Serif Collection" panose="020B0502040504020204" pitchFamily="34" charset="0"/>
              <a:cs typeface="Sans Serif Collection" panose="020B0502040504020204" pitchFamily="34" charset="0"/>
            </a:endParaRPr>
          </a:p>
          <a:p>
            <a:endParaRPr lang="en-GB" b="1" dirty="0">
              <a:latin typeface="Sans Serif Collection" panose="020B0502040504020204" pitchFamily="34" charset="0"/>
              <a:ea typeface="Sans Serif Collection" panose="020B0502040504020204" pitchFamily="34" charset="0"/>
              <a:cs typeface="Sans Serif Collection" panose="020B0502040504020204" pitchFamily="34" charset="0"/>
            </a:endParaRPr>
          </a:p>
          <a:p>
            <a:endParaRPr lang="en-GB" dirty="0">
              <a:latin typeface="Sans Serif Collection" panose="020B0502040504020204" pitchFamily="34" charset="0"/>
              <a:ea typeface="Sans Serif Collection" panose="020B0502040504020204" pitchFamily="34" charset="0"/>
              <a:cs typeface="Sans Serif Collection" panose="020B0502040504020204" pitchFamily="34" charset="0"/>
            </a:endParaRPr>
          </a:p>
          <a:p>
            <a:endParaRPr lang="en-GB" b="1" dirty="0">
              <a:latin typeface="Sans Serif Collection" panose="020B0502040504020204" pitchFamily="34" charset="0"/>
              <a:ea typeface="Sans Serif Collection" panose="020B0502040504020204" pitchFamily="34" charset="0"/>
              <a:cs typeface="Sans Serif Collection" panose="020B0502040504020204" pitchFamily="34" charset="0"/>
            </a:endParaRPr>
          </a:p>
          <a:p>
            <a:endParaRPr lang="en-GB" b="1" dirty="0">
              <a:latin typeface="Sans Serif Collection" panose="020B0502040504020204" pitchFamily="34" charset="0"/>
              <a:ea typeface="Sans Serif Collection" panose="020B0502040504020204" pitchFamily="34" charset="0"/>
              <a:cs typeface="Sans Serif Collection" panose="020B0502040504020204" pitchFamily="34" charset="0"/>
            </a:endParaRPr>
          </a:p>
          <a:p>
            <a:endParaRPr lang="en-GB" b="1" dirty="0">
              <a:latin typeface="Sans Serif Collection" panose="020B0502040504020204" pitchFamily="34" charset="0"/>
              <a:ea typeface="Sans Serif Collection" panose="020B0502040504020204" pitchFamily="34" charset="0"/>
              <a:cs typeface="Sans Serif Collection" panose="020B0502040504020204" pitchFamily="34" charset="0"/>
            </a:endParaRPr>
          </a:p>
          <a:p>
            <a:endParaRPr lang="en-GB" b="1" dirty="0">
              <a:latin typeface="Sans Serif Collection" panose="020B0502040504020204" pitchFamily="34" charset="0"/>
              <a:ea typeface="Sans Serif Collection" panose="020B0502040504020204" pitchFamily="34" charset="0"/>
              <a:cs typeface="Sans Serif Collection" panose="020B0502040504020204" pitchFamily="34" charset="0"/>
            </a:endParaRPr>
          </a:p>
          <a:p>
            <a:endParaRPr lang="en-GB" b="1" dirty="0">
              <a:latin typeface="Sans Serif Collection" panose="020B0502040504020204" pitchFamily="34" charset="0"/>
              <a:ea typeface="Sans Serif Collection" panose="020B0502040504020204" pitchFamily="34" charset="0"/>
              <a:cs typeface="Sans Serif Collection" panose="020B0502040504020204" pitchFamily="34" charset="0"/>
            </a:endParaRPr>
          </a:p>
          <a:p>
            <a:endParaRPr lang="en-GB" b="1" dirty="0">
              <a:latin typeface="Sans Serif Collection" panose="020B0502040504020204" pitchFamily="34" charset="0"/>
              <a:ea typeface="Sans Serif Collection" panose="020B0502040504020204" pitchFamily="34" charset="0"/>
              <a:cs typeface="Sans Serif Collection" panose="020B0502040504020204" pitchFamily="34" charset="0"/>
            </a:endParaRPr>
          </a:p>
          <a:p>
            <a:pPr>
              <a:lnSpc>
                <a:spcPct val="110000"/>
              </a:lnSpc>
            </a:pPr>
            <a:r>
              <a:rPr lang="en-GB" dirty="0">
                <a:latin typeface="Sans Serif Collection" panose="020B0502040504020204" pitchFamily="34" charset="0"/>
                <a:ea typeface="Sans Serif Collection" panose="020B0502040504020204" pitchFamily="34" charset="0"/>
                <a:cs typeface="Sans Serif Collection" panose="020B0502040504020204" pitchFamily="34" charset="0"/>
              </a:rPr>
              <a:t>The graph representation directly addresses RQ2 ("What intermediate property graph can integrate static call graphs and runtime events?") - it is the unified IR (</a:t>
            </a:r>
            <a:r>
              <a:rPr lang="en-IN" dirty="0">
                <a:latin typeface="Sans Serif Collection" panose="020B0502040504020204" pitchFamily="34" charset="0"/>
                <a:ea typeface="Sans Serif Collection" panose="020B0502040504020204" pitchFamily="34" charset="0"/>
                <a:cs typeface="Sans Serif Collection" panose="020B0502040504020204" pitchFamily="34" charset="0"/>
              </a:rPr>
              <a:t>Neo4j Property Graph</a:t>
            </a:r>
            <a:r>
              <a:rPr lang="en-GB" dirty="0">
                <a:latin typeface="Sans Serif Collection" panose="020B0502040504020204" pitchFamily="34" charset="0"/>
                <a:ea typeface="Sans Serif Collection" panose="020B0502040504020204" pitchFamily="34" charset="0"/>
                <a:cs typeface="Sans Serif Collection" panose="020B0502040504020204" pitchFamily="34" charset="0"/>
              </a:rPr>
              <a:t>) that both static slices and runtime trace events will be merged into. The agent skill layer also makes the pipeline query-able without hardcoding scenario-specific logic.</a:t>
            </a:r>
          </a:p>
        </p:txBody>
      </p:sp>
      <p:sp>
        <p:nvSpPr>
          <p:cNvPr id="4" name="Slide Number Placeholder 3" hidden="1">
            <a:extLst>
              <a:ext uri="{FF2B5EF4-FFF2-40B4-BE49-F238E27FC236}">
                <a16:creationId xmlns:a16="http://schemas.microsoft.com/office/drawing/2014/main" id="{CE8942C9-5D98-B897-A28B-57A78EEDAA99}"/>
              </a:ext>
            </a:extLst>
          </p:cNvPr>
          <p:cNvSpPr>
            <a:spLocks noGrp="1"/>
          </p:cNvSpPr>
          <p:nvPr>
            <p:ph type="sldNum" sz="quarter" idx="4294967295"/>
          </p:nvPr>
        </p:nvSpPr>
        <p:spPr>
          <a:xfrm>
            <a:off x="8534400" y="6121252"/>
            <a:ext cx="2743200" cy="365125"/>
          </a:xfrm>
        </p:spPr>
        <p:txBody>
          <a:bodyPr anchor="ctr">
            <a:normAutofit/>
          </a:bodyPr>
          <a:lstStyle/>
          <a:p>
            <a:pPr>
              <a:lnSpc>
                <a:spcPct val="90000"/>
              </a:lnSpc>
              <a:spcAft>
                <a:spcPts val="600"/>
              </a:spcAft>
            </a:pPr>
            <a:fld id="{B5CEABB6-07DC-46E8-9B57-56EC44A396E5}" type="slidenum">
              <a:rPr lang="en-US" sz="300" smtClean="0"/>
              <a:pPr>
                <a:lnSpc>
                  <a:spcPct val="90000"/>
                </a:lnSpc>
                <a:spcAft>
                  <a:spcPts val="600"/>
                </a:spcAft>
              </a:pPr>
              <a:t>6</a:t>
            </a:fld>
            <a:endParaRPr lang="en-US" sz="300"/>
          </a:p>
        </p:txBody>
      </p:sp>
      <p:graphicFrame>
        <p:nvGraphicFramePr>
          <p:cNvPr id="5" name="Diagram 4">
            <a:extLst>
              <a:ext uri="{FF2B5EF4-FFF2-40B4-BE49-F238E27FC236}">
                <a16:creationId xmlns:a16="http://schemas.microsoft.com/office/drawing/2014/main" id="{422F13A0-055C-C0D6-D800-750F37B01D59}"/>
              </a:ext>
            </a:extLst>
          </p:cNvPr>
          <p:cNvGraphicFramePr/>
          <p:nvPr>
            <p:extLst>
              <p:ext uri="{D42A27DB-BD31-4B8C-83A1-F6EECF244321}">
                <p14:modId xmlns:p14="http://schemas.microsoft.com/office/powerpoint/2010/main" val="1461711236"/>
              </p:ext>
            </p:extLst>
          </p:nvPr>
        </p:nvGraphicFramePr>
        <p:xfrm>
          <a:off x="748848" y="2537145"/>
          <a:ext cx="10812676" cy="252337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94731137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3A264E-DCFB-9679-60C3-5EBC1EAA7160}"/>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BDB6F400-8C27-B795-7BA6-8BF2C4DCC1CD}"/>
              </a:ext>
            </a:extLst>
          </p:cNvPr>
          <p:cNvSpPr>
            <a:spLocks noGrp="1"/>
          </p:cNvSpPr>
          <p:nvPr>
            <p:ph type="title"/>
          </p:nvPr>
        </p:nvSpPr>
        <p:spPr>
          <a:xfrm>
            <a:off x="929640" y="485113"/>
            <a:ext cx="10515600" cy="1531525"/>
          </a:xfrm>
        </p:spPr>
        <p:txBody>
          <a:bodyPr vert="horz" lIns="91440" tIns="45720" rIns="91440" bIns="45720" rtlCol="0" anchor="ctr">
            <a:normAutofit/>
          </a:bodyPr>
          <a:lstStyle/>
          <a:p>
            <a:r>
              <a:rPr lang="en-GB" sz="4400" kern="1200" dirty="0">
                <a:latin typeface="Sans Serif Collection" panose="020B0502040504020204" pitchFamily="34" charset="0"/>
                <a:ea typeface="Sans Serif Collection" panose="020B0502040504020204" pitchFamily="34" charset="0"/>
                <a:cs typeface="Sans Serif Collection" panose="020B0502040504020204" pitchFamily="34" charset="0"/>
              </a:rPr>
              <a:t>What Was Built: Agent Skill Pipeline</a:t>
            </a:r>
            <a:endParaRPr lang="en-US" sz="4400" kern="1200" dirty="0">
              <a:latin typeface="Sans Serif Collection" panose="020B0502040504020204" pitchFamily="34" charset="0"/>
              <a:ea typeface="Sans Serif Collection" panose="020B0502040504020204" pitchFamily="34" charset="0"/>
              <a:cs typeface="Sans Serif Collection" panose="020B0502040504020204" pitchFamily="34" charset="0"/>
            </a:endParaRPr>
          </a:p>
        </p:txBody>
      </p:sp>
      <p:sp>
        <p:nvSpPr>
          <p:cNvPr id="3" name="Rectangle 1">
            <a:extLst>
              <a:ext uri="{FF2B5EF4-FFF2-40B4-BE49-F238E27FC236}">
                <a16:creationId xmlns:a16="http://schemas.microsoft.com/office/drawing/2014/main" id="{4983592E-EF52-E037-AB61-B0C859B0BA67}"/>
              </a:ext>
            </a:extLst>
          </p:cNvPr>
          <p:cNvSpPr>
            <a:spLocks noChangeArrowheads="1"/>
          </p:cNvSpPr>
          <p:nvPr/>
        </p:nvSpPr>
        <p:spPr bwMode="auto">
          <a:xfrm>
            <a:off x="8215745" y="2153285"/>
            <a:ext cx="3229495" cy="3500438"/>
          </a:xfrm>
          <a:prstGeom prst="rect">
            <a:avLst/>
          </a:prstGeom>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91440" tIns="45720" rIns="91440" bIns="45720" numCol="1" rtlCol="0" anchorCtr="0" compatLnSpc="1">
            <a:prstTxWarp prst="textNoShape">
              <a:avLst/>
            </a:prstTxWarp>
            <a:norm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228600" marR="0" lvl="0" indent="-228600" eaLnBrk="1" fontAlgn="base" hangingPunct="1">
              <a:spcBef>
                <a:spcPts val="1000"/>
              </a:spcBef>
              <a:spcAft>
                <a:spcPts val="1200"/>
              </a:spcAft>
              <a:buClrTx/>
              <a:buSzTx/>
              <a:buFont typeface="Arial" panose="020B0604020202020204" pitchFamily="34" charset="0"/>
              <a:buChar char="•"/>
              <a:tabLst/>
            </a:pPr>
            <a:r>
              <a:rPr kumimoji="0" lang="en-US" altLang="en-US" sz="1700" b="1" i="0" u="none" strike="noStrike" cap="none" normalizeH="0" baseline="0" dirty="0">
                <a:ln>
                  <a:noFill/>
                </a:ln>
                <a:solidFill>
                  <a:schemeClr val="tx1">
                    <a:lumMod val="65000"/>
                    <a:lumOff val="35000"/>
                  </a:schemeClr>
                </a:solidFill>
                <a:effectLst/>
                <a:latin typeface="+mn-lt"/>
              </a:rPr>
              <a:t>Nine modular, composable, agnostic, scalable LLM-invocable skills.</a:t>
            </a:r>
          </a:p>
          <a:p>
            <a:pPr marL="228600" marR="0" lvl="0" indent="-228600" eaLnBrk="1" fontAlgn="base" hangingPunct="1">
              <a:spcBef>
                <a:spcPts val="1000"/>
              </a:spcBef>
              <a:spcAft>
                <a:spcPts val="1200"/>
              </a:spcAft>
              <a:buClrTx/>
              <a:buSzTx/>
              <a:buFont typeface="Arial" panose="020B0604020202020204" pitchFamily="34" charset="0"/>
              <a:buChar char="•"/>
              <a:tabLst/>
            </a:pPr>
            <a:r>
              <a:rPr kumimoji="0" lang="en-US" altLang="en-US" sz="1700" b="1" i="0" u="none" strike="noStrike" cap="none" normalizeH="0" baseline="0" dirty="0">
                <a:ln>
                  <a:noFill/>
                </a:ln>
                <a:solidFill>
                  <a:schemeClr val="tx1">
                    <a:lumMod val="65000"/>
                    <a:lumOff val="35000"/>
                  </a:schemeClr>
                </a:solidFill>
                <a:effectLst/>
                <a:latin typeface="+mn-lt"/>
              </a:rPr>
              <a:t>Key design property: Each skill is independently testable. Scenario focus is expressed as a natural language query - this directly enables RQ1 (dependency-based slicing to filter to scenario-relevant behavior).</a:t>
            </a:r>
          </a:p>
        </p:txBody>
      </p:sp>
      <p:sp>
        <p:nvSpPr>
          <p:cNvPr id="12" name="Slide Number Placeholder 4">
            <a:extLst>
              <a:ext uri="{FF2B5EF4-FFF2-40B4-BE49-F238E27FC236}">
                <a16:creationId xmlns:a16="http://schemas.microsoft.com/office/drawing/2014/main" id="{7B1392DC-CB6F-543C-6155-345DE9DAE1EE}"/>
              </a:ext>
            </a:extLst>
          </p:cNvPr>
          <p:cNvSpPr>
            <a:spLocks noGrp="1"/>
          </p:cNvSpPr>
          <p:nvPr>
            <p:ph type="sldNum" sz="quarter" idx="4"/>
          </p:nvPr>
        </p:nvSpPr>
        <p:spPr>
          <a:xfrm>
            <a:off x="8534400" y="6121252"/>
            <a:ext cx="2743200" cy="365125"/>
          </a:xfrm>
        </p:spPr>
        <p:txBody>
          <a:bodyPr/>
          <a:lstStyle/>
          <a:p>
            <a:pPr>
              <a:spcAft>
                <a:spcPts val="600"/>
              </a:spcAft>
            </a:pPr>
            <a:fld id="{B5CEABB6-07DC-46E8-9B57-56EC44A396E5}" type="slidenum">
              <a:rPr lang="en-US" smtClean="0"/>
              <a:pPr>
                <a:spcAft>
                  <a:spcPts val="600"/>
                </a:spcAft>
              </a:pPr>
              <a:t>7</a:t>
            </a:fld>
            <a:endParaRPr lang="en-US"/>
          </a:p>
        </p:txBody>
      </p:sp>
      <p:sp>
        <p:nvSpPr>
          <p:cNvPr id="4" name="Slide Number Placeholder 3" hidden="1">
            <a:extLst>
              <a:ext uri="{FF2B5EF4-FFF2-40B4-BE49-F238E27FC236}">
                <a16:creationId xmlns:a16="http://schemas.microsoft.com/office/drawing/2014/main" id="{F53C3FC5-C17B-9D1F-A664-ABF4B21D0BB8}"/>
              </a:ext>
            </a:extLst>
          </p:cNvPr>
          <p:cNvSpPr>
            <a:spLocks noGrp="1"/>
          </p:cNvSpPr>
          <p:nvPr>
            <p:ph type="sldNum" sz="quarter" idx="4294967295"/>
          </p:nvPr>
        </p:nvSpPr>
        <p:spPr>
          <a:xfrm>
            <a:off x="8534400" y="6121252"/>
            <a:ext cx="2743200" cy="365125"/>
          </a:xfrm>
        </p:spPr>
        <p:txBody>
          <a:bodyPr anchor="ctr">
            <a:normAutofit/>
          </a:bodyPr>
          <a:lstStyle/>
          <a:p>
            <a:pPr>
              <a:lnSpc>
                <a:spcPct val="90000"/>
              </a:lnSpc>
              <a:spcAft>
                <a:spcPts val="600"/>
              </a:spcAft>
            </a:pPr>
            <a:fld id="{B5CEABB6-07DC-46E8-9B57-56EC44A396E5}" type="slidenum">
              <a:rPr lang="en-US" sz="300" smtClean="0"/>
              <a:pPr>
                <a:lnSpc>
                  <a:spcPct val="90000"/>
                </a:lnSpc>
                <a:spcAft>
                  <a:spcPts val="600"/>
                </a:spcAft>
              </a:pPr>
              <a:t>7</a:t>
            </a:fld>
            <a:endParaRPr lang="en-US" sz="300"/>
          </a:p>
        </p:txBody>
      </p:sp>
      <p:graphicFrame>
        <p:nvGraphicFramePr>
          <p:cNvPr id="2" name="Content Placeholder 1">
            <a:extLst>
              <a:ext uri="{FF2B5EF4-FFF2-40B4-BE49-F238E27FC236}">
                <a16:creationId xmlns:a16="http://schemas.microsoft.com/office/drawing/2014/main" id="{E1E2C492-E755-8476-18BF-466E1303CE7A}"/>
              </a:ext>
            </a:extLst>
          </p:cNvPr>
          <p:cNvGraphicFramePr>
            <a:graphicFrameLocks noGrp="1"/>
          </p:cNvGraphicFramePr>
          <p:nvPr>
            <p:ph sz="quarter" idx="10"/>
            <p:extLst>
              <p:ext uri="{D42A27DB-BD31-4B8C-83A1-F6EECF244321}">
                <p14:modId xmlns:p14="http://schemas.microsoft.com/office/powerpoint/2010/main" val="2536385350"/>
              </p:ext>
            </p:extLst>
          </p:nvPr>
        </p:nvGraphicFramePr>
        <p:xfrm>
          <a:off x="929642" y="2230315"/>
          <a:ext cx="7074490" cy="3719550"/>
        </p:xfrm>
        <a:graphic>
          <a:graphicData uri="http://schemas.openxmlformats.org/drawingml/2006/table">
            <a:tbl>
              <a:tblPr firstRow="1" bandRow="1">
                <a:tableStyleId>{17292A2E-F333-43FB-9621-5CBBE7FDCDCB}</a:tableStyleId>
              </a:tblPr>
              <a:tblGrid>
                <a:gridCol w="3527885">
                  <a:extLst>
                    <a:ext uri="{9D8B030D-6E8A-4147-A177-3AD203B41FA5}">
                      <a16:colId xmlns:a16="http://schemas.microsoft.com/office/drawing/2014/main" val="192472615"/>
                    </a:ext>
                  </a:extLst>
                </a:gridCol>
                <a:gridCol w="3546605">
                  <a:extLst>
                    <a:ext uri="{9D8B030D-6E8A-4147-A177-3AD203B41FA5}">
                      <a16:colId xmlns:a16="http://schemas.microsoft.com/office/drawing/2014/main" val="172023201"/>
                    </a:ext>
                  </a:extLst>
                </a:gridCol>
              </a:tblGrid>
              <a:tr h="371955">
                <a:tc>
                  <a:txBody>
                    <a:bodyPr/>
                    <a:lstStyle/>
                    <a:p>
                      <a:pPr algn="ctr">
                        <a:buNone/>
                      </a:pPr>
                      <a:r>
                        <a:rPr lang="en-GB" sz="1200" b="1" dirty="0">
                          <a:solidFill>
                            <a:srgbClr val="FFFFFF"/>
                          </a:solidFill>
                          <a:effectLst/>
                        </a:rPr>
                        <a:t>Skill</a:t>
                      </a:r>
                      <a:endParaRPr lang="en-GB" sz="1200" b="1" dirty="0">
                        <a:solidFill>
                          <a:srgbClr val="FFFFFF"/>
                        </a:solidFill>
                        <a:effectLst/>
                        <a:latin typeface="Sans Serif Collection" panose="020B0502040504020204" pitchFamily="34" charset="0"/>
                        <a:ea typeface="Sans Serif Collection" panose="020B0502040504020204" pitchFamily="34" charset="0"/>
                        <a:cs typeface="Sans Serif Collection" panose="020B0502040504020204" pitchFamily="34" charset="0"/>
                      </a:endParaRPr>
                    </a:p>
                  </a:txBody>
                  <a:tcPr marL="137900" marR="82740" marT="82740" marB="82740" anchor="ctr">
                    <a:lnL w="6350" cap="flat" cmpd="sng" algn="ctr">
                      <a:noFill/>
                      <a:prstDash val="solid"/>
                      <a:miter lim="800000"/>
                    </a:lnL>
                    <a:lnR w="12700" cap="flat" cmpd="sng" algn="ctr">
                      <a:solidFill>
                        <a:schemeClr val="tx1"/>
                      </a:solidFill>
                      <a:prstDash val="solid"/>
                      <a:round/>
                      <a:headEnd type="none" w="med" len="med"/>
                      <a:tailEnd type="none" w="med" len="med"/>
                    </a:lnR>
                    <a:lnT w="6350" cap="flat" cmpd="sng" algn="ctr">
                      <a:noFill/>
                      <a:prstDash val="solid"/>
                      <a:miter lim="800000"/>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buNone/>
                      </a:pPr>
                      <a:r>
                        <a:rPr lang="en-GB" sz="1200" b="1" dirty="0">
                          <a:solidFill>
                            <a:srgbClr val="FFFFFF"/>
                          </a:solidFill>
                          <a:effectLst/>
                        </a:rPr>
                        <a:t>Maps to Proposal Stage</a:t>
                      </a:r>
                      <a:endParaRPr lang="en-GB" sz="1200" b="1" dirty="0">
                        <a:solidFill>
                          <a:srgbClr val="FFFFFF"/>
                        </a:solidFill>
                        <a:effectLst/>
                        <a:latin typeface="Sans Serif Collection" panose="020B0502040504020204" pitchFamily="34" charset="0"/>
                        <a:ea typeface="Sans Serif Collection" panose="020B0502040504020204" pitchFamily="34" charset="0"/>
                        <a:cs typeface="Sans Serif Collection" panose="020B0502040504020204" pitchFamily="34" charset="0"/>
                      </a:endParaRPr>
                    </a:p>
                  </a:txBody>
                  <a:tcPr marL="137900" marR="82740" marT="82740" marB="82740" anchor="ctr">
                    <a:lnL w="12700" cap="flat" cmpd="sng" algn="ctr">
                      <a:solidFill>
                        <a:schemeClr val="tx1"/>
                      </a:solidFill>
                      <a:prstDash val="solid"/>
                      <a:round/>
                      <a:headEnd type="none" w="med" len="med"/>
                      <a:tailEnd type="none" w="med" len="med"/>
                    </a:lnL>
                    <a:lnR w="6350" cap="flat" cmpd="sng" algn="ctr">
                      <a:noFill/>
                      <a:prstDash val="solid"/>
                      <a:miter lim="800000"/>
                    </a:lnR>
                    <a:lnT w="6350" cap="flat" cmpd="sng" algn="ctr">
                      <a:noFill/>
                      <a:prstDash val="solid"/>
                      <a:miter lim="800000"/>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305239541"/>
                  </a:ext>
                </a:extLst>
              </a:tr>
              <a:tr h="371955">
                <a:tc>
                  <a:txBody>
                    <a:bodyPr/>
                    <a:lstStyle/>
                    <a:p>
                      <a:pPr>
                        <a:buNone/>
                      </a:pPr>
                      <a:r>
                        <a:rPr lang="en-GB" sz="1200" b="1" dirty="0">
                          <a:solidFill>
                            <a:schemeClr val="tx1">
                              <a:lumMod val="85000"/>
                              <a:lumOff val="15000"/>
                            </a:schemeClr>
                          </a:solidFill>
                          <a:effectLst/>
                          <a:latin typeface="Sans Serif Collection" panose="020B0502040504020204" pitchFamily="34" charset="0"/>
                          <a:ea typeface="Sans Serif Collection" panose="020B0502040504020204" pitchFamily="34" charset="0"/>
                          <a:cs typeface="Sans Serif Collection" panose="020B0502040504020204" pitchFamily="34" charset="0"/>
                        </a:rPr>
                        <a:t>get-neo4j-schema</a:t>
                      </a:r>
                    </a:p>
                  </a:txBody>
                  <a:tcPr marL="137900" marR="82740" marT="82740" marB="82740" anchor="ctr">
                    <a:lnL w="6350" cap="flat" cmpd="sng" algn="ctr">
                      <a:noFill/>
                      <a:prstDash val="solid"/>
                      <a:miter lim="800000"/>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buNone/>
                      </a:pPr>
                      <a:r>
                        <a:rPr lang="en-GB" sz="1200" dirty="0">
                          <a:solidFill>
                            <a:schemeClr val="tx1">
                              <a:lumMod val="85000"/>
                              <a:lumOff val="15000"/>
                            </a:schemeClr>
                          </a:solidFill>
                          <a:effectLst/>
                          <a:latin typeface="Sans Serif Collection" panose="020B0502040504020204" pitchFamily="34" charset="0"/>
                          <a:ea typeface="Sans Serif Collection" panose="020B0502040504020204" pitchFamily="34" charset="0"/>
                          <a:cs typeface="Sans Serif Collection" panose="020B0502040504020204" pitchFamily="34" charset="0"/>
                        </a:rPr>
                        <a:t>Static Analysis - graph introspection</a:t>
                      </a:r>
                    </a:p>
                  </a:txBody>
                  <a:tcPr marL="137900" marR="82740" marT="82740" marB="82740" anchor="ctr">
                    <a:lnL w="12700" cap="flat" cmpd="sng" algn="ctr">
                      <a:solidFill>
                        <a:schemeClr val="tx1"/>
                      </a:solidFill>
                      <a:prstDash val="solid"/>
                      <a:round/>
                      <a:headEnd type="none" w="med" len="med"/>
                      <a:tailEnd type="none" w="med" len="med"/>
                    </a:lnL>
                    <a:lnR w="6350" cap="flat" cmpd="sng" algn="ctr">
                      <a:noFill/>
                      <a:prstDash val="solid"/>
                      <a:miter lim="800000"/>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423872608"/>
                  </a:ext>
                </a:extLst>
              </a:tr>
              <a:tr h="371955">
                <a:tc>
                  <a:txBody>
                    <a:bodyPr/>
                    <a:lstStyle/>
                    <a:p>
                      <a:pPr>
                        <a:buNone/>
                      </a:pPr>
                      <a:r>
                        <a:rPr lang="en-GB" sz="1200" b="1" dirty="0">
                          <a:solidFill>
                            <a:schemeClr val="tx1">
                              <a:lumMod val="85000"/>
                              <a:lumOff val="15000"/>
                            </a:schemeClr>
                          </a:solidFill>
                          <a:effectLst/>
                          <a:latin typeface="Sans Serif Collection" panose="020B0502040504020204" pitchFamily="34" charset="0"/>
                          <a:ea typeface="Sans Serif Collection" panose="020B0502040504020204" pitchFamily="34" charset="0"/>
                          <a:cs typeface="Sans Serif Collection" panose="020B0502040504020204" pitchFamily="34" charset="0"/>
                        </a:rPr>
                        <a:t>text-to-cypher + get-cypher</a:t>
                      </a:r>
                    </a:p>
                  </a:txBody>
                  <a:tcPr marL="137900" marR="82740" marT="82740" marB="82740" anchor="ctr">
                    <a:lnL w="6350" cap="flat" cmpd="sng" algn="ctr">
                      <a:noFill/>
                      <a:prstDash val="solid"/>
                      <a:miter lim="800000"/>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buNone/>
                      </a:pPr>
                      <a:r>
                        <a:rPr lang="en-GB" sz="1200" dirty="0">
                          <a:solidFill>
                            <a:schemeClr val="tx1">
                              <a:lumMod val="85000"/>
                              <a:lumOff val="15000"/>
                            </a:schemeClr>
                          </a:solidFill>
                          <a:effectLst/>
                          <a:latin typeface="Sans Serif Collection" panose="020B0502040504020204" pitchFamily="34" charset="0"/>
                          <a:ea typeface="Sans Serif Collection" panose="020B0502040504020204" pitchFamily="34" charset="0"/>
                          <a:cs typeface="Sans Serif Collection" panose="020B0502040504020204" pitchFamily="34" charset="0"/>
                        </a:rPr>
                        <a:t>Static Analysis - scenario-specific query</a:t>
                      </a:r>
                    </a:p>
                  </a:txBody>
                  <a:tcPr marL="137900" marR="82740" marT="82740" marB="82740" anchor="ctr">
                    <a:lnL w="12700" cap="flat" cmpd="sng" algn="ctr">
                      <a:solidFill>
                        <a:schemeClr val="tx1"/>
                      </a:solidFill>
                      <a:prstDash val="solid"/>
                      <a:round/>
                      <a:headEnd type="none" w="med" len="med"/>
                      <a:tailEnd type="none" w="med" len="med"/>
                    </a:lnL>
                    <a:lnR w="6350" cap="flat" cmpd="sng" algn="ctr">
                      <a:noFill/>
                      <a:prstDash val="solid"/>
                      <a:miter lim="800000"/>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936271751"/>
                  </a:ext>
                </a:extLst>
              </a:tr>
              <a:tr h="371955">
                <a:tc>
                  <a:txBody>
                    <a:bodyPr/>
                    <a:lstStyle/>
                    <a:p>
                      <a:pPr>
                        <a:buNone/>
                      </a:pPr>
                      <a:r>
                        <a:rPr lang="en-GB" sz="1200" b="1" dirty="0">
                          <a:solidFill>
                            <a:schemeClr val="tx1">
                              <a:lumMod val="85000"/>
                              <a:lumOff val="15000"/>
                            </a:schemeClr>
                          </a:solidFill>
                          <a:effectLst/>
                          <a:latin typeface="Sans Serif Collection" panose="020B0502040504020204" pitchFamily="34" charset="0"/>
                          <a:ea typeface="Sans Serif Collection" panose="020B0502040504020204" pitchFamily="34" charset="0"/>
                          <a:cs typeface="Sans Serif Collection" panose="020B0502040504020204" pitchFamily="34" charset="0"/>
                        </a:rPr>
                        <a:t>get-interface-dependency-table</a:t>
                      </a:r>
                    </a:p>
                  </a:txBody>
                  <a:tcPr marL="137900" marR="82740" marT="82740" marB="82740" anchor="ctr">
                    <a:lnL w="6350" cap="flat" cmpd="sng" algn="ctr">
                      <a:noFill/>
                      <a:prstDash val="solid"/>
                      <a:miter lim="800000"/>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buNone/>
                      </a:pPr>
                      <a:r>
                        <a:rPr lang="en-GB" sz="1200" dirty="0">
                          <a:solidFill>
                            <a:schemeClr val="tx1">
                              <a:lumMod val="85000"/>
                              <a:lumOff val="15000"/>
                            </a:schemeClr>
                          </a:solidFill>
                          <a:effectLst/>
                          <a:latin typeface="Sans Serif Collection" panose="020B0502040504020204" pitchFamily="34" charset="0"/>
                          <a:ea typeface="Sans Serif Collection" panose="020B0502040504020204" pitchFamily="34" charset="0"/>
                          <a:cs typeface="Sans Serif Collection" panose="020B0502040504020204" pitchFamily="34" charset="0"/>
                        </a:rPr>
                        <a:t>Static Analysis - dependency aggregation</a:t>
                      </a:r>
                    </a:p>
                  </a:txBody>
                  <a:tcPr marL="137900" marR="82740" marT="82740" marB="82740" anchor="ctr">
                    <a:lnL w="12700" cap="flat" cmpd="sng" algn="ctr">
                      <a:solidFill>
                        <a:schemeClr val="tx1"/>
                      </a:solidFill>
                      <a:prstDash val="solid"/>
                      <a:round/>
                      <a:headEnd type="none" w="med" len="med"/>
                      <a:tailEnd type="none" w="med" len="med"/>
                    </a:lnL>
                    <a:lnR w="6350" cap="flat" cmpd="sng" algn="ctr">
                      <a:noFill/>
                      <a:prstDash val="solid"/>
                      <a:miter lim="800000"/>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4238485289"/>
                  </a:ext>
                </a:extLst>
              </a:tr>
              <a:tr h="371955">
                <a:tc>
                  <a:txBody>
                    <a:bodyPr/>
                    <a:lstStyle/>
                    <a:p>
                      <a:pPr>
                        <a:buNone/>
                      </a:pPr>
                      <a:r>
                        <a:rPr lang="en-GB" sz="1200" b="1" dirty="0">
                          <a:solidFill>
                            <a:schemeClr val="tx1">
                              <a:lumMod val="85000"/>
                              <a:lumOff val="15000"/>
                            </a:schemeClr>
                          </a:solidFill>
                          <a:effectLst/>
                          <a:latin typeface="Sans Serif Collection" panose="020B0502040504020204" pitchFamily="34" charset="0"/>
                          <a:ea typeface="Sans Serif Collection" panose="020B0502040504020204" pitchFamily="34" charset="0"/>
                          <a:cs typeface="Sans Serif Collection" panose="020B0502040504020204" pitchFamily="34" charset="0"/>
                        </a:rPr>
                        <a:t>get-sequence-dependency-table</a:t>
                      </a:r>
                    </a:p>
                  </a:txBody>
                  <a:tcPr marL="137900" marR="82740" marT="82740" marB="82740" anchor="ctr">
                    <a:lnL w="6350" cap="flat" cmpd="sng" algn="ctr">
                      <a:noFill/>
                      <a:prstDash val="solid"/>
                      <a:miter lim="800000"/>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buNone/>
                      </a:pPr>
                      <a:r>
                        <a:rPr lang="en-GB" sz="1200" dirty="0">
                          <a:solidFill>
                            <a:schemeClr val="tx1">
                              <a:lumMod val="85000"/>
                              <a:lumOff val="15000"/>
                            </a:schemeClr>
                          </a:solidFill>
                          <a:effectLst/>
                          <a:latin typeface="Sans Serif Collection" panose="020B0502040504020204" pitchFamily="34" charset="0"/>
                          <a:ea typeface="Sans Serif Collection" panose="020B0502040504020204" pitchFamily="34" charset="0"/>
                          <a:cs typeface="Sans Serif Collection" panose="020B0502040504020204" pitchFamily="34" charset="0"/>
                        </a:rPr>
                        <a:t>Trace Analysis - call chain extraction</a:t>
                      </a:r>
                    </a:p>
                  </a:txBody>
                  <a:tcPr marL="137900" marR="82740" marT="82740" marB="82740" anchor="ctr">
                    <a:lnL w="12700" cap="flat" cmpd="sng" algn="ctr">
                      <a:solidFill>
                        <a:schemeClr val="tx1"/>
                      </a:solidFill>
                      <a:prstDash val="solid"/>
                      <a:round/>
                      <a:headEnd type="none" w="med" len="med"/>
                      <a:tailEnd type="none" w="med" len="med"/>
                    </a:lnL>
                    <a:lnR w="6350" cap="flat" cmpd="sng" algn="ctr">
                      <a:noFill/>
                      <a:prstDash val="solid"/>
                      <a:miter lim="800000"/>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695541207"/>
                  </a:ext>
                </a:extLst>
              </a:tr>
              <a:tr h="371955">
                <a:tc>
                  <a:txBody>
                    <a:bodyPr/>
                    <a:lstStyle/>
                    <a:p>
                      <a:pPr>
                        <a:buNone/>
                      </a:pPr>
                      <a:r>
                        <a:rPr lang="en-GB" sz="1200" b="1">
                          <a:solidFill>
                            <a:schemeClr val="tx1">
                              <a:lumMod val="85000"/>
                              <a:lumOff val="15000"/>
                            </a:schemeClr>
                          </a:solidFill>
                          <a:effectLst/>
                          <a:latin typeface="Sans Serif Collection" panose="020B0502040504020204" pitchFamily="34" charset="0"/>
                          <a:ea typeface="Sans Serif Collection" panose="020B0502040504020204" pitchFamily="34" charset="0"/>
                          <a:cs typeface="Sans Serif Collection" panose="020B0502040504020204" pitchFamily="34" charset="0"/>
                        </a:rPr>
                        <a:t>draw-structural-mermaid</a:t>
                      </a:r>
                    </a:p>
                  </a:txBody>
                  <a:tcPr marL="137900" marR="82740" marT="82740" marB="82740" anchor="ctr">
                    <a:lnL w="6350" cap="flat" cmpd="sng" algn="ctr">
                      <a:noFill/>
                      <a:prstDash val="solid"/>
                      <a:miter lim="800000"/>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buNone/>
                      </a:pPr>
                      <a:r>
                        <a:rPr lang="en-GB" sz="1200" dirty="0">
                          <a:solidFill>
                            <a:schemeClr val="tx1">
                              <a:lumMod val="85000"/>
                              <a:lumOff val="15000"/>
                            </a:schemeClr>
                          </a:solidFill>
                          <a:effectLst/>
                          <a:latin typeface="Sans Serif Collection" panose="020B0502040504020204" pitchFamily="34" charset="0"/>
                          <a:ea typeface="Sans Serif Collection" panose="020B0502040504020204" pitchFamily="34" charset="0"/>
                          <a:cs typeface="Sans Serif Collection" panose="020B0502040504020204" pitchFamily="34" charset="0"/>
                        </a:rPr>
                        <a:t>Modelling - structural visualization</a:t>
                      </a:r>
                    </a:p>
                  </a:txBody>
                  <a:tcPr marL="137900" marR="82740" marT="82740" marB="82740" anchor="ctr">
                    <a:lnL w="12700" cap="flat" cmpd="sng" algn="ctr">
                      <a:solidFill>
                        <a:schemeClr val="tx1"/>
                      </a:solidFill>
                      <a:prstDash val="solid"/>
                      <a:round/>
                      <a:headEnd type="none" w="med" len="med"/>
                      <a:tailEnd type="none" w="med" len="med"/>
                    </a:lnL>
                    <a:lnR w="6350" cap="flat" cmpd="sng" algn="ctr">
                      <a:noFill/>
                      <a:prstDash val="solid"/>
                      <a:miter lim="800000"/>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676339946"/>
                  </a:ext>
                </a:extLst>
              </a:tr>
              <a:tr h="371955">
                <a:tc>
                  <a:txBody>
                    <a:bodyPr/>
                    <a:lstStyle/>
                    <a:p>
                      <a:pPr>
                        <a:buNone/>
                      </a:pPr>
                      <a:r>
                        <a:rPr lang="en-GB" sz="1200" b="1" dirty="0">
                          <a:solidFill>
                            <a:schemeClr val="tx1">
                              <a:lumMod val="85000"/>
                              <a:lumOff val="15000"/>
                            </a:schemeClr>
                          </a:solidFill>
                          <a:effectLst/>
                          <a:latin typeface="Sans Serif Collection" panose="020B0502040504020204" pitchFamily="34" charset="0"/>
                          <a:ea typeface="Sans Serif Collection" panose="020B0502040504020204" pitchFamily="34" charset="0"/>
                          <a:cs typeface="Sans Serif Collection" panose="020B0502040504020204" pitchFamily="34" charset="0"/>
                        </a:rPr>
                        <a:t>draw-sequential-mermaid-general</a:t>
                      </a:r>
                    </a:p>
                  </a:txBody>
                  <a:tcPr marL="137900" marR="82740" marT="82740" marB="82740" anchor="ctr">
                    <a:lnL w="6350" cap="flat" cmpd="sng" algn="ctr">
                      <a:noFill/>
                      <a:prstDash val="solid"/>
                      <a:miter lim="800000"/>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buNone/>
                      </a:pPr>
                      <a:r>
                        <a:rPr lang="en-GB" sz="1200" dirty="0">
                          <a:solidFill>
                            <a:schemeClr val="tx1">
                              <a:lumMod val="85000"/>
                              <a:lumOff val="15000"/>
                            </a:schemeClr>
                          </a:solidFill>
                          <a:effectLst/>
                          <a:latin typeface="Sans Serif Collection" panose="020B0502040504020204" pitchFamily="34" charset="0"/>
                          <a:ea typeface="Sans Serif Collection" panose="020B0502040504020204" pitchFamily="34" charset="0"/>
                          <a:cs typeface="Sans Serif Collection" panose="020B0502040504020204" pitchFamily="34" charset="0"/>
                        </a:rPr>
                        <a:t>Modelling - behavioural visualization</a:t>
                      </a:r>
                    </a:p>
                  </a:txBody>
                  <a:tcPr marL="137900" marR="82740" marT="82740" marB="82740" anchor="ctr">
                    <a:lnL w="12700" cap="flat" cmpd="sng" algn="ctr">
                      <a:solidFill>
                        <a:schemeClr val="tx1"/>
                      </a:solidFill>
                      <a:prstDash val="solid"/>
                      <a:round/>
                      <a:headEnd type="none" w="med" len="med"/>
                      <a:tailEnd type="none" w="med" len="med"/>
                    </a:lnL>
                    <a:lnR w="6350" cap="flat" cmpd="sng" algn="ctr">
                      <a:noFill/>
                      <a:prstDash val="solid"/>
                      <a:miter lim="800000"/>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519603658"/>
                  </a:ext>
                </a:extLst>
              </a:tr>
              <a:tr h="371955">
                <a:tc>
                  <a:txBody>
                    <a:bodyPr/>
                    <a:lstStyle/>
                    <a:p>
                      <a:pPr>
                        <a:buNone/>
                      </a:pPr>
                      <a:r>
                        <a:rPr lang="en-GB" sz="1200" b="1" dirty="0">
                          <a:solidFill>
                            <a:schemeClr val="tx1">
                              <a:lumMod val="85000"/>
                              <a:lumOff val="15000"/>
                            </a:schemeClr>
                          </a:solidFill>
                          <a:effectLst/>
                          <a:latin typeface="Sans Serif Collection" panose="020B0502040504020204" pitchFamily="34" charset="0"/>
                          <a:ea typeface="Sans Serif Collection" panose="020B0502040504020204" pitchFamily="34" charset="0"/>
                          <a:cs typeface="Sans Serif Collection" panose="020B0502040504020204" pitchFamily="34" charset="0"/>
                        </a:rPr>
                        <a:t>draw-</a:t>
                      </a:r>
                      <a:r>
                        <a:rPr lang="en-GB" sz="1200" b="1" dirty="0" err="1">
                          <a:solidFill>
                            <a:schemeClr val="tx1">
                              <a:lumMod val="85000"/>
                              <a:lumOff val="15000"/>
                            </a:schemeClr>
                          </a:solidFill>
                          <a:effectLst/>
                          <a:latin typeface="Sans Serif Collection" panose="020B0502040504020204" pitchFamily="34" charset="0"/>
                          <a:ea typeface="Sans Serif Collection" panose="020B0502040504020204" pitchFamily="34" charset="0"/>
                          <a:cs typeface="Sans Serif Collection" panose="020B0502040504020204" pitchFamily="34" charset="0"/>
                        </a:rPr>
                        <a:t>sysml</a:t>
                      </a:r>
                      <a:r>
                        <a:rPr lang="en-GB" sz="1200" b="1" dirty="0">
                          <a:solidFill>
                            <a:schemeClr val="tx1">
                              <a:lumMod val="85000"/>
                              <a:lumOff val="15000"/>
                            </a:schemeClr>
                          </a:solidFill>
                          <a:effectLst/>
                          <a:latin typeface="Sans Serif Collection" panose="020B0502040504020204" pitchFamily="34" charset="0"/>
                          <a:ea typeface="Sans Serif Collection" panose="020B0502040504020204" pitchFamily="34" charset="0"/>
                          <a:cs typeface="Sans Serif Collection" panose="020B0502040504020204" pitchFamily="34" charset="0"/>
                        </a:rPr>
                        <a:t>-structural-model</a:t>
                      </a:r>
                    </a:p>
                  </a:txBody>
                  <a:tcPr marL="137900" marR="82740" marT="82740" marB="82740" anchor="ctr">
                    <a:lnL w="6350" cap="flat" cmpd="sng" algn="ctr">
                      <a:noFill/>
                      <a:prstDash val="solid"/>
                      <a:miter lim="800000"/>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buNone/>
                      </a:pPr>
                      <a:r>
                        <a:rPr lang="en-GB" sz="1200" dirty="0" err="1">
                          <a:solidFill>
                            <a:schemeClr val="tx1">
                              <a:lumMod val="85000"/>
                              <a:lumOff val="15000"/>
                            </a:schemeClr>
                          </a:solidFill>
                          <a:effectLst/>
                          <a:latin typeface="Sans Serif Collection" panose="020B0502040504020204" pitchFamily="34" charset="0"/>
                          <a:ea typeface="Sans Serif Collection" panose="020B0502040504020204" pitchFamily="34" charset="0"/>
                          <a:cs typeface="Sans Serif Collection" panose="020B0502040504020204" pitchFamily="34" charset="0"/>
                        </a:rPr>
                        <a:t>SysML</a:t>
                      </a:r>
                      <a:r>
                        <a:rPr lang="en-GB" sz="1200" dirty="0">
                          <a:solidFill>
                            <a:schemeClr val="tx1">
                              <a:lumMod val="85000"/>
                              <a:lumOff val="15000"/>
                            </a:schemeClr>
                          </a:solidFill>
                          <a:effectLst/>
                          <a:latin typeface="Sans Serif Collection" panose="020B0502040504020204" pitchFamily="34" charset="0"/>
                          <a:ea typeface="Sans Serif Collection" panose="020B0502040504020204" pitchFamily="34" charset="0"/>
                          <a:cs typeface="Sans Serif Collection" panose="020B0502040504020204" pitchFamily="34" charset="0"/>
                        </a:rPr>
                        <a:t> v2 Output - BDD/IBD</a:t>
                      </a:r>
                    </a:p>
                  </a:txBody>
                  <a:tcPr marL="137900" marR="82740" marT="82740" marB="82740" anchor="ctr">
                    <a:lnL w="12700" cap="flat" cmpd="sng" algn="ctr">
                      <a:solidFill>
                        <a:schemeClr val="tx1"/>
                      </a:solidFill>
                      <a:prstDash val="solid"/>
                      <a:round/>
                      <a:headEnd type="none" w="med" len="med"/>
                      <a:tailEnd type="none" w="med" len="med"/>
                    </a:lnL>
                    <a:lnR w="6350" cap="flat" cmpd="sng" algn="ctr">
                      <a:noFill/>
                      <a:prstDash val="solid"/>
                      <a:miter lim="800000"/>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840244188"/>
                  </a:ext>
                </a:extLst>
              </a:tr>
              <a:tr h="371955">
                <a:tc>
                  <a:txBody>
                    <a:bodyPr/>
                    <a:lstStyle/>
                    <a:p>
                      <a:pPr>
                        <a:buNone/>
                      </a:pPr>
                      <a:r>
                        <a:rPr lang="en-GB" sz="1200" b="1" dirty="0">
                          <a:solidFill>
                            <a:schemeClr val="tx1">
                              <a:lumMod val="85000"/>
                              <a:lumOff val="15000"/>
                            </a:schemeClr>
                          </a:solidFill>
                          <a:effectLst/>
                          <a:latin typeface="Sans Serif Collection" panose="020B0502040504020204" pitchFamily="34" charset="0"/>
                          <a:ea typeface="Sans Serif Collection" panose="020B0502040504020204" pitchFamily="34" charset="0"/>
                          <a:cs typeface="Sans Serif Collection" panose="020B0502040504020204" pitchFamily="34" charset="0"/>
                        </a:rPr>
                        <a:t>draw-</a:t>
                      </a:r>
                      <a:r>
                        <a:rPr lang="en-GB" sz="1200" b="1" dirty="0" err="1">
                          <a:solidFill>
                            <a:schemeClr val="tx1">
                              <a:lumMod val="85000"/>
                              <a:lumOff val="15000"/>
                            </a:schemeClr>
                          </a:solidFill>
                          <a:effectLst/>
                          <a:latin typeface="Sans Serif Collection" panose="020B0502040504020204" pitchFamily="34" charset="0"/>
                          <a:ea typeface="Sans Serif Collection" panose="020B0502040504020204" pitchFamily="34" charset="0"/>
                          <a:cs typeface="Sans Serif Collection" panose="020B0502040504020204" pitchFamily="34" charset="0"/>
                        </a:rPr>
                        <a:t>sysml</a:t>
                      </a:r>
                      <a:r>
                        <a:rPr lang="en-GB" sz="1200" b="1" dirty="0">
                          <a:solidFill>
                            <a:schemeClr val="tx1">
                              <a:lumMod val="85000"/>
                              <a:lumOff val="15000"/>
                            </a:schemeClr>
                          </a:solidFill>
                          <a:effectLst/>
                          <a:latin typeface="Sans Serif Collection" panose="020B0502040504020204" pitchFamily="34" charset="0"/>
                          <a:ea typeface="Sans Serif Collection" panose="020B0502040504020204" pitchFamily="34" charset="0"/>
                          <a:cs typeface="Sans Serif Collection" panose="020B0502040504020204" pitchFamily="34" charset="0"/>
                        </a:rPr>
                        <a:t>-sequence-model</a:t>
                      </a:r>
                    </a:p>
                  </a:txBody>
                  <a:tcPr marL="137900" marR="82740" marT="82740" marB="82740" anchor="ctr">
                    <a:lnL w="6350" cap="flat" cmpd="sng" algn="ctr">
                      <a:noFill/>
                      <a:prstDash val="solid"/>
                      <a:miter lim="800000"/>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buNone/>
                      </a:pPr>
                      <a:r>
                        <a:rPr lang="en-GB" sz="1200" dirty="0" err="1">
                          <a:solidFill>
                            <a:schemeClr val="tx1">
                              <a:lumMod val="85000"/>
                              <a:lumOff val="15000"/>
                            </a:schemeClr>
                          </a:solidFill>
                          <a:effectLst/>
                          <a:latin typeface="Sans Serif Collection" panose="020B0502040504020204" pitchFamily="34" charset="0"/>
                          <a:ea typeface="Sans Serif Collection" panose="020B0502040504020204" pitchFamily="34" charset="0"/>
                          <a:cs typeface="Sans Serif Collection" panose="020B0502040504020204" pitchFamily="34" charset="0"/>
                        </a:rPr>
                        <a:t>SysML</a:t>
                      </a:r>
                      <a:r>
                        <a:rPr lang="en-GB" sz="1200" dirty="0">
                          <a:solidFill>
                            <a:schemeClr val="tx1">
                              <a:lumMod val="85000"/>
                              <a:lumOff val="15000"/>
                            </a:schemeClr>
                          </a:solidFill>
                          <a:effectLst/>
                          <a:latin typeface="Sans Serif Collection" panose="020B0502040504020204" pitchFamily="34" charset="0"/>
                          <a:ea typeface="Sans Serif Collection" panose="020B0502040504020204" pitchFamily="34" charset="0"/>
                          <a:cs typeface="Sans Serif Collection" panose="020B0502040504020204" pitchFamily="34" charset="0"/>
                        </a:rPr>
                        <a:t> v2 Output - Sequence Diagram</a:t>
                      </a:r>
                    </a:p>
                  </a:txBody>
                  <a:tcPr marL="137900" marR="82740" marT="82740" marB="82740" anchor="ctr">
                    <a:lnL w="12700" cap="flat" cmpd="sng" algn="ctr">
                      <a:solidFill>
                        <a:schemeClr val="tx1"/>
                      </a:solidFill>
                      <a:prstDash val="solid"/>
                      <a:round/>
                      <a:headEnd type="none" w="med" len="med"/>
                      <a:tailEnd type="none" w="med" len="med"/>
                    </a:lnL>
                    <a:lnR w="6350" cap="flat" cmpd="sng" algn="ctr">
                      <a:noFill/>
                      <a:prstDash val="solid"/>
                      <a:miter lim="800000"/>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797272443"/>
                  </a:ext>
                </a:extLst>
              </a:tr>
              <a:tr h="371955">
                <a:tc>
                  <a:txBody>
                    <a:bodyPr/>
                    <a:lstStyle/>
                    <a:p>
                      <a:pPr>
                        <a:buNone/>
                      </a:pPr>
                      <a:r>
                        <a:rPr lang="en-GB" sz="1200" b="1" dirty="0">
                          <a:solidFill>
                            <a:schemeClr val="tx1">
                              <a:lumMod val="85000"/>
                              <a:lumOff val="15000"/>
                            </a:schemeClr>
                          </a:solidFill>
                          <a:effectLst/>
                          <a:latin typeface="Sans Serif Collection" panose="020B0502040504020204" pitchFamily="34" charset="0"/>
                          <a:ea typeface="Sans Serif Collection" panose="020B0502040504020204" pitchFamily="34" charset="0"/>
                          <a:cs typeface="Sans Serif Collection" panose="020B0502040504020204" pitchFamily="34" charset="0"/>
                        </a:rPr>
                        <a:t>get-runtime-traces</a:t>
                      </a:r>
                    </a:p>
                  </a:txBody>
                  <a:tcPr marL="137900" marR="82740" marT="82740" marB="82740" anchor="ctr">
                    <a:lnL w="6350" cap="flat" cmpd="sng" algn="ctr">
                      <a:noFill/>
                      <a:prstDash val="solid"/>
                      <a:miter lim="800000"/>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6350" cap="flat" cmpd="sng" algn="ctr">
                      <a:noFill/>
                      <a:prstDash val="solid"/>
                      <a:miter lim="800000"/>
                    </a:lnB>
                    <a:lnTlToBr w="12700" cmpd="sng">
                      <a:noFill/>
                      <a:prstDash val="solid"/>
                    </a:lnTlToBr>
                    <a:lnBlToTr w="12700" cmpd="sng">
                      <a:noFill/>
                      <a:prstDash val="solid"/>
                    </a:lnBlToTr>
                  </a:tcPr>
                </a:tc>
                <a:tc>
                  <a:txBody>
                    <a:bodyPr/>
                    <a:lstStyle/>
                    <a:p>
                      <a:pPr>
                        <a:buNone/>
                      </a:pPr>
                      <a:r>
                        <a:rPr lang="en-GB" sz="1200" dirty="0">
                          <a:solidFill>
                            <a:schemeClr val="tx1">
                              <a:lumMod val="85000"/>
                              <a:lumOff val="15000"/>
                            </a:schemeClr>
                          </a:solidFill>
                          <a:effectLst/>
                          <a:latin typeface="Sans Serif Collection" panose="020B0502040504020204" pitchFamily="34" charset="0"/>
                          <a:ea typeface="Sans Serif Collection" panose="020B0502040504020204" pitchFamily="34" charset="0"/>
                          <a:cs typeface="Sans Serif Collection" panose="020B0502040504020204" pitchFamily="34" charset="0"/>
                        </a:rPr>
                        <a:t>Trace Collection - in progress</a:t>
                      </a:r>
                    </a:p>
                  </a:txBody>
                  <a:tcPr marL="137900" marR="82740" marT="82740" marB="82740" anchor="ctr">
                    <a:lnL w="12700" cap="flat" cmpd="sng" algn="ctr">
                      <a:solidFill>
                        <a:schemeClr val="tx1"/>
                      </a:solidFill>
                      <a:prstDash val="solid"/>
                      <a:round/>
                      <a:headEnd type="none" w="med" len="med"/>
                      <a:tailEnd type="none" w="med" len="med"/>
                    </a:lnL>
                    <a:lnR w="6350" cap="flat" cmpd="sng" algn="ctr">
                      <a:noFill/>
                      <a:prstDash val="solid"/>
                      <a:miter lim="800000"/>
                    </a:lnR>
                    <a:lnT w="12700" cap="flat" cmpd="sng" algn="ctr">
                      <a:solidFill>
                        <a:schemeClr val="tx1"/>
                      </a:solidFill>
                      <a:prstDash val="solid"/>
                      <a:round/>
                      <a:headEnd type="none" w="med" len="med"/>
                      <a:tailEnd type="none" w="med" len="med"/>
                    </a:lnT>
                    <a:lnB w="6350" cap="flat" cmpd="sng" algn="ctr">
                      <a:noFill/>
                      <a:prstDash val="solid"/>
                      <a:miter lim="800000"/>
                    </a:lnB>
                    <a:lnTlToBr w="12700" cmpd="sng">
                      <a:noFill/>
                      <a:prstDash val="solid"/>
                    </a:lnTlToBr>
                    <a:lnBlToTr w="12700" cmpd="sng">
                      <a:noFill/>
                      <a:prstDash val="solid"/>
                    </a:lnBlToTr>
                  </a:tcPr>
                </a:tc>
                <a:extLst>
                  <a:ext uri="{0D108BD9-81ED-4DB2-BD59-A6C34878D82A}">
                    <a16:rowId xmlns:a16="http://schemas.microsoft.com/office/drawing/2014/main" val="1589877789"/>
                  </a:ext>
                </a:extLst>
              </a:tr>
            </a:tbl>
          </a:graphicData>
        </a:graphic>
      </p:graphicFrame>
    </p:spTree>
    <p:extLst>
      <p:ext uri="{BB962C8B-B14F-4D97-AF65-F5344CB8AC3E}">
        <p14:creationId xmlns:p14="http://schemas.microsoft.com/office/powerpoint/2010/main" val="129780335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7B4021-096E-6F80-7599-EE88C25F783D}"/>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DA984B69-C0F3-CE84-010E-DD09109CA5C4}"/>
              </a:ext>
            </a:extLst>
          </p:cNvPr>
          <p:cNvSpPr>
            <a:spLocks noGrp="1"/>
          </p:cNvSpPr>
          <p:nvPr>
            <p:ph type="title"/>
          </p:nvPr>
        </p:nvSpPr>
        <p:spPr>
          <a:xfrm>
            <a:off x="899160" y="655320"/>
            <a:ext cx="10812676" cy="1010642"/>
          </a:xfrm>
        </p:spPr>
        <p:txBody>
          <a:bodyPr anchor="ctr">
            <a:normAutofit/>
          </a:bodyPr>
          <a:lstStyle/>
          <a:p>
            <a:r>
              <a:rPr lang="en-GB" sz="4400" dirty="0">
                <a:latin typeface="Sans Serif Collection" panose="020B0502040504020204" pitchFamily="34" charset="0"/>
                <a:ea typeface="Sans Serif Collection" panose="020B0502040504020204" pitchFamily="34" charset="0"/>
                <a:cs typeface="Sans Serif Collection" panose="020B0502040504020204" pitchFamily="34" charset="0"/>
              </a:rPr>
              <a:t>What Was Produced: </a:t>
            </a:r>
            <a:r>
              <a:rPr lang="en-GB" sz="4400" dirty="0" err="1">
                <a:latin typeface="Sans Serif Collection" panose="020B0502040504020204" pitchFamily="34" charset="0"/>
                <a:ea typeface="Sans Serif Collection" panose="020B0502040504020204" pitchFamily="34" charset="0"/>
                <a:cs typeface="Sans Serif Collection" panose="020B0502040504020204" pitchFamily="34" charset="0"/>
              </a:rPr>
              <a:t>SysML</a:t>
            </a:r>
            <a:r>
              <a:rPr lang="en-GB" sz="4400" dirty="0">
                <a:latin typeface="Sans Serif Collection" panose="020B0502040504020204" pitchFamily="34" charset="0"/>
                <a:ea typeface="Sans Serif Collection" panose="020B0502040504020204" pitchFamily="34" charset="0"/>
                <a:cs typeface="Sans Serif Collection" panose="020B0502040504020204" pitchFamily="34" charset="0"/>
              </a:rPr>
              <a:t> v2 Artifacts</a:t>
            </a:r>
          </a:p>
        </p:txBody>
      </p:sp>
      <p:sp>
        <p:nvSpPr>
          <p:cNvPr id="16" name="Content Placeholder 2">
            <a:extLst>
              <a:ext uri="{FF2B5EF4-FFF2-40B4-BE49-F238E27FC236}">
                <a16:creationId xmlns:a16="http://schemas.microsoft.com/office/drawing/2014/main" id="{66A3D7D6-5CE4-A062-A0FC-C7A4A1941D64}"/>
              </a:ext>
            </a:extLst>
          </p:cNvPr>
          <p:cNvSpPr>
            <a:spLocks noGrp="1"/>
          </p:cNvSpPr>
          <p:nvPr>
            <p:ph sz="quarter" idx="10"/>
          </p:nvPr>
        </p:nvSpPr>
        <p:spPr>
          <a:xfrm>
            <a:off x="899160" y="1665962"/>
            <a:ext cx="10662363" cy="4475758"/>
          </a:xfrm>
        </p:spPr>
        <p:txBody>
          <a:bodyPr>
            <a:normAutofit/>
          </a:bodyPr>
          <a:lstStyle/>
          <a:p>
            <a:r>
              <a:rPr lang="en-GB" dirty="0">
                <a:latin typeface="Sans Serif Collection" panose="020B0502040504020204" pitchFamily="34" charset="0"/>
                <a:ea typeface="Sans Serif Collection" panose="020B0502040504020204" pitchFamily="34" charset="0"/>
                <a:cs typeface="Sans Serif Collection" panose="020B0502040504020204" pitchFamily="34" charset="0"/>
              </a:rPr>
              <a:t>Structural Model:</a:t>
            </a:r>
          </a:p>
          <a:p>
            <a:pPr marL="285750" indent="-285750">
              <a:buFont typeface="Arial" panose="020B0604020202020204" pitchFamily="34" charset="0"/>
              <a:buChar char="•"/>
            </a:pPr>
            <a:r>
              <a:rPr lang="en-GB" dirty="0">
                <a:latin typeface="Sans Serif Collection" panose="020B0502040504020204" pitchFamily="34" charset="0"/>
                <a:ea typeface="Sans Serif Collection" panose="020B0502040504020204" pitchFamily="34" charset="0"/>
                <a:cs typeface="Sans Serif Collection" panose="020B0502040504020204" pitchFamily="34" charset="0"/>
              </a:rPr>
              <a:t>part def for each C++ component</a:t>
            </a:r>
          </a:p>
          <a:p>
            <a:pPr marL="285750" indent="-285750">
              <a:buFont typeface="Arial" panose="020B0604020202020204" pitchFamily="34" charset="0"/>
              <a:buChar char="•"/>
            </a:pPr>
            <a:r>
              <a:rPr lang="en-GB" dirty="0">
                <a:latin typeface="Sans Serif Collection" panose="020B0502040504020204" pitchFamily="34" charset="0"/>
                <a:ea typeface="Sans Serif Collection" panose="020B0502040504020204" pitchFamily="34" charset="0"/>
                <a:cs typeface="Sans Serif Collection" panose="020B0502040504020204" pitchFamily="34" charset="0"/>
              </a:rPr>
              <a:t>port def for dependencies</a:t>
            </a:r>
          </a:p>
          <a:p>
            <a:pPr marL="285750" indent="-285750">
              <a:buFont typeface="Arial" panose="020B0604020202020204" pitchFamily="34" charset="0"/>
              <a:buChar char="•"/>
            </a:pPr>
            <a:r>
              <a:rPr lang="en-GB" dirty="0">
                <a:latin typeface="Sans Serif Collection" panose="020B0502040504020204" pitchFamily="34" charset="0"/>
                <a:ea typeface="Sans Serif Collection" panose="020B0502040504020204" pitchFamily="34" charset="0"/>
                <a:cs typeface="Sans Serif Collection" panose="020B0502040504020204" pitchFamily="34" charset="0"/>
              </a:rPr>
              <a:t>connect statements for provider-consumer relationships</a:t>
            </a:r>
          </a:p>
          <a:p>
            <a:endParaRPr lang="en-GB" dirty="0">
              <a:latin typeface="Sans Serif Collection" panose="020B0502040504020204" pitchFamily="34" charset="0"/>
              <a:ea typeface="Sans Serif Collection" panose="020B0502040504020204" pitchFamily="34" charset="0"/>
              <a:cs typeface="Sans Serif Collection" panose="020B0502040504020204" pitchFamily="34" charset="0"/>
            </a:endParaRPr>
          </a:p>
          <a:p>
            <a:r>
              <a:rPr lang="en-GB" dirty="0">
                <a:latin typeface="Sans Serif Collection" panose="020B0502040504020204" pitchFamily="34" charset="0"/>
                <a:ea typeface="Sans Serif Collection" panose="020B0502040504020204" pitchFamily="34" charset="0"/>
                <a:cs typeface="Sans Serif Collection" panose="020B0502040504020204" pitchFamily="34" charset="0"/>
              </a:rPr>
              <a:t>Sequence Model:</a:t>
            </a:r>
          </a:p>
          <a:p>
            <a:pPr marL="285750" indent="-285750">
              <a:buFont typeface="Arial" panose="020B0604020202020204" pitchFamily="34" charset="0"/>
              <a:buChar char="•"/>
            </a:pPr>
            <a:r>
              <a:rPr lang="en-GB" dirty="0">
                <a:latin typeface="Sans Serif Collection" panose="020B0502040504020204" pitchFamily="34" charset="0"/>
                <a:ea typeface="Sans Serif Collection" panose="020B0502040504020204" pitchFamily="34" charset="0"/>
                <a:cs typeface="Sans Serif Collection" panose="020B0502040504020204" pitchFamily="34" charset="0"/>
              </a:rPr>
              <a:t>Runtime interaction flows derived from static call chains</a:t>
            </a:r>
          </a:p>
          <a:p>
            <a:pPr marL="285750" indent="-285750">
              <a:buFont typeface="Arial" panose="020B0604020202020204" pitchFamily="34" charset="0"/>
              <a:buChar char="•"/>
            </a:pPr>
            <a:r>
              <a:rPr lang="en-GB" dirty="0">
                <a:latin typeface="Sans Serif Collection" panose="020B0502040504020204" pitchFamily="34" charset="0"/>
                <a:ea typeface="Sans Serif Collection" panose="020B0502040504020204" pitchFamily="34" charset="0"/>
                <a:cs typeface="Sans Serif Collection" panose="020B0502040504020204" pitchFamily="34" charset="0"/>
              </a:rPr>
              <a:t>Static-only baseline interaction diagrams</a:t>
            </a:r>
          </a:p>
          <a:p>
            <a:pPr marL="285750" indent="-285750">
              <a:buFont typeface="Arial" panose="020B0604020202020204" pitchFamily="34" charset="0"/>
              <a:buChar char="•"/>
            </a:pPr>
            <a:endParaRPr lang="en-GB" dirty="0">
              <a:latin typeface="Sans Serif Collection" panose="020B0502040504020204" pitchFamily="34" charset="0"/>
              <a:ea typeface="Sans Serif Collection" panose="020B0502040504020204" pitchFamily="34" charset="0"/>
              <a:cs typeface="Sans Serif Collection" panose="020B0502040504020204" pitchFamily="34" charset="0"/>
            </a:endParaRPr>
          </a:p>
          <a:p>
            <a:pPr marL="285750" indent="-285750">
              <a:buFont typeface="Arial" panose="020B0604020202020204" pitchFamily="34" charset="0"/>
              <a:buChar char="•"/>
            </a:pPr>
            <a:r>
              <a:rPr lang="en-GB" dirty="0">
                <a:latin typeface="Sans Serif Collection" panose="020B0502040504020204" pitchFamily="34" charset="0"/>
                <a:ea typeface="Sans Serif Collection" panose="020B0502040504020204" pitchFamily="34" charset="0"/>
                <a:cs typeface="Sans Serif Collection" panose="020B0502040504020204" pitchFamily="34" charset="0"/>
              </a:rPr>
              <a:t>These form the static-only baseline for evaluation.</a:t>
            </a:r>
          </a:p>
        </p:txBody>
      </p:sp>
      <p:sp>
        <p:nvSpPr>
          <p:cNvPr id="4" name="Slide Number Placeholder 3" hidden="1">
            <a:extLst>
              <a:ext uri="{FF2B5EF4-FFF2-40B4-BE49-F238E27FC236}">
                <a16:creationId xmlns:a16="http://schemas.microsoft.com/office/drawing/2014/main" id="{8485C158-DAC7-3D4B-0313-093CCAA1E899}"/>
              </a:ext>
            </a:extLst>
          </p:cNvPr>
          <p:cNvSpPr>
            <a:spLocks noGrp="1"/>
          </p:cNvSpPr>
          <p:nvPr>
            <p:ph type="sldNum" sz="quarter" idx="4294967295"/>
          </p:nvPr>
        </p:nvSpPr>
        <p:spPr>
          <a:xfrm>
            <a:off x="8534400" y="6121252"/>
            <a:ext cx="2743200" cy="365125"/>
          </a:xfrm>
        </p:spPr>
        <p:txBody>
          <a:bodyPr anchor="ctr">
            <a:normAutofit/>
          </a:bodyPr>
          <a:lstStyle/>
          <a:p>
            <a:pPr>
              <a:lnSpc>
                <a:spcPct val="90000"/>
              </a:lnSpc>
              <a:spcAft>
                <a:spcPts val="600"/>
              </a:spcAft>
            </a:pPr>
            <a:fld id="{B5CEABB6-07DC-46E8-9B57-56EC44A396E5}" type="slidenum">
              <a:rPr lang="en-US" sz="300" smtClean="0"/>
              <a:pPr>
                <a:lnSpc>
                  <a:spcPct val="90000"/>
                </a:lnSpc>
                <a:spcAft>
                  <a:spcPts val="600"/>
                </a:spcAft>
              </a:pPr>
              <a:t>8</a:t>
            </a:fld>
            <a:endParaRPr lang="en-US" sz="300"/>
          </a:p>
        </p:txBody>
      </p:sp>
      <p:pic>
        <p:nvPicPr>
          <p:cNvPr id="3" name="Picture 2">
            <a:extLst>
              <a:ext uri="{FF2B5EF4-FFF2-40B4-BE49-F238E27FC236}">
                <a16:creationId xmlns:a16="http://schemas.microsoft.com/office/drawing/2014/main" id="{340DFA40-7131-2DB2-F514-9500D4234851}"/>
              </a:ext>
            </a:extLst>
          </p:cNvPr>
          <p:cNvPicPr>
            <a:picLocks noChangeAspect="1"/>
          </p:cNvPicPr>
          <p:nvPr/>
        </p:nvPicPr>
        <p:blipFill>
          <a:blip r:embed="rId3"/>
          <a:stretch>
            <a:fillRect/>
          </a:stretch>
        </p:blipFill>
        <p:spPr>
          <a:xfrm>
            <a:off x="7988347" y="1538867"/>
            <a:ext cx="3573176" cy="4663813"/>
          </a:xfrm>
          <a:prstGeom prst="rect">
            <a:avLst/>
          </a:prstGeom>
        </p:spPr>
      </p:pic>
    </p:spTree>
    <p:extLst>
      <p:ext uri="{BB962C8B-B14F-4D97-AF65-F5344CB8AC3E}">
        <p14:creationId xmlns:p14="http://schemas.microsoft.com/office/powerpoint/2010/main" val="363153101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FAD44B-5581-FB66-1D0A-36FF3AE55DE8}"/>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DC7AD4E3-5FA5-1E2F-B9AE-F34C3844A0BB}"/>
              </a:ext>
            </a:extLst>
          </p:cNvPr>
          <p:cNvSpPr>
            <a:spLocks noGrp="1"/>
          </p:cNvSpPr>
          <p:nvPr>
            <p:ph type="title"/>
          </p:nvPr>
        </p:nvSpPr>
        <p:spPr>
          <a:xfrm>
            <a:off x="899160" y="655320"/>
            <a:ext cx="10812676" cy="1010642"/>
          </a:xfrm>
        </p:spPr>
        <p:txBody>
          <a:bodyPr anchor="ctr">
            <a:normAutofit/>
          </a:bodyPr>
          <a:lstStyle/>
          <a:p>
            <a:r>
              <a:rPr lang="en-GB" sz="4400" dirty="0">
                <a:latin typeface="Sans Serif Collection" panose="020B0502040504020204" pitchFamily="34" charset="0"/>
                <a:ea typeface="Sans Serif Collection" panose="020B0502040504020204" pitchFamily="34" charset="0"/>
                <a:cs typeface="Sans Serif Collection" panose="020B0502040504020204" pitchFamily="34" charset="0"/>
              </a:rPr>
              <a:t>Current On-going Work</a:t>
            </a:r>
          </a:p>
        </p:txBody>
      </p:sp>
      <p:sp>
        <p:nvSpPr>
          <p:cNvPr id="16" name="Content Placeholder 2">
            <a:extLst>
              <a:ext uri="{FF2B5EF4-FFF2-40B4-BE49-F238E27FC236}">
                <a16:creationId xmlns:a16="http://schemas.microsoft.com/office/drawing/2014/main" id="{93FCB616-61BD-05E7-8A4A-17019134E94B}"/>
              </a:ext>
            </a:extLst>
          </p:cNvPr>
          <p:cNvSpPr>
            <a:spLocks noGrp="1"/>
          </p:cNvSpPr>
          <p:nvPr>
            <p:ph sz="quarter" idx="10"/>
          </p:nvPr>
        </p:nvSpPr>
        <p:spPr>
          <a:xfrm>
            <a:off x="899160" y="1665962"/>
            <a:ext cx="10662363" cy="4475758"/>
          </a:xfrm>
        </p:spPr>
        <p:txBody>
          <a:bodyPr>
            <a:normAutofit/>
          </a:bodyPr>
          <a:lstStyle/>
          <a:p>
            <a:r>
              <a:rPr lang="en-GB" b="1" dirty="0">
                <a:latin typeface="Sans Serif Collection" panose="020B0502040504020204" pitchFamily="34" charset="0"/>
                <a:ea typeface="Sans Serif Collection" panose="020B0502040504020204" pitchFamily="34" charset="0"/>
                <a:cs typeface="Sans Serif Collection" panose="020B0502040504020204" pitchFamily="34" charset="0"/>
              </a:rPr>
              <a:t>Goal:</a:t>
            </a:r>
          </a:p>
          <a:p>
            <a:r>
              <a:rPr lang="en-GB" dirty="0">
                <a:latin typeface="Sans Serif Collection" panose="020B0502040504020204" pitchFamily="34" charset="0"/>
                <a:ea typeface="Sans Serif Collection" panose="020B0502040504020204" pitchFamily="34" charset="0"/>
                <a:cs typeface="Sans Serif Collection" panose="020B0502040504020204" pitchFamily="34" charset="0"/>
              </a:rPr>
              <a:t>Capture timestamped runtime events from the </a:t>
            </a:r>
            <a:r>
              <a:rPr lang="en-GB" dirty="0" err="1">
                <a:latin typeface="Sans Serif Collection" panose="020B0502040504020204" pitchFamily="34" charset="0"/>
                <a:ea typeface="Sans Serif Collection" panose="020B0502040504020204" pitchFamily="34" charset="0"/>
                <a:cs typeface="Sans Serif Collection" panose="020B0502040504020204" pitchFamily="34" charset="0"/>
              </a:rPr>
              <a:t>cpsCore</a:t>
            </a:r>
            <a:r>
              <a:rPr lang="en-GB" dirty="0">
                <a:latin typeface="Sans Serif Collection" panose="020B0502040504020204" pitchFamily="34" charset="0"/>
                <a:ea typeface="Sans Serif Collection" panose="020B0502040504020204" pitchFamily="34" charset="0"/>
                <a:cs typeface="Sans Serif Collection" panose="020B0502040504020204" pitchFamily="34" charset="0"/>
              </a:rPr>
              <a:t> system</a:t>
            </a:r>
          </a:p>
          <a:p>
            <a:endParaRPr lang="en-GB" b="1" dirty="0">
              <a:latin typeface="Sans Serif Collection" panose="020B0502040504020204" pitchFamily="34" charset="0"/>
              <a:ea typeface="Sans Serif Collection" panose="020B0502040504020204" pitchFamily="34" charset="0"/>
              <a:cs typeface="Sans Serif Collection" panose="020B0502040504020204" pitchFamily="34" charset="0"/>
            </a:endParaRPr>
          </a:p>
          <a:p>
            <a:r>
              <a:rPr lang="en-GB" b="1" dirty="0">
                <a:latin typeface="Sans Serif Collection" panose="020B0502040504020204" pitchFamily="34" charset="0"/>
                <a:ea typeface="Sans Serif Collection" panose="020B0502040504020204" pitchFamily="34" charset="0"/>
                <a:cs typeface="Sans Serif Collection" panose="020B0502040504020204" pitchFamily="34" charset="0"/>
              </a:rPr>
              <a:t>Work in progress:</a:t>
            </a:r>
          </a:p>
          <a:p>
            <a:pPr marL="342900" indent="-342900">
              <a:buFont typeface="+mj-lt"/>
              <a:buAutoNum type="arabicPeriod"/>
            </a:pPr>
            <a:r>
              <a:rPr lang="en-GB" dirty="0">
                <a:latin typeface="Sans Serif Collection" panose="020B0502040504020204" pitchFamily="34" charset="0"/>
                <a:ea typeface="Sans Serif Collection" panose="020B0502040504020204" pitchFamily="34" charset="0"/>
                <a:cs typeface="Sans Serif Collection" panose="020B0502040504020204" pitchFamily="34" charset="0"/>
              </a:rPr>
              <a:t>Generalised Trace Collector: converting output format to structured .txt logs (portable, tool-agnostic)</a:t>
            </a:r>
          </a:p>
          <a:p>
            <a:pPr marL="342900" indent="-342900">
              <a:buFont typeface="+mj-lt"/>
              <a:buAutoNum type="arabicPeriod"/>
            </a:pPr>
            <a:r>
              <a:rPr lang="en-GB" dirty="0" err="1">
                <a:latin typeface="Sans Serif Collection" panose="020B0502040504020204" pitchFamily="34" charset="0"/>
                <a:ea typeface="Sans Serif Collection" panose="020B0502040504020204" pitchFamily="34" charset="0"/>
                <a:cs typeface="Sans Serif Collection" panose="020B0502040504020204" pitchFamily="34" charset="0"/>
              </a:rPr>
              <a:t>SysOn</a:t>
            </a:r>
            <a:r>
              <a:rPr lang="en-GB" dirty="0">
                <a:latin typeface="Sans Serif Collection" panose="020B0502040504020204" pitchFamily="34" charset="0"/>
                <a:ea typeface="Sans Serif Collection" panose="020B0502040504020204" pitchFamily="34" charset="0"/>
                <a:cs typeface="Sans Serif Collection" panose="020B0502040504020204" pitchFamily="34" charset="0"/>
              </a:rPr>
              <a:t> Docker Integration : containerised </a:t>
            </a:r>
            <a:r>
              <a:rPr lang="en-GB" dirty="0" err="1">
                <a:latin typeface="Sans Serif Collection" panose="020B0502040504020204" pitchFamily="34" charset="0"/>
                <a:ea typeface="Sans Serif Collection" panose="020B0502040504020204" pitchFamily="34" charset="0"/>
                <a:cs typeface="Sans Serif Collection" panose="020B0502040504020204" pitchFamily="34" charset="0"/>
              </a:rPr>
              <a:t>SysON</a:t>
            </a:r>
            <a:r>
              <a:rPr lang="en-GB" dirty="0">
                <a:latin typeface="Sans Serif Collection" panose="020B0502040504020204" pitchFamily="34" charset="0"/>
                <a:ea typeface="Sans Serif Collection" panose="020B0502040504020204" pitchFamily="34" charset="0"/>
                <a:cs typeface="Sans Serif Collection" panose="020B0502040504020204" pitchFamily="34" charset="0"/>
              </a:rPr>
              <a:t> instance for live </a:t>
            </a:r>
            <a:r>
              <a:rPr lang="en-GB" dirty="0" err="1">
                <a:latin typeface="Sans Serif Collection" panose="020B0502040504020204" pitchFamily="34" charset="0"/>
                <a:ea typeface="Sans Serif Collection" panose="020B0502040504020204" pitchFamily="34" charset="0"/>
                <a:cs typeface="Sans Serif Collection" panose="020B0502040504020204" pitchFamily="34" charset="0"/>
              </a:rPr>
              <a:t>SysML</a:t>
            </a:r>
            <a:r>
              <a:rPr lang="en-GB" dirty="0">
                <a:latin typeface="Sans Serif Collection" panose="020B0502040504020204" pitchFamily="34" charset="0"/>
                <a:ea typeface="Sans Serif Collection" panose="020B0502040504020204" pitchFamily="34" charset="0"/>
                <a:cs typeface="Sans Serif Collection" panose="020B0502040504020204" pitchFamily="34" charset="0"/>
              </a:rPr>
              <a:t> visualization and validation</a:t>
            </a:r>
          </a:p>
          <a:p>
            <a:pPr marL="342900" indent="-342900">
              <a:buFont typeface="+mj-lt"/>
              <a:buAutoNum type="arabicPeriod"/>
            </a:pPr>
            <a:r>
              <a:rPr lang="en-GB" dirty="0" err="1">
                <a:latin typeface="Sans Serif Collection" panose="020B0502040504020204" pitchFamily="34" charset="0"/>
                <a:ea typeface="Sans Serif Collection" panose="020B0502040504020204" pitchFamily="34" charset="0"/>
                <a:cs typeface="Sans Serif Collection" panose="020B0502040504020204" pitchFamily="34" charset="0"/>
              </a:rPr>
              <a:t>ClangSharp</a:t>
            </a:r>
            <a:r>
              <a:rPr lang="en-GB" dirty="0">
                <a:latin typeface="Sans Serif Collection" panose="020B0502040504020204" pitchFamily="34" charset="0"/>
                <a:ea typeface="Sans Serif Collection" panose="020B0502040504020204" pitchFamily="34" charset="0"/>
                <a:cs typeface="Sans Serif Collection" panose="020B0502040504020204" pitchFamily="34" charset="0"/>
              </a:rPr>
              <a:t> Static Parser benchmarking via </a:t>
            </a:r>
            <a:r>
              <a:rPr lang="en-GB" dirty="0" err="1">
                <a:latin typeface="Sans Serif Collection" panose="020B0502040504020204" pitchFamily="34" charset="0"/>
                <a:ea typeface="Sans Serif Collection" panose="020B0502040504020204" pitchFamily="34" charset="0"/>
                <a:cs typeface="Sans Serif Collection" panose="020B0502040504020204" pitchFamily="34" charset="0"/>
              </a:rPr>
              <a:t>libclang</a:t>
            </a:r>
            <a:r>
              <a:rPr lang="en-GB" dirty="0">
                <a:latin typeface="Sans Serif Collection" panose="020B0502040504020204" pitchFamily="34" charset="0"/>
                <a:ea typeface="Sans Serif Collection" panose="020B0502040504020204" pitchFamily="34" charset="0"/>
                <a:cs typeface="Sans Serif Collection" panose="020B0502040504020204" pitchFamily="34" charset="0"/>
              </a:rPr>
              <a:t> :  independent C++17-compatible extractor for benchmarking:</a:t>
            </a:r>
          </a:p>
          <a:p>
            <a:pPr marL="1257300" lvl="2" indent="-342900">
              <a:buFont typeface="Arial" panose="020B0604020202020204" pitchFamily="34" charset="0"/>
              <a:buChar char="•"/>
            </a:pPr>
            <a:r>
              <a:rPr lang="en-GB" dirty="0">
                <a:latin typeface="Sans Serif Collection" panose="020B0502040504020204" pitchFamily="34" charset="0"/>
                <a:ea typeface="Sans Serif Collection" panose="020B0502040504020204" pitchFamily="34" charset="0"/>
                <a:cs typeface="Sans Serif Collection" panose="020B0502040504020204" pitchFamily="34" charset="0"/>
              </a:rPr>
              <a:t>Produces </a:t>
            </a:r>
            <a:r>
              <a:rPr lang="en-GB" dirty="0" err="1">
                <a:latin typeface="Sans Serif Collection" panose="020B0502040504020204" pitchFamily="34" charset="0"/>
                <a:ea typeface="Sans Serif Collection" panose="020B0502040504020204" pitchFamily="34" charset="0"/>
                <a:cs typeface="Sans Serif Collection" panose="020B0502040504020204" pitchFamily="34" charset="0"/>
              </a:rPr>
              <a:t>GraphML</a:t>
            </a:r>
            <a:r>
              <a:rPr lang="en-GB" dirty="0">
                <a:latin typeface="Sans Serif Collection" panose="020B0502040504020204" pitchFamily="34" charset="0"/>
                <a:ea typeface="Sans Serif Collection" panose="020B0502040504020204" pitchFamily="34" charset="0"/>
                <a:cs typeface="Sans Serif Collection" panose="020B0502040504020204" pitchFamily="34" charset="0"/>
              </a:rPr>
              <a:t> from C++ AST via </a:t>
            </a:r>
            <a:r>
              <a:rPr lang="en-GB" dirty="0" err="1">
                <a:latin typeface="Sans Serif Collection" panose="020B0502040504020204" pitchFamily="34" charset="0"/>
                <a:ea typeface="Sans Serif Collection" panose="020B0502040504020204" pitchFamily="34" charset="0"/>
                <a:cs typeface="Sans Serif Collection" panose="020B0502040504020204" pitchFamily="34" charset="0"/>
              </a:rPr>
              <a:t>libclang</a:t>
            </a:r>
            <a:endParaRPr lang="en-GB" dirty="0">
              <a:latin typeface="Sans Serif Collection" panose="020B0502040504020204" pitchFamily="34" charset="0"/>
              <a:ea typeface="Sans Serif Collection" panose="020B0502040504020204" pitchFamily="34" charset="0"/>
              <a:cs typeface="Sans Serif Collection" panose="020B0502040504020204" pitchFamily="34" charset="0"/>
            </a:endParaRPr>
          </a:p>
          <a:p>
            <a:pPr marL="1257300" lvl="2" indent="-342900">
              <a:buFont typeface="Arial" panose="020B0604020202020204" pitchFamily="34" charset="0"/>
              <a:buChar char="•"/>
            </a:pPr>
            <a:r>
              <a:rPr lang="en-GB" dirty="0">
                <a:latin typeface="Sans Serif Collection" panose="020B0502040504020204" pitchFamily="34" charset="0"/>
                <a:ea typeface="Sans Serif Collection" panose="020B0502040504020204" pitchFamily="34" charset="0"/>
                <a:cs typeface="Sans Serif Collection" panose="020B0502040504020204" pitchFamily="34" charset="0"/>
              </a:rPr>
              <a:t>Will be compared against TNO in-house parser's </a:t>
            </a:r>
            <a:r>
              <a:rPr lang="en-GB" dirty="0" err="1">
                <a:latin typeface="Sans Serif Collection" panose="020B0502040504020204" pitchFamily="34" charset="0"/>
                <a:ea typeface="Sans Serif Collection" panose="020B0502040504020204" pitchFamily="34" charset="0"/>
                <a:cs typeface="Sans Serif Collection" panose="020B0502040504020204" pitchFamily="34" charset="0"/>
              </a:rPr>
              <a:t>GraphML</a:t>
            </a:r>
            <a:r>
              <a:rPr lang="en-GB" dirty="0">
                <a:latin typeface="Sans Serif Collection" panose="020B0502040504020204" pitchFamily="34" charset="0"/>
                <a:ea typeface="Sans Serif Collection" panose="020B0502040504020204" pitchFamily="34" charset="0"/>
                <a:cs typeface="Sans Serif Collection" panose="020B0502040504020204" pitchFamily="34" charset="0"/>
              </a:rPr>
              <a:t> as ground truth</a:t>
            </a:r>
          </a:p>
          <a:p>
            <a:pPr marL="1257300" lvl="2" indent="-342900">
              <a:buFont typeface="Arial" panose="020B0604020202020204" pitchFamily="34" charset="0"/>
              <a:buChar char="•"/>
            </a:pPr>
            <a:r>
              <a:rPr lang="en-GB" dirty="0">
                <a:latin typeface="Sans Serif Collection" panose="020B0502040504020204" pitchFamily="34" charset="0"/>
                <a:ea typeface="Sans Serif Collection" panose="020B0502040504020204" pitchFamily="34" charset="0"/>
                <a:cs typeface="Sans Serif Collection" panose="020B0502040504020204" pitchFamily="34" charset="0"/>
              </a:rPr>
              <a:t>Validates extraction accuracy of the Neo4j graph before traces are merged in</a:t>
            </a:r>
          </a:p>
          <a:p>
            <a:endParaRPr lang="en-GB" b="1" dirty="0">
              <a:latin typeface="Sans Serif Collection" panose="020B0502040504020204" pitchFamily="34" charset="0"/>
              <a:ea typeface="Sans Serif Collection" panose="020B0502040504020204" pitchFamily="34" charset="0"/>
              <a:cs typeface="Sans Serif Collection" panose="020B0502040504020204" pitchFamily="34" charset="0"/>
            </a:endParaRPr>
          </a:p>
        </p:txBody>
      </p:sp>
      <p:sp>
        <p:nvSpPr>
          <p:cNvPr id="4" name="Slide Number Placeholder 3" hidden="1">
            <a:extLst>
              <a:ext uri="{FF2B5EF4-FFF2-40B4-BE49-F238E27FC236}">
                <a16:creationId xmlns:a16="http://schemas.microsoft.com/office/drawing/2014/main" id="{50F477AE-4813-41AF-CB0D-04D712761363}"/>
              </a:ext>
            </a:extLst>
          </p:cNvPr>
          <p:cNvSpPr>
            <a:spLocks noGrp="1"/>
          </p:cNvSpPr>
          <p:nvPr>
            <p:ph type="sldNum" sz="quarter" idx="4294967295"/>
          </p:nvPr>
        </p:nvSpPr>
        <p:spPr>
          <a:xfrm>
            <a:off x="8534400" y="6121252"/>
            <a:ext cx="2743200" cy="365125"/>
          </a:xfrm>
        </p:spPr>
        <p:txBody>
          <a:bodyPr anchor="ctr">
            <a:normAutofit/>
          </a:bodyPr>
          <a:lstStyle/>
          <a:p>
            <a:pPr>
              <a:lnSpc>
                <a:spcPct val="90000"/>
              </a:lnSpc>
              <a:spcAft>
                <a:spcPts val="600"/>
              </a:spcAft>
            </a:pPr>
            <a:fld id="{B5CEABB6-07DC-46E8-9B57-56EC44A396E5}" type="slidenum">
              <a:rPr lang="en-US" sz="300" smtClean="0"/>
              <a:pPr>
                <a:lnSpc>
                  <a:spcPct val="90000"/>
                </a:lnSpc>
                <a:spcAft>
                  <a:spcPts val="600"/>
                </a:spcAft>
              </a:pPr>
              <a:t>9</a:t>
            </a:fld>
            <a:endParaRPr lang="en-US" sz="300"/>
          </a:p>
        </p:txBody>
      </p:sp>
    </p:spTree>
    <p:extLst>
      <p:ext uri="{BB962C8B-B14F-4D97-AF65-F5344CB8AC3E}">
        <p14:creationId xmlns:p14="http://schemas.microsoft.com/office/powerpoint/2010/main" val="252271585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F9A702-2AE6-C606-78FB-EE9D6D4C0B8F}"/>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E77F3B33-3CCD-86AC-E206-DA068275DF23}"/>
              </a:ext>
            </a:extLst>
          </p:cNvPr>
          <p:cNvSpPr>
            <a:spLocks noGrp="1"/>
          </p:cNvSpPr>
          <p:nvPr>
            <p:ph type="title"/>
          </p:nvPr>
        </p:nvSpPr>
        <p:spPr>
          <a:xfrm>
            <a:off x="929640" y="485113"/>
            <a:ext cx="10331450" cy="1531525"/>
          </a:xfrm>
        </p:spPr>
        <p:txBody>
          <a:bodyPr anchor="ctr">
            <a:normAutofit/>
          </a:bodyPr>
          <a:lstStyle/>
          <a:p>
            <a:r>
              <a:rPr lang="en-GB" dirty="0">
                <a:latin typeface="Sans Serif Collection" panose="020B0502040504020204" pitchFamily="34" charset="0"/>
                <a:ea typeface="Sans Serif Collection" panose="020B0502040504020204" pitchFamily="34" charset="0"/>
                <a:cs typeface="Sans Serif Collection" panose="020B0502040504020204" pitchFamily="34" charset="0"/>
              </a:rPr>
              <a:t>Research Questions: Where Each Stands</a:t>
            </a:r>
          </a:p>
        </p:txBody>
      </p:sp>
      <p:sp>
        <p:nvSpPr>
          <p:cNvPr id="14" name="Slide Number Placeholder 3">
            <a:extLst>
              <a:ext uri="{FF2B5EF4-FFF2-40B4-BE49-F238E27FC236}">
                <a16:creationId xmlns:a16="http://schemas.microsoft.com/office/drawing/2014/main" id="{3757E00E-550D-4FCE-3445-77D1B2ECE93B}"/>
              </a:ext>
            </a:extLst>
          </p:cNvPr>
          <p:cNvSpPr>
            <a:spLocks noGrp="1"/>
          </p:cNvSpPr>
          <p:nvPr>
            <p:ph type="sldNum" sz="quarter" idx="4"/>
          </p:nvPr>
        </p:nvSpPr>
        <p:spPr>
          <a:xfrm>
            <a:off x="8534400" y="6121252"/>
            <a:ext cx="2743200" cy="365125"/>
          </a:xfrm>
        </p:spPr>
        <p:txBody>
          <a:bodyPr/>
          <a:lstStyle/>
          <a:p>
            <a:pPr>
              <a:spcAft>
                <a:spcPts val="600"/>
              </a:spcAft>
            </a:pPr>
            <a:fld id="{B5CEABB6-07DC-46E8-9B57-56EC44A396E5}" type="slidenum">
              <a:rPr lang="en-US" smtClean="0"/>
              <a:pPr>
                <a:spcAft>
                  <a:spcPts val="600"/>
                </a:spcAft>
              </a:pPr>
              <a:t>10</a:t>
            </a:fld>
            <a:endParaRPr lang="en-US"/>
          </a:p>
        </p:txBody>
      </p:sp>
      <p:sp>
        <p:nvSpPr>
          <p:cNvPr id="4" name="Slide Number Placeholder 3" hidden="1">
            <a:extLst>
              <a:ext uri="{FF2B5EF4-FFF2-40B4-BE49-F238E27FC236}">
                <a16:creationId xmlns:a16="http://schemas.microsoft.com/office/drawing/2014/main" id="{9C985A5D-FC30-C9EC-C58B-6ADF4DE81EEC}"/>
              </a:ext>
            </a:extLst>
          </p:cNvPr>
          <p:cNvSpPr>
            <a:spLocks noGrp="1"/>
          </p:cNvSpPr>
          <p:nvPr>
            <p:ph type="sldNum" sz="quarter" idx="4294967295"/>
          </p:nvPr>
        </p:nvSpPr>
        <p:spPr>
          <a:xfrm>
            <a:off x="8534400" y="6121252"/>
            <a:ext cx="2743200" cy="365125"/>
          </a:xfrm>
        </p:spPr>
        <p:txBody>
          <a:bodyPr anchor="ctr">
            <a:normAutofit/>
          </a:bodyPr>
          <a:lstStyle/>
          <a:p>
            <a:pPr>
              <a:lnSpc>
                <a:spcPct val="90000"/>
              </a:lnSpc>
              <a:spcAft>
                <a:spcPts val="600"/>
              </a:spcAft>
            </a:pPr>
            <a:fld id="{B5CEABB6-07DC-46E8-9B57-56EC44A396E5}" type="slidenum">
              <a:rPr lang="en-US" sz="300" smtClean="0"/>
              <a:pPr>
                <a:lnSpc>
                  <a:spcPct val="90000"/>
                </a:lnSpc>
                <a:spcAft>
                  <a:spcPts val="600"/>
                </a:spcAft>
              </a:pPr>
              <a:t>10</a:t>
            </a:fld>
            <a:endParaRPr lang="en-US" sz="300"/>
          </a:p>
        </p:txBody>
      </p:sp>
      <p:graphicFrame>
        <p:nvGraphicFramePr>
          <p:cNvPr id="2" name="Content Placeholder 1">
            <a:extLst>
              <a:ext uri="{FF2B5EF4-FFF2-40B4-BE49-F238E27FC236}">
                <a16:creationId xmlns:a16="http://schemas.microsoft.com/office/drawing/2014/main" id="{9CF81CCA-5D24-AA27-AD51-F5B694D9EE29}"/>
              </a:ext>
            </a:extLst>
          </p:cNvPr>
          <p:cNvGraphicFramePr>
            <a:graphicFrameLocks noGrp="1"/>
          </p:cNvGraphicFramePr>
          <p:nvPr>
            <p:ph type="tbl" sz="quarter" idx="10"/>
            <p:extLst>
              <p:ext uri="{D42A27DB-BD31-4B8C-83A1-F6EECF244321}">
                <p14:modId xmlns:p14="http://schemas.microsoft.com/office/powerpoint/2010/main" val="1522559486"/>
              </p:ext>
            </p:extLst>
          </p:nvPr>
        </p:nvGraphicFramePr>
        <p:xfrm>
          <a:off x="930275" y="2322354"/>
          <a:ext cx="10331452" cy="3631413"/>
        </p:xfrm>
        <a:graphic>
          <a:graphicData uri="http://schemas.openxmlformats.org/drawingml/2006/table">
            <a:tbl>
              <a:tblPr/>
              <a:tblGrid>
                <a:gridCol w="842127">
                  <a:extLst>
                    <a:ext uri="{9D8B030D-6E8A-4147-A177-3AD203B41FA5}">
                      <a16:colId xmlns:a16="http://schemas.microsoft.com/office/drawing/2014/main" val="2746331087"/>
                    </a:ext>
                  </a:extLst>
                </a:gridCol>
                <a:gridCol w="4729991">
                  <a:extLst>
                    <a:ext uri="{9D8B030D-6E8A-4147-A177-3AD203B41FA5}">
                      <a16:colId xmlns:a16="http://schemas.microsoft.com/office/drawing/2014/main" val="65337149"/>
                    </a:ext>
                  </a:extLst>
                </a:gridCol>
                <a:gridCol w="4759334">
                  <a:extLst>
                    <a:ext uri="{9D8B030D-6E8A-4147-A177-3AD203B41FA5}">
                      <a16:colId xmlns:a16="http://schemas.microsoft.com/office/drawing/2014/main" val="2053829212"/>
                    </a:ext>
                  </a:extLst>
                </a:gridCol>
              </a:tblGrid>
              <a:tr h="432507">
                <a:tc>
                  <a:txBody>
                    <a:bodyPr/>
                    <a:lstStyle/>
                    <a:p>
                      <a:pPr algn="ctr" fontAlgn="ctr">
                        <a:buNone/>
                      </a:pPr>
                      <a:r>
                        <a:rPr lang="en-GB" sz="1800" b="1" kern="1200">
                          <a:solidFill>
                            <a:schemeClr val="tx1">
                              <a:lumMod val="65000"/>
                              <a:lumOff val="35000"/>
                            </a:schemeClr>
                          </a:solidFill>
                          <a:latin typeface="Sans Serif Collection" panose="020B0502040504020204" pitchFamily="34" charset="0"/>
                          <a:ea typeface="Sans Serif Collection" panose="020B0502040504020204" pitchFamily="34" charset="0"/>
                          <a:cs typeface="Sans Serif Collection" panose="020B0502040504020204" pitchFamily="34" charset="0"/>
                        </a:rPr>
                        <a:t>RQ</a:t>
                      </a:r>
                    </a:p>
                  </a:txBody>
                  <a:tcPr marL="73356" marR="73356" marT="36678" marB="36678"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a:txBody>
                    <a:bodyPr/>
                    <a:lstStyle/>
                    <a:p>
                      <a:pPr algn="ctr" fontAlgn="ctr">
                        <a:buNone/>
                      </a:pPr>
                      <a:r>
                        <a:rPr lang="en-GB" sz="1800" b="1" kern="1200">
                          <a:solidFill>
                            <a:schemeClr val="tx1">
                              <a:lumMod val="65000"/>
                              <a:lumOff val="35000"/>
                            </a:schemeClr>
                          </a:solidFill>
                          <a:latin typeface="Sans Serif Collection" panose="020B0502040504020204" pitchFamily="34" charset="0"/>
                          <a:ea typeface="Sans Serif Collection" panose="020B0502040504020204" pitchFamily="34" charset="0"/>
                          <a:cs typeface="Sans Serif Collection" panose="020B0502040504020204" pitchFamily="34" charset="0"/>
                        </a:rPr>
                        <a:t>Question</a:t>
                      </a:r>
                    </a:p>
                  </a:txBody>
                  <a:tcPr marL="73356" marR="73356" marT="36678" marB="3667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a:txBody>
                    <a:bodyPr/>
                    <a:lstStyle/>
                    <a:p>
                      <a:pPr algn="ctr" fontAlgn="ctr">
                        <a:buNone/>
                      </a:pPr>
                      <a:r>
                        <a:rPr lang="en-GB" sz="1800" b="1" kern="1200" dirty="0">
                          <a:solidFill>
                            <a:schemeClr val="tx1">
                              <a:lumMod val="65000"/>
                              <a:lumOff val="35000"/>
                            </a:schemeClr>
                          </a:solidFill>
                          <a:latin typeface="Sans Serif Collection" panose="020B0502040504020204" pitchFamily="34" charset="0"/>
                          <a:ea typeface="Sans Serif Collection" panose="020B0502040504020204" pitchFamily="34" charset="0"/>
                          <a:cs typeface="Sans Serif Collection" panose="020B0502040504020204" pitchFamily="34" charset="0"/>
                        </a:rPr>
                        <a:t>Status</a:t>
                      </a:r>
                    </a:p>
                  </a:txBody>
                  <a:tcPr marL="73356" marR="73356" marT="36678" marB="36678"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extLst>
                  <a:ext uri="{0D108BD9-81ED-4DB2-BD59-A6C34878D82A}">
                    <a16:rowId xmlns:a16="http://schemas.microsoft.com/office/drawing/2014/main" val="3452667613"/>
                  </a:ext>
                </a:extLst>
              </a:tr>
              <a:tr h="1066302">
                <a:tc>
                  <a:txBody>
                    <a:bodyPr/>
                    <a:lstStyle/>
                    <a:p>
                      <a:pPr algn="l" fontAlgn="ctr">
                        <a:buNone/>
                      </a:pPr>
                      <a:r>
                        <a:rPr lang="en-GB" sz="1800" kern="1200">
                          <a:solidFill>
                            <a:schemeClr val="tx1">
                              <a:lumMod val="65000"/>
                              <a:lumOff val="35000"/>
                            </a:schemeClr>
                          </a:solidFill>
                          <a:latin typeface="Sans Serif Collection" panose="020B0502040504020204" pitchFamily="34" charset="0"/>
                          <a:ea typeface="Sans Serif Collection" panose="020B0502040504020204" pitchFamily="34" charset="0"/>
                          <a:cs typeface="Sans Serif Collection" panose="020B0502040504020204" pitchFamily="34" charset="0"/>
                        </a:rPr>
                        <a:t>RQ1</a:t>
                      </a:r>
                    </a:p>
                  </a:txBody>
                  <a:tcPr marL="73356" marR="73356" marT="36678" marB="36678"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a:txBody>
                    <a:bodyPr/>
                    <a:lstStyle/>
                    <a:p>
                      <a:pPr algn="l" fontAlgn="ctr">
                        <a:buNone/>
                      </a:pPr>
                      <a:r>
                        <a:rPr lang="en-GB" sz="1800" kern="1200">
                          <a:solidFill>
                            <a:schemeClr val="tx1">
                              <a:lumMod val="65000"/>
                              <a:lumOff val="35000"/>
                            </a:schemeClr>
                          </a:solidFill>
                          <a:latin typeface="Sans Serif Collection" panose="020B0502040504020204" pitchFamily="34" charset="0"/>
                          <a:ea typeface="Sans Serif Collection" panose="020B0502040504020204" pitchFamily="34" charset="0"/>
                          <a:cs typeface="Sans Serif Collection" panose="020B0502040504020204" pitchFamily="34" charset="0"/>
                        </a:rPr>
                        <a:t>How can dependency-based slicing filter trace events to scenario-relevant behaviour?</a:t>
                      </a:r>
                    </a:p>
                  </a:txBody>
                  <a:tcPr marL="73356" marR="73356" marT="36678" marB="3667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a:txBody>
                    <a:bodyPr/>
                    <a:lstStyle/>
                    <a:p>
                      <a:pPr algn="l" fontAlgn="ctr">
                        <a:buNone/>
                      </a:pPr>
                      <a:r>
                        <a:rPr lang="en-GB" sz="1800" kern="1200" dirty="0">
                          <a:solidFill>
                            <a:schemeClr val="tx1">
                              <a:lumMod val="65000"/>
                              <a:lumOff val="35000"/>
                            </a:schemeClr>
                          </a:solidFill>
                          <a:latin typeface="Sans Serif Collection" panose="020B0502040504020204" pitchFamily="34" charset="0"/>
                          <a:ea typeface="Sans Serif Collection" panose="020B0502040504020204" pitchFamily="34" charset="0"/>
                          <a:cs typeface="Sans Serif Collection" panose="020B0502040504020204" pitchFamily="34" charset="0"/>
                        </a:rPr>
                        <a:t>Structurally answered via Neo4j graph + agent skill query layer. Needs trace events ingested to fully validate.</a:t>
                      </a:r>
                    </a:p>
                  </a:txBody>
                  <a:tcPr marL="73356" marR="73356" marT="36678" marB="36678"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extLst>
                  <a:ext uri="{0D108BD9-81ED-4DB2-BD59-A6C34878D82A}">
                    <a16:rowId xmlns:a16="http://schemas.microsoft.com/office/drawing/2014/main" val="3817409112"/>
                  </a:ext>
                </a:extLst>
              </a:tr>
              <a:tr h="1066302">
                <a:tc>
                  <a:txBody>
                    <a:bodyPr/>
                    <a:lstStyle/>
                    <a:p>
                      <a:pPr algn="l" fontAlgn="ctr">
                        <a:buNone/>
                      </a:pPr>
                      <a:r>
                        <a:rPr lang="en-GB" sz="1800" kern="1200">
                          <a:solidFill>
                            <a:schemeClr val="tx1">
                              <a:lumMod val="65000"/>
                              <a:lumOff val="35000"/>
                            </a:schemeClr>
                          </a:solidFill>
                          <a:latin typeface="Sans Serif Collection" panose="020B0502040504020204" pitchFamily="34" charset="0"/>
                          <a:ea typeface="Sans Serif Collection" panose="020B0502040504020204" pitchFamily="34" charset="0"/>
                          <a:cs typeface="Sans Serif Collection" panose="020B0502040504020204" pitchFamily="34" charset="0"/>
                        </a:rPr>
                        <a:t>RQ2</a:t>
                      </a:r>
                    </a:p>
                  </a:txBody>
                  <a:tcPr marL="73356" marR="73356" marT="36678" marB="36678"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a:txBody>
                    <a:bodyPr/>
                    <a:lstStyle/>
                    <a:p>
                      <a:pPr algn="l" fontAlgn="ctr">
                        <a:buNone/>
                      </a:pPr>
                      <a:r>
                        <a:rPr lang="en-GB" sz="1800" kern="1200" dirty="0">
                          <a:solidFill>
                            <a:schemeClr val="tx1">
                              <a:lumMod val="65000"/>
                              <a:lumOff val="35000"/>
                            </a:schemeClr>
                          </a:solidFill>
                          <a:latin typeface="Sans Serif Collection" panose="020B0502040504020204" pitchFamily="34" charset="0"/>
                          <a:ea typeface="Sans Serif Collection" panose="020B0502040504020204" pitchFamily="34" charset="0"/>
                          <a:cs typeface="Sans Serif Collection" panose="020B0502040504020204" pitchFamily="34" charset="0"/>
                        </a:rPr>
                        <a:t>What intermediate property graph can integrate static call graphs and timestamped runtime events?</a:t>
                      </a:r>
                    </a:p>
                  </a:txBody>
                  <a:tcPr marL="73356" marR="73356" marT="36678" marB="3667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a:txBody>
                    <a:bodyPr/>
                    <a:lstStyle/>
                    <a:p>
                      <a:pPr algn="l" fontAlgn="ctr">
                        <a:buNone/>
                      </a:pPr>
                      <a:r>
                        <a:rPr lang="en-GB" sz="1800" b="1" kern="1200" dirty="0">
                          <a:solidFill>
                            <a:schemeClr val="tx1">
                              <a:lumMod val="65000"/>
                              <a:lumOff val="35000"/>
                            </a:schemeClr>
                          </a:solidFill>
                          <a:latin typeface="Sans Serif Collection" panose="020B0502040504020204" pitchFamily="34" charset="0"/>
                          <a:ea typeface="Sans Serif Collection" panose="020B0502040504020204" pitchFamily="34" charset="0"/>
                          <a:cs typeface="Sans Serif Collection" panose="020B0502040504020204" pitchFamily="34" charset="0"/>
                        </a:rPr>
                        <a:t>Answered: </a:t>
                      </a:r>
                      <a:r>
                        <a:rPr lang="en-GB" sz="1800" kern="1200" dirty="0">
                          <a:solidFill>
                            <a:schemeClr val="tx1">
                              <a:lumMod val="65000"/>
                              <a:lumOff val="35000"/>
                            </a:schemeClr>
                          </a:solidFill>
                          <a:latin typeface="Sans Serif Collection" panose="020B0502040504020204" pitchFamily="34" charset="0"/>
                          <a:ea typeface="Sans Serif Collection" panose="020B0502040504020204" pitchFamily="34" charset="0"/>
                          <a:cs typeface="Sans Serif Collection" panose="020B0502040504020204" pitchFamily="34" charset="0"/>
                        </a:rPr>
                        <a:t>Neo4j typed property graph with edge-type separation (structural vs. call vs. runtime).</a:t>
                      </a:r>
                    </a:p>
                  </a:txBody>
                  <a:tcPr marL="73356" marR="73356" marT="36678" marB="36678"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extLst>
                  <a:ext uri="{0D108BD9-81ED-4DB2-BD59-A6C34878D82A}">
                    <a16:rowId xmlns:a16="http://schemas.microsoft.com/office/drawing/2014/main" val="3722425099"/>
                  </a:ext>
                </a:extLst>
              </a:tr>
              <a:tr h="1066302">
                <a:tc>
                  <a:txBody>
                    <a:bodyPr/>
                    <a:lstStyle/>
                    <a:p>
                      <a:pPr algn="l" fontAlgn="ctr">
                        <a:buNone/>
                      </a:pPr>
                      <a:r>
                        <a:rPr lang="en-GB" sz="1800" kern="1200">
                          <a:solidFill>
                            <a:schemeClr val="tx1">
                              <a:lumMod val="65000"/>
                              <a:lumOff val="35000"/>
                            </a:schemeClr>
                          </a:solidFill>
                          <a:latin typeface="Sans Serif Collection" panose="020B0502040504020204" pitchFamily="34" charset="0"/>
                          <a:ea typeface="Sans Serif Collection" panose="020B0502040504020204" pitchFamily="34" charset="0"/>
                          <a:cs typeface="Sans Serif Collection" panose="020B0502040504020204" pitchFamily="34" charset="0"/>
                        </a:rPr>
                        <a:t>RQ3</a:t>
                      </a:r>
                    </a:p>
                  </a:txBody>
                  <a:tcPr marL="73356" marR="73356" marT="36678" marB="36678"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a:txBody>
                    <a:bodyPr/>
                    <a:lstStyle/>
                    <a:p>
                      <a:pPr algn="l" fontAlgn="ctr">
                        <a:buNone/>
                      </a:pPr>
                      <a:r>
                        <a:rPr lang="en-GB" sz="1800" kern="1200">
                          <a:solidFill>
                            <a:schemeClr val="tx1">
                              <a:lumMod val="65000"/>
                              <a:lumOff val="35000"/>
                            </a:schemeClr>
                          </a:solidFill>
                          <a:latin typeface="Sans Serif Collection" panose="020B0502040504020204" pitchFamily="34" charset="0"/>
                          <a:ea typeface="Sans Serif Collection" panose="020B0502040504020204" pitchFamily="34" charset="0"/>
                          <a:cs typeface="Sans Serif Collection" panose="020B0502040504020204" pitchFamily="34" charset="0"/>
                        </a:rPr>
                        <a:t>How can combining static + incomplete traces improve accuracy and completeness?</a:t>
                      </a:r>
                    </a:p>
                  </a:txBody>
                  <a:tcPr marL="73356" marR="73356" marT="36678" marB="3667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a:txBody>
                    <a:bodyPr/>
                    <a:lstStyle/>
                    <a:p>
                      <a:pPr algn="l" fontAlgn="ctr">
                        <a:buNone/>
                      </a:pPr>
                      <a:r>
                        <a:rPr lang="en-GB" sz="1800" kern="1200" dirty="0">
                          <a:solidFill>
                            <a:schemeClr val="tx1">
                              <a:lumMod val="65000"/>
                              <a:lumOff val="35000"/>
                            </a:schemeClr>
                          </a:solidFill>
                          <a:latin typeface="Sans Serif Collection" panose="020B0502040504020204" pitchFamily="34" charset="0"/>
                          <a:ea typeface="Sans Serif Collection" panose="020B0502040504020204" pitchFamily="34" charset="0"/>
                          <a:cs typeface="Sans Serif Collection" panose="020B0502040504020204" pitchFamily="34" charset="0"/>
                        </a:rPr>
                        <a:t>Baseline (static-only) established. Hybrid evaluation planned for Weeks 10–13.</a:t>
                      </a:r>
                    </a:p>
                  </a:txBody>
                  <a:tcPr marL="73356" marR="73356" marT="36678" marB="36678"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extLst>
                  <a:ext uri="{0D108BD9-81ED-4DB2-BD59-A6C34878D82A}">
                    <a16:rowId xmlns:a16="http://schemas.microsoft.com/office/drawing/2014/main" val="220703080"/>
                  </a:ext>
                </a:extLst>
              </a:tr>
            </a:tbl>
          </a:graphicData>
        </a:graphic>
      </p:graphicFrame>
    </p:spTree>
    <p:extLst>
      <p:ext uri="{BB962C8B-B14F-4D97-AF65-F5344CB8AC3E}">
        <p14:creationId xmlns:p14="http://schemas.microsoft.com/office/powerpoint/2010/main" val="422551656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3520F6-9195-BA1B-CD58-FBB8D0860067}"/>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BB8C416D-B137-D865-3709-E5AA77717C35}"/>
              </a:ext>
            </a:extLst>
          </p:cNvPr>
          <p:cNvSpPr>
            <a:spLocks noGrp="1"/>
          </p:cNvSpPr>
          <p:nvPr>
            <p:ph type="title"/>
          </p:nvPr>
        </p:nvSpPr>
        <p:spPr>
          <a:xfrm>
            <a:off x="929640" y="485113"/>
            <a:ext cx="10331450" cy="1531525"/>
          </a:xfrm>
        </p:spPr>
        <p:txBody>
          <a:bodyPr anchor="ctr">
            <a:normAutofit/>
          </a:bodyPr>
          <a:lstStyle/>
          <a:p>
            <a:r>
              <a:rPr lang="en-GB" sz="3250" dirty="0">
                <a:latin typeface="Sans Serif Collection" panose="020B0502040504020204" pitchFamily="34" charset="0"/>
                <a:ea typeface="Sans Serif Collection" panose="020B0502040504020204" pitchFamily="34" charset="0"/>
                <a:cs typeface="Sans Serif Collection" panose="020B0502040504020204" pitchFamily="34" charset="0"/>
              </a:rPr>
              <a:t>Some On going Challenges &amp; How I plan to Address</a:t>
            </a:r>
          </a:p>
        </p:txBody>
      </p:sp>
      <p:sp>
        <p:nvSpPr>
          <p:cNvPr id="12" name="Slide Number Placeholder 3">
            <a:extLst>
              <a:ext uri="{FF2B5EF4-FFF2-40B4-BE49-F238E27FC236}">
                <a16:creationId xmlns:a16="http://schemas.microsoft.com/office/drawing/2014/main" id="{C54EFC3E-416A-740A-3D3A-E176D01755BF}"/>
              </a:ext>
            </a:extLst>
          </p:cNvPr>
          <p:cNvSpPr>
            <a:spLocks noGrp="1"/>
          </p:cNvSpPr>
          <p:nvPr>
            <p:ph type="sldNum" sz="quarter" idx="4"/>
          </p:nvPr>
        </p:nvSpPr>
        <p:spPr>
          <a:xfrm>
            <a:off x="8534400" y="6121252"/>
            <a:ext cx="2743200" cy="365125"/>
          </a:xfrm>
        </p:spPr>
        <p:txBody>
          <a:bodyPr/>
          <a:lstStyle/>
          <a:p>
            <a:pPr>
              <a:spcAft>
                <a:spcPts val="600"/>
              </a:spcAft>
            </a:pPr>
            <a:fld id="{B5CEABB6-07DC-46E8-9B57-56EC44A396E5}" type="slidenum">
              <a:rPr lang="en-US" smtClean="0"/>
              <a:pPr>
                <a:spcAft>
                  <a:spcPts val="600"/>
                </a:spcAft>
              </a:pPr>
              <a:t>11</a:t>
            </a:fld>
            <a:endParaRPr lang="en-US"/>
          </a:p>
        </p:txBody>
      </p:sp>
      <p:sp>
        <p:nvSpPr>
          <p:cNvPr id="4" name="Slide Number Placeholder 3" hidden="1">
            <a:extLst>
              <a:ext uri="{FF2B5EF4-FFF2-40B4-BE49-F238E27FC236}">
                <a16:creationId xmlns:a16="http://schemas.microsoft.com/office/drawing/2014/main" id="{8DEC8A58-C1B8-EA6F-ED5F-F45F530BC510}"/>
              </a:ext>
            </a:extLst>
          </p:cNvPr>
          <p:cNvSpPr>
            <a:spLocks noGrp="1"/>
          </p:cNvSpPr>
          <p:nvPr>
            <p:ph type="sldNum" sz="quarter" idx="4294967295"/>
          </p:nvPr>
        </p:nvSpPr>
        <p:spPr>
          <a:xfrm>
            <a:off x="8534400" y="6121252"/>
            <a:ext cx="2743200" cy="365125"/>
          </a:xfrm>
        </p:spPr>
        <p:txBody>
          <a:bodyPr anchor="ctr">
            <a:normAutofit/>
          </a:bodyPr>
          <a:lstStyle/>
          <a:p>
            <a:pPr>
              <a:lnSpc>
                <a:spcPct val="90000"/>
              </a:lnSpc>
              <a:spcAft>
                <a:spcPts val="600"/>
              </a:spcAft>
            </a:pPr>
            <a:fld id="{B5CEABB6-07DC-46E8-9B57-56EC44A396E5}" type="slidenum">
              <a:rPr lang="en-US" sz="300" smtClean="0"/>
              <a:pPr>
                <a:lnSpc>
                  <a:spcPct val="90000"/>
                </a:lnSpc>
                <a:spcAft>
                  <a:spcPts val="600"/>
                </a:spcAft>
              </a:pPr>
              <a:t>11</a:t>
            </a:fld>
            <a:endParaRPr lang="en-US" sz="300"/>
          </a:p>
        </p:txBody>
      </p:sp>
      <p:graphicFrame>
        <p:nvGraphicFramePr>
          <p:cNvPr id="2" name="Content Placeholder 1">
            <a:extLst>
              <a:ext uri="{FF2B5EF4-FFF2-40B4-BE49-F238E27FC236}">
                <a16:creationId xmlns:a16="http://schemas.microsoft.com/office/drawing/2014/main" id="{BE05ECB8-FE34-09A4-845C-A204CF3C18A5}"/>
              </a:ext>
            </a:extLst>
          </p:cNvPr>
          <p:cNvGraphicFramePr>
            <a:graphicFrameLocks noGrp="1"/>
          </p:cNvGraphicFramePr>
          <p:nvPr>
            <p:ph type="tbl" sz="quarter" idx="10"/>
            <p:extLst>
              <p:ext uri="{D42A27DB-BD31-4B8C-83A1-F6EECF244321}">
                <p14:modId xmlns:p14="http://schemas.microsoft.com/office/powerpoint/2010/main" val="1611479855"/>
              </p:ext>
            </p:extLst>
          </p:nvPr>
        </p:nvGraphicFramePr>
        <p:xfrm>
          <a:off x="929639" y="2189634"/>
          <a:ext cx="10331451" cy="3814756"/>
        </p:xfrm>
        <a:graphic>
          <a:graphicData uri="http://schemas.openxmlformats.org/drawingml/2006/table">
            <a:tbl>
              <a:tblPr firstRow="1" bandRow="1">
                <a:tableStyleId>{5FD0F851-EC5A-4D38-B0AD-8093EC10F338}</a:tableStyleId>
              </a:tblPr>
              <a:tblGrid>
                <a:gridCol w="4894964">
                  <a:extLst>
                    <a:ext uri="{9D8B030D-6E8A-4147-A177-3AD203B41FA5}">
                      <a16:colId xmlns:a16="http://schemas.microsoft.com/office/drawing/2014/main" val="2730377011"/>
                    </a:ext>
                  </a:extLst>
                </a:gridCol>
                <a:gridCol w="5436487">
                  <a:extLst>
                    <a:ext uri="{9D8B030D-6E8A-4147-A177-3AD203B41FA5}">
                      <a16:colId xmlns:a16="http://schemas.microsoft.com/office/drawing/2014/main" val="2636965091"/>
                    </a:ext>
                  </a:extLst>
                </a:gridCol>
              </a:tblGrid>
              <a:tr h="500300">
                <a:tc>
                  <a:txBody>
                    <a:bodyPr/>
                    <a:lstStyle/>
                    <a:p>
                      <a:pPr marL="0" algn="ctr" defTabSz="914400" rtl="0" eaLnBrk="1" fontAlgn="ctr" latinLnBrk="0" hangingPunct="1">
                        <a:buNone/>
                      </a:pPr>
                      <a:r>
                        <a:rPr lang="en-GB" sz="1800" b="1" kern="1200" dirty="0">
                          <a:solidFill>
                            <a:schemeClr val="tx1">
                              <a:lumMod val="65000"/>
                              <a:lumOff val="35000"/>
                            </a:schemeClr>
                          </a:solidFill>
                          <a:latin typeface="Sans Serif Collection" panose="020B0502040504020204" pitchFamily="34" charset="0"/>
                          <a:ea typeface="Sans Serif Collection" panose="020B0502040504020204" pitchFamily="34" charset="0"/>
                          <a:cs typeface="Sans Serif Collection" panose="020B0502040504020204" pitchFamily="34" charset="0"/>
                        </a:rPr>
                        <a:t>Challenges</a:t>
                      </a:r>
                    </a:p>
                  </a:txBody>
                  <a:tcPr marL="137406" marR="73401" marT="105697" marB="105697" anchor="ctr">
                    <a:lnL>
                      <a:noFill/>
                    </a:lnL>
                    <a:lnR w="12700" cap="flat" cmpd="sng" algn="ctr">
                      <a:solidFill>
                        <a:schemeClr val="tx1"/>
                      </a:solidFill>
                      <a:prstDash val="solid"/>
                      <a:round/>
                      <a:headEnd type="none" w="med" len="med"/>
                      <a:tailEnd type="none" w="med" len="med"/>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5">
                        <a:lumMod val="40000"/>
                        <a:lumOff val="60000"/>
                      </a:schemeClr>
                    </a:solidFill>
                  </a:tcPr>
                </a:tc>
                <a:tc>
                  <a:txBody>
                    <a:bodyPr/>
                    <a:lstStyle/>
                    <a:p>
                      <a:pPr marL="0" algn="ctr" defTabSz="914400" rtl="0" eaLnBrk="1" fontAlgn="ctr" latinLnBrk="0" hangingPunct="1">
                        <a:buNone/>
                      </a:pPr>
                      <a:r>
                        <a:rPr lang="en-GB" sz="1800" b="1" kern="1200" dirty="0">
                          <a:solidFill>
                            <a:schemeClr val="tx1">
                              <a:lumMod val="65000"/>
                              <a:lumOff val="35000"/>
                            </a:schemeClr>
                          </a:solidFill>
                          <a:latin typeface="Sans Serif Collection" panose="020B0502040504020204" pitchFamily="34" charset="0"/>
                          <a:ea typeface="Sans Serif Collection" panose="020B0502040504020204" pitchFamily="34" charset="0"/>
                          <a:cs typeface="Sans Serif Collection" panose="020B0502040504020204" pitchFamily="34" charset="0"/>
                        </a:rPr>
                        <a:t>Solutions</a:t>
                      </a:r>
                    </a:p>
                  </a:txBody>
                  <a:tcPr marL="137406" marR="73401" marT="105697" marB="105697" anchor="ctr">
                    <a:lnL w="12700" cap="flat" cmpd="sng" algn="ctr">
                      <a:solidFill>
                        <a:schemeClr val="tx1"/>
                      </a:solidFill>
                      <a:prstDash val="solid"/>
                      <a:round/>
                      <a:headEnd type="none" w="med" len="med"/>
                      <a:tailEnd type="none" w="med" len="med"/>
                    </a:lnL>
                    <a:lnR>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5">
                        <a:lumMod val="40000"/>
                        <a:lumOff val="60000"/>
                      </a:schemeClr>
                    </a:solidFill>
                  </a:tcPr>
                </a:tc>
                <a:extLst>
                  <a:ext uri="{0D108BD9-81ED-4DB2-BD59-A6C34878D82A}">
                    <a16:rowId xmlns:a16="http://schemas.microsoft.com/office/drawing/2014/main" val="3594827040"/>
                  </a:ext>
                </a:extLst>
              </a:tr>
              <a:tr h="746927">
                <a:tc>
                  <a:txBody>
                    <a:bodyPr/>
                    <a:lstStyle/>
                    <a:p>
                      <a:pPr marL="0" algn="l" defTabSz="914400" rtl="0" eaLnBrk="1" fontAlgn="ctr" latinLnBrk="0" hangingPunct="1">
                        <a:buNone/>
                      </a:pPr>
                      <a:r>
                        <a:rPr lang="en-GB" sz="1800" b="0" kern="1200" dirty="0">
                          <a:solidFill>
                            <a:schemeClr val="tx1">
                              <a:lumMod val="65000"/>
                              <a:lumOff val="35000"/>
                            </a:schemeClr>
                          </a:solidFill>
                          <a:latin typeface="Sans Serif Collection" panose="020B0502040504020204" pitchFamily="34" charset="0"/>
                          <a:ea typeface="Sans Serif Collection" panose="020B0502040504020204" pitchFamily="34" charset="0"/>
                          <a:cs typeface="Sans Serif Collection" panose="020B0502040504020204" pitchFamily="34" charset="0"/>
                        </a:rPr>
                        <a:t>C++ is context-sensitive - regex/simple parsers fail</a:t>
                      </a:r>
                    </a:p>
                  </a:txBody>
                  <a:tcPr marL="137406" marR="73401" marT="105697" marB="105697" anchor="ctr">
                    <a:lnL>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5">
                        <a:lumMod val="40000"/>
                        <a:lumOff val="60000"/>
                      </a:schemeClr>
                    </a:solidFill>
                  </a:tcPr>
                </a:tc>
                <a:tc>
                  <a:txBody>
                    <a:bodyPr/>
                    <a:lstStyle/>
                    <a:p>
                      <a:pPr marL="0" algn="l" defTabSz="914400" rtl="0" eaLnBrk="1" fontAlgn="ctr" latinLnBrk="0" hangingPunct="1">
                        <a:buNone/>
                      </a:pPr>
                      <a:r>
                        <a:rPr lang="en-GB" sz="1800" b="0" kern="1200" dirty="0">
                          <a:solidFill>
                            <a:schemeClr val="tx1">
                              <a:lumMod val="65000"/>
                              <a:lumOff val="35000"/>
                            </a:schemeClr>
                          </a:solidFill>
                          <a:latin typeface="Sans Serif Collection" panose="020B0502040504020204" pitchFamily="34" charset="0"/>
                          <a:ea typeface="Sans Serif Collection" panose="020B0502040504020204" pitchFamily="34" charset="0"/>
                          <a:cs typeface="Sans Serif Collection" panose="020B0502040504020204" pitchFamily="34" charset="0"/>
                        </a:rPr>
                        <a:t>Used Renaissance tool, Neo4j for semantic-level extraction.</a:t>
                      </a:r>
                    </a:p>
                    <a:p>
                      <a:pPr marL="0" algn="l" defTabSz="914400" rtl="0" eaLnBrk="1" fontAlgn="ctr" latinLnBrk="0" hangingPunct="1">
                        <a:buNone/>
                      </a:pPr>
                      <a:r>
                        <a:rPr lang="en-GB" sz="1800" b="0" kern="1200" dirty="0" err="1">
                          <a:solidFill>
                            <a:schemeClr val="tx1">
                              <a:lumMod val="65000"/>
                              <a:lumOff val="35000"/>
                            </a:schemeClr>
                          </a:solidFill>
                          <a:latin typeface="Sans Serif Collection" panose="020B0502040504020204" pitchFamily="34" charset="0"/>
                          <a:ea typeface="Sans Serif Collection" panose="020B0502040504020204" pitchFamily="34" charset="0"/>
                          <a:cs typeface="Sans Serif Collection" panose="020B0502040504020204" pitchFamily="34" charset="0"/>
                        </a:rPr>
                        <a:t>ClangSharp</a:t>
                      </a:r>
                      <a:r>
                        <a:rPr lang="en-GB" sz="1800" b="0" kern="1200" dirty="0">
                          <a:solidFill>
                            <a:schemeClr val="tx1">
                              <a:lumMod val="65000"/>
                              <a:lumOff val="35000"/>
                            </a:schemeClr>
                          </a:solidFill>
                          <a:latin typeface="Sans Serif Collection" panose="020B0502040504020204" pitchFamily="34" charset="0"/>
                          <a:ea typeface="Sans Serif Collection" panose="020B0502040504020204" pitchFamily="34" charset="0"/>
                          <a:cs typeface="Sans Serif Collection" panose="020B0502040504020204" pitchFamily="34" charset="0"/>
                        </a:rPr>
                        <a:t> (</a:t>
                      </a:r>
                      <a:r>
                        <a:rPr lang="en-GB" sz="1800" b="0" kern="1200" dirty="0" err="1">
                          <a:solidFill>
                            <a:schemeClr val="tx1">
                              <a:lumMod val="65000"/>
                              <a:lumOff val="35000"/>
                            </a:schemeClr>
                          </a:solidFill>
                          <a:latin typeface="Sans Serif Collection" panose="020B0502040504020204" pitchFamily="34" charset="0"/>
                          <a:ea typeface="Sans Serif Collection" panose="020B0502040504020204" pitchFamily="34" charset="0"/>
                          <a:cs typeface="Sans Serif Collection" panose="020B0502040504020204" pitchFamily="34" charset="0"/>
                        </a:rPr>
                        <a:t>libclang</a:t>
                      </a:r>
                      <a:r>
                        <a:rPr lang="en-GB" sz="1800" b="0" kern="1200" dirty="0">
                          <a:solidFill>
                            <a:schemeClr val="tx1">
                              <a:lumMod val="65000"/>
                              <a:lumOff val="35000"/>
                            </a:schemeClr>
                          </a:solidFill>
                          <a:latin typeface="Sans Serif Collection" panose="020B0502040504020204" pitchFamily="34" charset="0"/>
                          <a:ea typeface="Sans Serif Collection" panose="020B0502040504020204" pitchFamily="34" charset="0"/>
                          <a:cs typeface="Sans Serif Collection" panose="020B0502040504020204" pitchFamily="34" charset="0"/>
                        </a:rPr>
                        <a:t>) for validation in progress</a:t>
                      </a:r>
                    </a:p>
                  </a:txBody>
                  <a:tcPr marL="137406" marR="73401" marT="105697" marB="105697" anchor="ctr">
                    <a:lnL w="12700"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5">
                        <a:lumMod val="40000"/>
                        <a:lumOff val="60000"/>
                      </a:schemeClr>
                    </a:solidFill>
                  </a:tcPr>
                </a:tc>
                <a:extLst>
                  <a:ext uri="{0D108BD9-81ED-4DB2-BD59-A6C34878D82A}">
                    <a16:rowId xmlns:a16="http://schemas.microsoft.com/office/drawing/2014/main" val="3719094160"/>
                  </a:ext>
                </a:extLst>
              </a:tr>
              <a:tr h="746927">
                <a:tc>
                  <a:txBody>
                    <a:bodyPr/>
                    <a:lstStyle/>
                    <a:p>
                      <a:pPr marL="0" algn="l" defTabSz="914400" rtl="0" eaLnBrk="1" fontAlgn="ctr" latinLnBrk="0" hangingPunct="1">
                        <a:buNone/>
                      </a:pPr>
                      <a:r>
                        <a:rPr lang="en-GB" sz="1800" b="0" kern="1200" dirty="0">
                          <a:solidFill>
                            <a:schemeClr val="tx1">
                              <a:lumMod val="65000"/>
                              <a:lumOff val="35000"/>
                            </a:schemeClr>
                          </a:solidFill>
                          <a:latin typeface="Sans Serif Collection" panose="020B0502040504020204" pitchFamily="34" charset="0"/>
                          <a:ea typeface="Sans Serif Collection" panose="020B0502040504020204" pitchFamily="34" charset="0"/>
                          <a:cs typeface="Sans Serif Collection" panose="020B0502040504020204" pitchFamily="34" charset="0"/>
                        </a:rPr>
                        <a:t>Thousands of dependencies crash </a:t>
                      </a:r>
                      <a:r>
                        <a:rPr lang="en-GB" sz="1800" b="0" kern="1200" dirty="0" err="1">
                          <a:solidFill>
                            <a:schemeClr val="tx1">
                              <a:lumMod val="65000"/>
                              <a:lumOff val="35000"/>
                            </a:schemeClr>
                          </a:solidFill>
                          <a:latin typeface="Sans Serif Collection" panose="020B0502040504020204" pitchFamily="34" charset="0"/>
                          <a:ea typeface="Sans Serif Collection" panose="020B0502040504020204" pitchFamily="34" charset="0"/>
                          <a:cs typeface="Sans Serif Collection" panose="020B0502040504020204" pitchFamily="34" charset="0"/>
                        </a:rPr>
                        <a:t>SysML</a:t>
                      </a:r>
                      <a:r>
                        <a:rPr lang="en-GB" sz="1800" b="0" kern="1200" dirty="0">
                          <a:solidFill>
                            <a:schemeClr val="tx1">
                              <a:lumMod val="65000"/>
                              <a:lumOff val="35000"/>
                            </a:schemeClr>
                          </a:solidFill>
                          <a:latin typeface="Sans Serif Collection" panose="020B0502040504020204" pitchFamily="34" charset="0"/>
                          <a:ea typeface="Sans Serif Collection" panose="020B0502040504020204" pitchFamily="34" charset="0"/>
                          <a:cs typeface="Sans Serif Collection" panose="020B0502040504020204" pitchFamily="34" charset="0"/>
                        </a:rPr>
                        <a:t> toolchains</a:t>
                      </a:r>
                    </a:p>
                  </a:txBody>
                  <a:tcPr marL="137406" marR="73401" marT="105697" marB="105697" anchor="ctr">
                    <a:lnL>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5">
                        <a:lumMod val="40000"/>
                        <a:lumOff val="60000"/>
                      </a:schemeClr>
                    </a:solidFill>
                  </a:tcPr>
                </a:tc>
                <a:tc>
                  <a:txBody>
                    <a:bodyPr/>
                    <a:lstStyle/>
                    <a:p>
                      <a:pPr marL="0" algn="l" defTabSz="914400" rtl="0" eaLnBrk="1" fontAlgn="ctr" latinLnBrk="0" hangingPunct="1">
                        <a:buNone/>
                      </a:pPr>
                      <a:r>
                        <a:rPr lang="en-GB" sz="1800" b="0" kern="1200" dirty="0">
                          <a:solidFill>
                            <a:schemeClr val="tx1">
                              <a:lumMod val="65000"/>
                              <a:lumOff val="35000"/>
                            </a:schemeClr>
                          </a:solidFill>
                          <a:latin typeface="Sans Serif Collection" panose="020B0502040504020204" pitchFamily="34" charset="0"/>
                          <a:ea typeface="Sans Serif Collection" panose="020B0502040504020204" pitchFamily="34" charset="0"/>
                          <a:cs typeface="Sans Serif Collection" panose="020B0502040504020204" pitchFamily="34" charset="0"/>
                        </a:rPr>
                        <a:t>Implemented identifier quoting and relationship deduplication in generation layer</a:t>
                      </a:r>
                    </a:p>
                  </a:txBody>
                  <a:tcPr marL="137406" marR="73401" marT="105697" marB="105697" anchor="ctr">
                    <a:lnL w="12700"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5">
                        <a:lumMod val="40000"/>
                        <a:lumOff val="60000"/>
                      </a:schemeClr>
                    </a:solidFill>
                  </a:tcPr>
                </a:tc>
                <a:extLst>
                  <a:ext uri="{0D108BD9-81ED-4DB2-BD59-A6C34878D82A}">
                    <a16:rowId xmlns:a16="http://schemas.microsoft.com/office/drawing/2014/main" val="4062923729"/>
                  </a:ext>
                </a:extLst>
              </a:tr>
              <a:tr h="746927">
                <a:tc>
                  <a:txBody>
                    <a:bodyPr/>
                    <a:lstStyle/>
                    <a:p>
                      <a:pPr marL="0" algn="l" defTabSz="914400" rtl="0" eaLnBrk="1" fontAlgn="ctr" latinLnBrk="0" hangingPunct="1">
                        <a:buNone/>
                      </a:pPr>
                      <a:r>
                        <a:rPr lang="en-GB" sz="1800" b="0" kern="1200">
                          <a:solidFill>
                            <a:schemeClr val="tx1">
                              <a:lumMod val="65000"/>
                              <a:lumOff val="35000"/>
                            </a:schemeClr>
                          </a:solidFill>
                          <a:latin typeface="Sans Serif Collection" panose="020B0502040504020204" pitchFamily="34" charset="0"/>
                          <a:ea typeface="Sans Serif Collection" panose="020B0502040504020204" pitchFamily="34" charset="0"/>
                          <a:cs typeface="Sans Serif Collection" panose="020B0502040504020204" pitchFamily="34" charset="0"/>
                        </a:rPr>
                        <a:t>Hardcoded scenario slicing is brittle</a:t>
                      </a:r>
                    </a:p>
                  </a:txBody>
                  <a:tcPr marL="137406" marR="73401" marT="105697" marB="105697" anchor="ctr">
                    <a:lnL>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5">
                        <a:lumMod val="40000"/>
                        <a:lumOff val="60000"/>
                      </a:schemeClr>
                    </a:solidFill>
                  </a:tcPr>
                </a:tc>
                <a:tc>
                  <a:txBody>
                    <a:bodyPr/>
                    <a:lstStyle/>
                    <a:p>
                      <a:pPr marL="0" algn="l" defTabSz="914400" rtl="0" eaLnBrk="1" fontAlgn="ctr" latinLnBrk="0" hangingPunct="1">
                        <a:buNone/>
                      </a:pPr>
                      <a:r>
                        <a:rPr lang="en-GB" sz="1800" b="0" kern="1200" dirty="0">
                          <a:solidFill>
                            <a:schemeClr val="tx1">
                              <a:lumMod val="65000"/>
                              <a:lumOff val="35000"/>
                            </a:schemeClr>
                          </a:solidFill>
                          <a:latin typeface="Sans Serif Collection" panose="020B0502040504020204" pitchFamily="34" charset="0"/>
                          <a:ea typeface="Sans Serif Collection" panose="020B0502040504020204" pitchFamily="34" charset="0"/>
                          <a:cs typeface="Sans Serif Collection" panose="020B0502040504020204" pitchFamily="34" charset="0"/>
                        </a:rPr>
                        <a:t>Agent skill architecture allows scenario definition as a natural language query</a:t>
                      </a:r>
                    </a:p>
                  </a:txBody>
                  <a:tcPr marL="137406" marR="73401" marT="105697" marB="105697" anchor="ctr">
                    <a:lnL w="12700"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5">
                        <a:lumMod val="40000"/>
                        <a:lumOff val="60000"/>
                      </a:schemeClr>
                    </a:solidFill>
                  </a:tcPr>
                </a:tc>
                <a:extLst>
                  <a:ext uri="{0D108BD9-81ED-4DB2-BD59-A6C34878D82A}">
                    <a16:rowId xmlns:a16="http://schemas.microsoft.com/office/drawing/2014/main" val="885254770"/>
                  </a:ext>
                </a:extLst>
              </a:tr>
              <a:tr h="746927">
                <a:tc>
                  <a:txBody>
                    <a:bodyPr/>
                    <a:lstStyle/>
                    <a:p>
                      <a:pPr marL="0" algn="l" defTabSz="914400" rtl="0" eaLnBrk="1" fontAlgn="ctr" latinLnBrk="0" hangingPunct="1">
                        <a:buNone/>
                      </a:pPr>
                      <a:r>
                        <a:rPr lang="en-GB" sz="1800" b="0" kern="1200">
                          <a:solidFill>
                            <a:schemeClr val="tx1">
                              <a:lumMod val="65000"/>
                              <a:lumOff val="35000"/>
                            </a:schemeClr>
                          </a:solidFill>
                          <a:latin typeface="Sans Serif Collection" panose="020B0502040504020204" pitchFamily="34" charset="0"/>
                          <a:ea typeface="Sans Serif Collection" panose="020B0502040504020204" pitchFamily="34" charset="0"/>
                          <a:cs typeface="Sans Serif Collection" panose="020B0502040504020204" pitchFamily="34" charset="0"/>
                        </a:rPr>
                        <a:t>Traces alone are incomplete (per proposal)</a:t>
                      </a:r>
                    </a:p>
                  </a:txBody>
                  <a:tcPr marL="137406" marR="73401" marT="105697" marB="105697" anchor="ctr">
                    <a:lnL>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solidFill>
                      <a:schemeClr val="accent5">
                        <a:lumMod val="40000"/>
                        <a:lumOff val="60000"/>
                      </a:schemeClr>
                    </a:solidFill>
                  </a:tcPr>
                </a:tc>
                <a:tc>
                  <a:txBody>
                    <a:bodyPr/>
                    <a:lstStyle/>
                    <a:p>
                      <a:pPr marL="0" algn="l" defTabSz="914400" rtl="0" eaLnBrk="1" fontAlgn="ctr" latinLnBrk="0" hangingPunct="1">
                        <a:buNone/>
                      </a:pPr>
                      <a:r>
                        <a:rPr lang="en-GB" sz="1800" b="0" kern="1200" dirty="0">
                          <a:solidFill>
                            <a:schemeClr val="tx1">
                              <a:lumMod val="65000"/>
                              <a:lumOff val="35000"/>
                            </a:schemeClr>
                          </a:solidFill>
                          <a:latin typeface="Sans Serif Collection" panose="020B0502040504020204" pitchFamily="34" charset="0"/>
                          <a:ea typeface="Sans Serif Collection" panose="020B0502040504020204" pitchFamily="34" charset="0"/>
                          <a:cs typeface="Sans Serif Collection" panose="020B0502040504020204" pitchFamily="34" charset="0"/>
                        </a:rPr>
                        <a:t>Static reachability in graph will fill unobserved interactions, this is the core hybrid contribution</a:t>
                      </a:r>
                    </a:p>
                  </a:txBody>
                  <a:tcPr marL="137406" marR="73401" marT="105697" marB="105697" anchor="ctr">
                    <a:lnL w="12700"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solidFill>
                      <a:schemeClr val="accent5">
                        <a:lumMod val="40000"/>
                        <a:lumOff val="60000"/>
                      </a:schemeClr>
                    </a:solidFill>
                  </a:tcPr>
                </a:tc>
                <a:extLst>
                  <a:ext uri="{0D108BD9-81ED-4DB2-BD59-A6C34878D82A}">
                    <a16:rowId xmlns:a16="http://schemas.microsoft.com/office/drawing/2014/main" val="3488827111"/>
                  </a:ext>
                </a:extLst>
              </a:tr>
            </a:tbl>
          </a:graphicData>
        </a:graphic>
      </p:graphicFrame>
    </p:spTree>
    <p:extLst>
      <p:ext uri="{BB962C8B-B14F-4D97-AF65-F5344CB8AC3E}">
        <p14:creationId xmlns:p14="http://schemas.microsoft.com/office/powerpoint/2010/main" val="242377922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00D47C-68D0-B6C8-F501-D7688689F22E}"/>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CC625D6A-394F-86BC-8E1E-6BCB1B431162}"/>
              </a:ext>
            </a:extLst>
          </p:cNvPr>
          <p:cNvSpPr>
            <a:spLocks noGrp="1"/>
          </p:cNvSpPr>
          <p:nvPr>
            <p:ph type="title"/>
          </p:nvPr>
        </p:nvSpPr>
        <p:spPr>
          <a:xfrm>
            <a:off x="899160" y="655320"/>
            <a:ext cx="10812676" cy="1010642"/>
          </a:xfrm>
        </p:spPr>
        <p:txBody>
          <a:bodyPr anchor="ctr">
            <a:normAutofit/>
          </a:bodyPr>
          <a:lstStyle/>
          <a:p>
            <a:r>
              <a:rPr lang="en-GB" sz="4400" dirty="0">
                <a:latin typeface="Sans Serif Collection" panose="020B0502040504020204" pitchFamily="34" charset="0"/>
                <a:ea typeface="Sans Serif Collection" panose="020B0502040504020204" pitchFamily="34" charset="0"/>
                <a:cs typeface="Sans Serif Collection" panose="020B0502040504020204" pitchFamily="34" charset="0"/>
              </a:rPr>
              <a:t>Overall Summary</a:t>
            </a:r>
          </a:p>
        </p:txBody>
      </p:sp>
      <p:sp>
        <p:nvSpPr>
          <p:cNvPr id="16" name="Content Placeholder 2">
            <a:extLst>
              <a:ext uri="{FF2B5EF4-FFF2-40B4-BE49-F238E27FC236}">
                <a16:creationId xmlns:a16="http://schemas.microsoft.com/office/drawing/2014/main" id="{9EC59337-77F7-8604-B015-D9FAAA6FE354}"/>
              </a:ext>
            </a:extLst>
          </p:cNvPr>
          <p:cNvSpPr>
            <a:spLocks noGrp="1"/>
          </p:cNvSpPr>
          <p:nvPr>
            <p:ph sz="quarter" idx="10"/>
          </p:nvPr>
        </p:nvSpPr>
        <p:spPr>
          <a:xfrm>
            <a:off x="899160" y="1665962"/>
            <a:ext cx="10662363" cy="4475758"/>
          </a:xfrm>
        </p:spPr>
        <p:txBody>
          <a:bodyPr>
            <a:normAutofit fontScale="92500" lnSpcReduction="20000"/>
          </a:bodyPr>
          <a:lstStyle/>
          <a:p>
            <a:r>
              <a:rPr lang="en-GB" b="1" dirty="0">
                <a:latin typeface="Sans Serif Collection" panose="020B0502040504020204" pitchFamily="34" charset="0"/>
                <a:ea typeface="Sans Serif Collection" panose="020B0502040504020204" pitchFamily="34" charset="0"/>
                <a:cs typeface="Sans Serif Collection" panose="020B0502040504020204" pitchFamily="34" charset="0"/>
              </a:rPr>
              <a:t>What was proposed: </a:t>
            </a:r>
          </a:p>
          <a:p>
            <a:r>
              <a:rPr lang="en-GB" dirty="0">
                <a:latin typeface="Sans Serif Collection" panose="020B0502040504020204" pitchFamily="34" charset="0"/>
                <a:ea typeface="Sans Serif Collection" panose="020B0502040504020204" pitchFamily="34" charset="0"/>
                <a:cs typeface="Sans Serif Collection" panose="020B0502040504020204" pitchFamily="34" charset="0"/>
              </a:rPr>
              <a:t>Hybrid static + trace pipeline → scenario-specific </a:t>
            </a:r>
            <a:r>
              <a:rPr lang="en-GB" dirty="0" err="1">
                <a:latin typeface="Sans Serif Collection" panose="020B0502040504020204" pitchFamily="34" charset="0"/>
                <a:ea typeface="Sans Serif Collection" panose="020B0502040504020204" pitchFamily="34" charset="0"/>
                <a:cs typeface="Sans Serif Collection" panose="020B0502040504020204" pitchFamily="34" charset="0"/>
              </a:rPr>
              <a:t>SysML</a:t>
            </a:r>
            <a:r>
              <a:rPr lang="en-GB" dirty="0">
                <a:latin typeface="Sans Serif Collection" panose="020B0502040504020204" pitchFamily="34" charset="0"/>
                <a:ea typeface="Sans Serif Collection" panose="020B0502040504020204" pitchFamily="34" charset="0"/>
                <a:cs typeface="Sans Serif Collection" panose="020B0502040504020204" pitchFamily="34" charset="0"/>
              </a:rPr>
              <a:t> v2 interaction diagrams</a:t>
            </a:r>
          </a:p>
          <a:p>
            <a:pPr marL="285750" indent="-285750">
              <a:buFont typeface="Arial" panose="020B0604020202020204" pitchFamily="34" charset="0"/>
              <a:buChar char="•"/>
            </a:pPr>
            <a:endParaRPr lang="en-GB" dirty="0">
              <a:latin typeface="Sans Serif Collection" panose="020B0502040504020204" pitchFamily="34" charset="0"/>
              <a:ea typeface="Sans Serif Collection" panose="020B0502040504020204" pitchFamily="34" charset="0"/>
              <a:cs typeface="Sans Serif Collection" panose="020B0502040504020204" pitchFamily="34" charset="0"/>
            </a:endParaRPr>
          </a:p>
          <a:p>
            <a:r>
              <a:rPr lang="en-GB" b="1" dirty="0">
                <a:latin typeface="Sans Serif Collection" panose="020B0502040504020204" pitchFamily="34" charset="0"/>
                <a:ea typeface="Sans Serif Collection" panose="020B0502040504020204" pitchFamily="34" charset="0"/>
                <a:cs typeface="Sans Serif Collection" panose="020B0502040504020204" pitchFamily="34" charset="0"/>
              </a:rPr>
              <a:t>What has been done till now:</a:t>
            </a:r>
          </a:p>
          <a:p>
            <a:pPr marL="742950" lvl="1" indent="-285750">
              <a:buFont typeface="Arial" panose="020B0604020202020204" pitchFamily="34" charset="0"/>
              <a:buChar char="•"/>
            </a:pPr>
            <a:r>
              <a:rPr lang="en-GB" dirty="0">
                <a:latin typeface="Sans Serif Collection" panose="020B0502040504020204" pitchFamily="34" charset="0"/>
                <a:ea typeface="Sans Serif Collection" panose="020B0502040504020204" pitchFamily="34" charset="0"/>
                <a:cs typeface="Sans Serif Collection" panose="020B0502040504020204" pitchFamily="34" charset="0"/>
              </a:rPr>
              <a:t>Working Neo4j knowledge graph of </a:t>
            </a:r>
            <a:r>
              <a:rPr lang="en-GB" dirty="0" err="1">
                <a:latin typeface="Sans Serif Collection" panose="020B0502040504020204" pitchFamily="34" charset="0"/>
                <a:ea typeface="Sans Serif Collection" panose="020B0502040504020204" pitchFamily="34" charset="0"/>
                <a:cs typeface="Sans Serif Collection" panose="020B0502040504020204" pitchFamily="34" charset="0"/>
              </a:rPr>
              <a:t>cpsCore</a:t>
            </a:r>
            <a:r>
              <a:rPr lang="en-GB" dirty="0">
                <a:latin typeface="Sans Serif Collection" panose="020B0502040504020204" pitchFamily="34" charset="0"/>
                <a:ea typeface="Sans Serif Collection" panose="020B0502040504020204" pitchFamily="34" charset="0"/>
                <a:cs typeface="Sans Serif Collection" panose="020B0502040504020204" pitchFamily="34" charset="0"/>
              </a:rPr>
              <a:t> (static layer -- complete)</a:t>
            </a:r>
          </a:p>
          <a:p>
            <a:pPr marL="742950" lvl="1" indent="-285750">
              <a:buFont typeface="Arial" panose="020B0604020202020204" pitchFamily="34" charset="0"/>
              <a:buChar char="•"/>
            </a:pPr>
            <a:r>
              <a:rPr lang="en-GB" dirty="0">
                <a:latin typeface="Sans Serif Collection" panose="020B0502040504020204" pitchFamily="34" charset="0"/>
                <a:ea typeface="Sans Serif Collection" panose="020B0502040504020204" pitchFamily="34" charset="0"/>
                <a:cs typeface="Sans Serif Collection" panose="020B0502040504020204" pitchFamily="34" charset="0"/>
              </a:rPr>
              <a:t>Modular agent skill pipeline with 9 composable skills (tooling -- complete)</a:t>
            </a:r>
          </a:p>
          <a:p>
            <a:pPr marL="742950" lvl="1" indent="-285750">
              <a:buFont typeface="Arial" panose="020B0604020202020204" pitchFamily="34" charset="0"/>
              <a:buChar char="•"/>
            </a:pPr>
            <a:r>
              <a:rPr lang="en-GB" dirty="0" err="1">
                <a:latin typeface="Sans Serif Collection" panose="020B0502040504020204" pitchFamily="34" charset="0"/>
                <a:ea typeface="Sans Serif Collection" panose="020B0502040504020204" pitchFamily="34" charset="0"/>
                <a:cs typeface="Sans Serif Collection" panose="020B0502040504020204" pitchFamily="34" charset="0"/>
              </a:rPr>
              <a:t>SysML</a:t>
            </a:r>
            <a:r>
              <a:rPr lang="en-GB" dirty="0">
                <a:latin typeface="Sans Serif Collection" panose="020B0502040504020204" pitchFamily="34" charset="0"/>
                <a:ea typeface="Sans Serif Collection" panose="020B0502040504020204" pitchFamily="34" charset="0"/>
                <a:cs typeface="Sans Serif Collection" panose="020B0502040504020204" pitchFamily="34" charset="0"/>
              </a:rPr>
              <a:t> v2 structural + sequence models from static analysis (partial output -- ahead of schedule)</a:t>
            </a:r>
          </a:p>
          <a:p>
            <a:pPr marL="742950" lvl="1" indent="-285750">
              <a:buFont typeface="Arial" panose="020B0604020202020204" pitchFamily="34" charset="0"/>
              <a:buChar char="•"/>
            </a:pPr>
            <a:r>
              <a:rPr lang="en-GB" dirty="0">
                <a:latin typeface="Sans Serif Collection" panose="020B0502040504020204" pitchFamily="34" charset="0"/>
                <a:ea typeface="Sans Serif Collection" panose="020B0502040504020204" pitchFamily="34" charset="0"/>
                <a:cs typeface="Sans Serif Collection" panose="020B0502040504020204" pitchFamily="34" charset="0"/>
              </a:rPr>
              <a:t>Static-only baseline established for 3-way evaluation</a:t>
            </a:r>
          </a:p>
          <a:p>
            <a:endParaRPr lang="en-GB" dirty="0">
              <a:latin typeface="Sans Serif Collection" panose="020B0502040504020204" pitchFamily="34" charset="0"/>
              <a:ea typeface="Sans Serif Collection" panose="020B0502040504020204" pitchFamily="34" charset="0"/>
              <a:cs typeface="Sans Serif Collection" panose="020B0502040504020204" pitchFamily="34" charset="0"/>
            </a:endParaRPr>
          </a:p>
          <a:p>
            <a:r>
              <a:rPr lang="en-GB" b="1" dirty="0">
                <a:latin typeface="Sans Serif Collection" panose="020B0502040504020204" pitchFamily="34" charset="0"/>
                <a:ea typeface="Sans Serif Collection" panose="020B0502040504020204" pitchFamily="34" charset="0"/>
                <a:cs typeface="Sans Serif Collection" panose="020B0502040504020204" pitchFamily="34" charset="0"/>
              </a:rPr>
              <a:t>What is being built now:</a:t>
            </a:r>
          </a:p>
          <a:p>
            <a:r>
              <a:rPr lang="en-GB" dirty="0">
                <a:latin typeface="Sans Serif Collection" panose="020B0502040504020204" pitchFamily="34" charset="0"/>
                <a:ea typeface="Sans Serif Collection" panose="020B0502040504020204" pitchFamily="34" charset="0"/>
                <a:cs typeface="Sans Serif Collection" panose="020B0502040504020204" pitchFamily="34" charset="0"/>
              </a:rPr>
              <a:t>Runtime trace collector + </a:t>
            </a:r>
            <a:r>
              <a:rPr lang="en-GB" dirty="0" err="1">
                <a:latin typeface="Sans Serif Collection" panose="020B0502040504020204" pitchFamily="34" charset="0"/>
                <a:ea typeface="Sans Serif Collection" panose="020B0502040504020204" pitchFamily="34" charset="0"/>
                <a:cs typeface="Sans Serif Collection" panose="020B0502040504020204" pitchFamily="34" charset="0"/>
              </a:rPr>
              <a:t>SysOn</a:t>
            </a:r>
            <a:r>
              <a:rPr lang="en-GB" dirty="0">
                <a:latin typeface="Sans Serif Collection" panose="020B0502040504020204" pitchFamily="34" charset="0"/>
                <a:ea typeface="Sans Serif Collection" panose="020B0502040504020204" pitchFamily="34" charset="0"/>
                <a:cs typeface="Sans Serif Collection" panose="020B0502040504020204" pitchFamily="34" charset="0"/>
              </a:rPr>
              <a:t> / </a:t>
            </a:r>
            <a:r>
              <a:rPr lang="en-GB" dirty="0" err="1">
                <a:latin typeface="Sans Serif Collection" panose="020B0502040504020204" pitchFamily="34" charset="0"/>
                <a:ea typeface="Sans Serif Collection" panose="020B0502040504020204" pitchFamily="34" charset="0"/>
                <a:cs typeface="Sans Serif Collection" panose="020B0502040504020204" pitchFamily="34" charset="0"/>
              </a:rPr>
              <a:t>SysML</a:t>
            </a:r>
            <a:r>
              <a:rPr lang="en-GB" dirty="0">
                <a:latin typeface="Sans Serif Collection" panose="020B0502040504020204" pitchFamily="34" charset="0"/>
                <a:ea typeface="Sans Serif Collection" panose="020B0502040504020204" pitchFamily="34" charset="0"/>
                <a:cs typeface="Sans Serif Collection" panose="020B0502040504020204" pitchFamily="34" charset="0"/>
              </a:rPr>
              <a:t> v2 Editor visualization + </a:t>
            </a:r>
            <a:r>
              <a:rPr lang="en-GB" dirty="0" err="1">
                <a:latin typeface="Sans Serif Collection" panose="020B0502040504020204" pitchFamily="34" charset="0"/>
                <a:ea typeface="Sans Serif Collection" panose="020B0502040504020204" pitchFamily="34" charset="0"/>
                <a:cs typeface="Sans Serif Collection" panose="020B0502040504020204" pitchFamily="34" charset="0"/>
              </a:rPr>
              <a:t>ClangSharp</a:t>
            </a:r>
            <a:r>
              <a:rPr lang="en-GB" dirty="0">
                <a:latin typeface="Sans Serif Collection" panose="020B0502040504020204" pitchFamily="34" charset="0"/>
                <a:ea typeface="Sans Serif Collection" panose="020B0502040504020204" pitchFamily="34" charset="0"/>
                <a:cs typeface="Sans Serif Collection" panose="020B0502040504020204" pitchFamily="34" charset="0"/>
              </a:rPr>
              <a:t> validation</a:t>
            </a:r>
          </a:p>
          <a:p>
            <a:endParaRPr lang="en-GB" dirty="0">
              <a:latin typeface="Sans Serif Collection" panose="020B0502040504020204" pitchFamily="34" charset="0"/>
              <a:ea typeface="Sans Serif Collection" panose="020B0502040504020204" pitchFamily="34" charset="0"/>
              <a:cs typeface="Sans Serif Collection" panose="020B0502040504020204" pitchFamily="34" charset="0"/>
            </a:endParaRPr>
          </a:p>
          <a:p>
            <a:r>
              <a:rPr lang="en-GB" b="1" dirty="0">
                <a:latin typeface="Sans Serif Collection" panose="020B0502040504020204" pitchFamily="34" charset="0"/>
                <a:ea typeface="Sans Serif Collection" panose="020B0502040504020204" pitchFamily="34" charset="0"/>
                <a:cs typeface="Sans Serif Collection" panose="020B0502040504020204" pitchFamily="34" charset="0"/>
              </a:rPr>
              <a:t>What remains:</a:t>
            </a:r>
          </a:p>
          <a:p>
            <a:r>
              <a:rPr lang="en-GB" dirty="0">
                <a:latin typeface="Sans Serif Collection" panose="020B0502040504020204" pitchFamily="34" charset="0"/>
                <a:ea typeface="Sans Serif Collection" panose="020B0502040504020204" pitchFamily="34" charset="0"/>
                <a:cs typeface="Sans Serif Collection" panose="020B0502040504020204" pitchFamily="34" charset="0"/>
              </a:rPr>
              <a:t>Hybrid reconstruction, 3-way evaluation, writing</a:t>
            </a:r>
            <a:endParaRPr lang="en-GB" b="1" dirty="0">
              <a:latin typeface="Sans Serif Collection" panose="020B0502040504020204" pitchFamily="34" charset="0"/>
              <a:ea typeface="Sans Serif Collection" panose="020B0502040504020204" pitchFamily="34" charset="0"/>
              <a:cs typeface="Sans Serif Collection" panose="020B0502040504020204" pitchFamily="34" charset="0"/>
            </a:endParaRPr>
          </a:p>
        </p:txBody>
      </p:sp>
      <p:sp>
        <p:nvSpPr>
          <p:cNvPr id="4" name="Slide Number Placeholder 3" hidden="1">
            <a:extLst>
              <a:ext uri="{FF2B5EF4-FFF2-40B4-BE49-F238E27FC236}">
                <a16:creationId xmlns:a16="http://schemas.microsoft.com/office/drawing/2014/main" id="{DA6BF0FA-18F7-3AAD-309D-D11FC3F4D390}"/>
              </a:ext>
            </a:extLst>
          </p:cNvPr>
          <p:cNvSpPr>
            <a:spLocks noGrp="1"/>
          </p:cNvSpPr>
          <p:nvPr>
            <p:ph type="sldNum" sz="quarter" idx="4294967295"/>
          </p:nvPr>
        </p:nvSpPr>
        <p:spPr>
          <a:xfrm>
            <a:off x="8534400" y="6121252"/>
            <a:ext cx="2743200" cy="365125"/>
          </a:xfrm>
        </p:spPr>
        <p:txBody>
          <a:bodyPr anchor="ctr">
            <a:normAutofit/>
          </a:bodyPr>
          <a:lstStyle/>
          <a:p>
            <a:pPr>
              <a:lnSpc>
                <a:spcPct val="90000"/>
              </a:lnSpc>
              <a:spcAft>
                <a:spcPts val="600"/>
              </a:spcAft>
            </a:pPr>
            <a:fld id="{B5CEABB6-07DC-46E8-9B57-56EC44A396E5}" type="slidenum">
              <a:rPr lang="en-US" sz="300" smtClean="0"/>
              <a:pPr>
                <a:lnSpc>
                  <a:spcPct val="90000"/>
                </a:lnSpc>
                <a:spcAft>
                  <a:spcPts val="600"/>
                </a:spcAft>
              </a:pPr>
              <a:t>12</a:t>
            </a:fld>
            <a:endParaRPr lang="en-US" sz="300"/>
          </a:p>
        </p:txBody>
      </p:sp>
    </p:spTree>
    <p:extLst>
      <p:ext uri="{BB962C8B-B14F-4D97-AF65-F5344CB8AC3E}">
        <p14:creationId xmlns:p14="http://schemas.microsoft.com/office/powerpoint/2010/main" val="296962448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D6A172-E7FC-806E-4794-D7BDEFA5093C}"/>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CCF249AF-0972-1AE7-0D91-7C1165EC4D2F}"/>
              </a:ext>
            </a:extLst>
          </p:cNvPr>
          <p:cNvSpPr>
            <a:spLocks noGrp="1"/>
          </p:cNvSpPr>
          <p:nvPr>
            <p:ph type="title"/>
          </p:nvPr>
        </p:nvSpPr>
        <p:spPr>
          <a:xfrm>
            <a:off x="899160" y="655320"/>
            <a:ext cx="10812676" cy="1010642"/>
          </a:xfrm>
        </p:spPr>
        <p:txBody>
          <a:bodyPr anchor="ctr">
            <a:normAutofit/>
          </a:bodyPr>
          <a:lstStyle/>
          <a:p>
            <a:r>
              <a:rPr lang="en-GB" sz="4400">
                <a:latin typeface="Sans Serif Collection" panose="020B0502040504020204" pitchFamily="34" charset="0"/>
                <a:ea typeface="Sans Serif Collection" panose="020B0502040504020204" pitchFamily="34" charset="0"/>
                <a:cs typeface="Sans Serif Collection" panose="020B0502040504020204" pitchFamily="34" charset="0"/>
              </a:rPr>
              <a:t>Progress Against Original Timeline</a:t>
            </a:r>
            <a:endParaRPr lang="en-GB" sz="4400" dirty="0">
              <a:latin typeface="Sans Serif Collection" panose="020B0502040504020204" pitchFamily="34" charset="0"/>
              <a:ea typeface="Sans Serif Collection" panose="020B0502040504020204" pitchFamily="34" charset="0"/>
              <a:cs typeface="Sans Serif Collection" panose="020B0502040504020204" pitchFamily="34" charset="0"/>
            </a:endParaRPr>
          </a:p>
        </p:txBody>
      </p:sp>
      <p:sp>
        <p:nvSpPr>
          <p:cNvPr id="16" name="Content Placeholder 2">
            <a:extLst>
              <a:ext uri="{FF2B5EF4-FFF2-40B4-BE49-F238E27FC236}">
                <a16:creationId xmlns:a16="http://schemas.microsoft.com/office/drawing/2014/main" id="{C349D8F0-71DE-E5A3-81DF-1538F35A28F0}"/>
              </a:ext>
            </a:extLst>
          </p:cNvPr>
          <p:cNvSpPr>
            <a:spLocks noGrp="1"/>
          </p:cNvSpPr>
          <p:nvPr>
            <p:ph sz="quarter" idx="10"/>
          </p:nvPr>
        </p:nvSpPr>
        <p:spPr>
          <a:xfrm>
            <a:off x="899160" y="1665962"/>
            <a:ext cx="10662363" cy="4475758"/>
          </a:xfrm>
        </p:spPr>
        <p:txBody>
          <a:bodyPr>
            <a:normAutofit/>
          </a:bodyPr>
          <a:lstStyle/>
          <a:p>
            <a:pPr marL="285750" indent="-285750">
              <a:buFont typeface="Arial" panose="020B0604020202020204" pitchFamily="34" charset="0"/>
              <a:buChar char="•"/>
            </a:pPr>
            <a:r>
              <a:rPr lang="en-GB" dirty="0">
                <a:latin typeface="Sans Serif Collection" panose="020B0502040504020204" pitchFamily="34" charset="0"/>
                <a:ea typeface="Sans Serif Collection" panose="020B0502040504020204" pitchFamily="34" charset="0"/>
                <a:cs typeface="Sans Serif Collection" panose="020B0502040504020204" pitchFamily="34" charset="0"/>
              </a:rPr>
              <a:t>Weeks 1–3: Literature &amp; Scoping -- Done</a:t>
            </a:r>
          </a:p>
          <a:p>
            <a:pPr marL="285750" indent="-285750">
              <a:buFont typeface="Arial" panose="020B0604020202020204" pitchFamily="34" charset="0"/>
              <a:buChar char="•"/>
            </a:pPr>
            <a:r>
              <a:rPr lang="en-GB" dirty="0">
                <a:latin typeface="Sans Serif Collection" panose="020B0502040504020204" pitchFamily="34" charset="0"/>
                <a:ea typeface="Sans Serif Collection" panose="020B0502040504020204" pitchFamily="34" charset="0"/>
                <a:cs typeface="Sans Serif Collection" panose="020B0502040504020204" pitchFamily="34" charset="0"/>
              </a:rPr>
              <a:t>Weeks 4–7: Static Analysis -- Done (evolved)</a:t>
            </a:r>
          </a:p>
          <a:p>
            <a:pPr marL="285750" indent="-285750">
              <a:buFont typeface="Arial" panose="020B0604020202020204" pitchFamily="34" charset="0"/>
              <a:buChar char="•"/>
            </a:pPr>
            <a:r>
              <a:rPr lang="en-GB" dirty="0">
                <a:latin typeface="Sans Serif Collection" panose="020B0502040504020204" pitchFamily="34" charset="0"/>
                <a:ea typeface="Sans Serif Collection" panose="020B0502040504020204" pitchFamily="34" charset="0"/>
                <a:cs typeface="Sans Serif Collection" panose="020B0502040504020204" pitchFamily="34" charset="0"/>
              </a:rPr>
              <a:t>Weeks 7–10: Trace Collection &amp; Mapping -- In progress</a:t>
            </a:r>
          </a:p>
          <a:p>
            <a:pPr marL="285750" indent="-285750">
              <a:buFont typeface="Arial" panose="020B0604020202020204" pitchFamily="34" charset="0"/>
              <a:buChar char="•"/>
            </a:pPr>
            <a:r>
              <a:rPr lang="en-GB" dirty="0">
                <a:latin typeface="Sans Serif Collection" panose="020B0502040504020204" pitchFamily="34" charset="0"/>
                <a:ea typeface="Sans Serif Collection" panose="020B0502040504020204" pitchFamily="34" charset="0"/>
                <a:cs typeface="Sans Serif Collection" panose="020B0502040504020204" pitchFamily="34" charset="0"/>
              </a:rPr>
              <a:t>Weeks 10–13: Hybrid Reconstruction -- Not started</a:t>
            </a:r>
          </a:p>
          <a:p>
            <a:pPr marL="285750" indent="-285750">
              <a:buFont typeface="Arial" panose="020B0604020202020204" pitchFamily="34" charset="0"/>
              <a:buChar char="•"/>
            </a:pPr>
            <a:r>
              <a:rPr lang="en-GB" dirty="0">
                <a:latin typeface="Sans Serif Collection" panose="020B0502040504020204" pitchFamily="34" charset="0"/>
                <a:ea typeface="Sans Serif Collection" panose="020B0502040504020204" pitchFamily="34" charset="0"/>
                <a:cs typeface="Sans Serif Collection" panose="020B0502040504020204" pitchFamily="34" charset="0"/>
              </a:rPr>
              <a:t>Weeks 13–17: Modelling &amp; Evaluation -- Partially ahead</a:t>
            </a:r>
          </a:p>
          <a:p>
            <a:pPr marL="285750" indent="-285750">
              <a:buFont typeface="Arial" panose="020B0604020202020204" pitchFamily="34" charset="0"/>
              <a:buChar char="•"/>
            </a:pPr>
            <a:r>
              <a:rPr lang="en-GB" dirty="0">
                <a:latin typeface="Sans Serif Collection" panose="020B0502040504020204" pitchFamily="34" charset="0"/>
                <a:ea typeface="Sans Serif Collection" panose="020B0502040504020204" pitchFamily="34" charset="0"/>
                <a:cs typeface="Sans Serif Collection" panose="020B0502040504020204" pitchFamily="34" charset="0"/>
              </a:rPr>
              <a:t>Weeks 17–21: Writing -- Planned</a:t>
            </a:r>
          </a:p>
          <a:p>
            <a:endParaRPr lang="en-GB" dirty="0">
              <a:latin typeface="Sans Serif Collection" panose="020B0502040504020204" pitchFamily="34" charset="0"/>
              <a:ea typeface="Sans Serif Collection" panose="020B0502040504020204" pitchFamily="34" charset="0"/>
              <a:cs typeface="Sans Serif Collection" panose="020B0502040504020204" pitchFamily="34" charset="0"/>
            </a:endParaRPr>
          </a:p>
          <a:p>
            <a:r>
              <a:rPr lang="en-GB" b="1" dirty="0">
                <a:latin typeface="Sans Serif Collection" panose="020B0502040504020204" pitchFamily="34" charset="0"/>
                <a:ea typeface="Sans Serif Collection" panose="020B0502040504020204" pitchFamily="34" charset="0"/>
                <a:cs typeface="Sans Serif Collection" panose="020B0502040504020204" pitchFamily="34" charset="0"/>
              </a:rPr>
              <a:t>Overall: On track. One significant architectural evolution in the static analysis approach.</a:t>
            </a:r>
          </a:p>
        </p:txBody>
      </p:sp>
      <p:sp>
        <p:nvSpPr>
          <p:cNvPr id="4" name="Slide Number Placeholder 3" hidden="1">
            <a:extLst>
              <a:ext uri="{FF2B5EF4-FFF2-40B4-BE49-F238E27FC236}">
                <a16:creationId xmlns:a16="http://schemas.microsoft.com/office/drawing/2014/main" id="{D88D29D8-7286-4204-05F7-9CF7B9B47EAE}"/>
              </a:ext>
            </a:extLst>
          </p:cNvPr>
          <p:cNvSpPr>
            <a:spLocks noGrp="1"/>
          </p:cNvSpPr>
          <p:nvPr>
            <p:ph type="sldNum" sz="quarter" idx="4294967295"/>
          </p:nvPr>
        </p:nvSpPr>
        <p:spPr>
          <a:xfrm>
            <a:off x="8534400" y="6121252"/>
            <a:ext cx="2743200" cy="365125"/>
          </a:xfrm>
        </p:spPr>
        <p:txBody>
          <a:bodyPr anchor="ctr">
            <a:normAutofit/>
          </a:bodyPr>
          <a:lstStyle/>
          <a:p>
            <a:pPr>
              <a:lnSpc>
                <a:spcPct val="90000"/>
              </a:lnSpc>
              <a:spcAft>
                <a:spcPts val="600"/>
              </a:spcAft>
            </a:pPr>
            <a:fld id="{B5CEABB6-07DC-46E8-9B57-56EC44A396E5}" type="slidenum">
              <a:rPr lang="en-US" sz="300" smtClean="0"/>
              <a:pPr>
                <a:lnSpc>
                  <a:spcPct val="90000"/>
                </a:lnSpc>
                <a:spcAft>
                  <a:spcPts val="600"/>
                </a:spcAft>
              </a:pPr>
              <a:t>13</a:t>
            </a:fld>
            <a:endParaRPr lang="en-US" sz="300"/>
          </a:p>
        </p:txBody>
      </p:sp>
    </p:spTree>
    <p:extLst>
      <p:ext uri="{BB962C8B-B14F-4D97-AF65-F5344CB8AC3E}">
        <p14:creationId xmlns:p14="http://schemas.microsoft.com/office/powerpoint/2010/main" val="83322435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Picture Placeholder 9" descr="A group of potted plants">
            <a:extLst>
              <a:ext uri="{FF2B5EF4-FFF2-40B4-BE49-F238E27FC236}">
                <a16:creationId xmlns:a16="http://schemas.microsoft.com/office/drawing/2014/main" id="{C5E399AE-C2DC-0BE4-A179-9A726D23FFC5}"/>
              </a:ext>
            </a:extLst>
          </p:cNvPr>
          <p:cNvPicPr>
            <a:picLocks noGrp="1" noChangeAspect="1"/>
          </p:cNvPicPr>
          <p:nvPr>
            <p:ph type="pic" sz="quarter" idx="10"/>
          </p:nvPr>
        </p:nvPicPr>
        <p:blipFill>
          <a:blip r:embed="rId3"/>
          <a:srcRect l="15" r="15"/>
          <a:stretch/>
        </p:blipFill>
        <p:spPr>
          <a:xfrm>
            <a:off x="458788" y="457200"/>
            <a:ext cx="11274425" cy="5943600"/>
          </a:xfrm>
        </p:spPr>
      </p:pic>
      <p:sp>
        <p:nvSpPr>
          <p:cNvPr id="3" name="Title 2">
            <a:extLst>
              <a:ext uri="{FF2B5EF4-FFF2-40B4-BE49-F238E27FC236}">
                <a16:creationId xmlns:a16="http://schemas.microsoft.com/office/drawing/2014/main" id="{526ABF06-5491-8319-408F-AC9C03E64E1E}"/>
              </a:ext>
            </a:extLst>
          </p:cNvPr>
          <p:cNvSpPr>
            <a:spLocks noGrp="1"/>
          </p:cNvSpPr>
          <p:nvPr>
            <p:ph type="title"/>
          </p:nvPr>
        </p:nvSpPr>
        <p:spPr>
          <a:xfrm>
            <a:off x="6853447" y="1355070"/>
            <a:ext cx="4424153" cy="1352682"/>
          </a:xfrm>
        </p:spPr>
        <p:txBody>
          <a:bodyPr>
            <a:noAutofit/>
          </a:bodyPr>
          <a:lstStyle/>
          <a:p>
            <a:pPr algn="ctr"/>
            <a:r>
              <a:rPr lang="en-US" sz="5400" dirty="0">
                <a:solidFill>
                  <a:srgbClr val="151F14"/>
                </a:solidFill>
                <a:latin typeface="Sans Serif Collection" panose="020B0502040504020204" pitchFamily="34" charset="0"/>
                <a:ea typeface="Sans Serif Collection" panose="020B0502040504020204" pitchFamily="34" charset="0"/>
                <a:cs typeface="Sans Serif Collection" panose="020B0502040504020204" pitchFamily="34" charset="0"/>
              </a:rPr>
              <a:t>Thank you! </a:t>
            </a:r>
            <a:endParaRPr lang="en-US" sz="3200" i="1" dirty="0">
              <a:solidFill>
                <a:srgbClr val="151F14"/>
              </a:solidFill>
              <a:latin typeface="Sans Serif Collection" panose="020B0502040504020204" pitchFamily="34" charset="0"/>
              <a:ea typeface="Sans Serif Collection" panose="020B0502040504020204" pitchFamily="34" charset="0"/>
              <a:cs typeface="Sans Serif Collection" panose="020B0502040504020204" pitchFamily="34" charset="0"/>
            </a:endParaRPr>
          </a:p>
        </p:txBody>
      </p:sp>
      <p:sp>
        <p:nvSpPr>
          <p:cNvPr id="2" name="Slide Number Placeholder 2">
            <a:extLst>
              <a:ext uri="{FF2B5EF4-FFF2-40B4-BE49-F238E27FC236}">
                <a16:creationId xmlns:a16="http://schemas.microsoft.com/office/drawing/2014/main" id="{3E10C553-7C36-6C33-C858-366813C4866F}"/>
              </a:ext>
            </a:extLst>
          </p:cNvPr>
          <p:cNvSpPr txBox="1">
            <a:spLocks/>
          </p:cNvSpPr>
          <p:nvPr/>
        </p:nvSpPr>
        <p:spPr>
          <a:xfrm>
            <a:off x="8534400" y="6121252"/>
            <a:ext cx="2743200" cy="365125"/>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B5CEABB6-07DC-46E8-9B57-56EC44A396E5}" type="slidenum">
              <a:rPr lang="en-US" sz="1200" smtClean="0"/>
              <a:pPr algn="r"/>
              <a:t>14</a:t>
            </a:fld>
            <a:endParaRPr lang="en-US" sz="1200" dirty="0"/>
          </a:p>
        </p:txBody>
      </p:sp>
    </p:spTree>
    <p:extLst>
      <p:ext uri="{BB962C8B-B14F-4D97-AF65-F5344CB8AC3E}">
        <p14:creationId xmlns:p14="http://schemas.microsoft.com/office/powerpoint/2010/main" val="386508590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19FB9128-2C95-2F26-9AD5-BF40568AFEE5}"/>
              </a:ext>
            </a:extLst>
          </p:cNvPr>
          <p:cNvSpPr>
            <a:spLocks noGrp="1"/>
          </p:cNvSpPr>
          <p:nvPr>
            <p:ph type="title"/>
          </p:nvPr>
        </p:nvSpPr>
        <p:spPr/>
        <p:txBody>
          <a:bodyPr>
            <a:normAutofit/>
          </a:bodyPr>
          <a:lstStyle/>
          <a:p>
            <a:r>
              <a:rPr lang="en-IN" sz="4400" dirty="0">
                <a:latin typeface="Sans Serif Collection" panose="020B0502040504020204" pitchFamily="34" charset="0"/>
                <a:ea typeface="Sans Serif Collection" panose="020B0502040504020204" pitchFamily="34" charset="0"/>
                <a:cs typeface="Sans Serif Collection" panose="020B0502040504020204" pitchFamily="34" charset="0"/>
              </a:rPr>
              <a:t>Problem Statement &amp; Motivation</a:t>
            </a:r>
          </a:p>
        </p:txBody>
      </p:sp>
      <p:sp>
        <p:nvSpPr>
          <p:cNvPr id="6" name="Content Placeholder 5">
            <a:extLst>
              <a:ext uri="{FF2B5EF4-FFF2-40B4-BE49-F238E27FC236}">
                <a16:creationId xmlns:a16="http://schemas.microsoft.com/office/drawing/2014/main" id="{A9EB73A2-0158-D260-CF98-AE91CC0CE504}"/>
              </a:ext>
            </a:extLst>
          </p:cNvPr>
          <p:cNvSpPr>
            <a:spLocks noGrp="1"/>
          </p:cNvSpPr>
          <p:nvPr>
            <p:ph sz="quarter" idx="10"/>
          </p:nvPr>
        </p:nvSpPr>
        <p:spPr>
          <a:xfrm>
            <a:off x="2417511" y="1687398"/>
            <a:ext cx="7356974" cy="4361122"/>
          </a:xfrm>
        </p:spPr>
        <p:txBody>
          <a:bodyPr>
            <a:normAutofit/>
          </a:bodyPr>
          <a:lstStyle/>
          <a:p>
            <a:pPr marL="0" indent="0" algn="ctr">
              <a:lnSpc>
                <a:spcPts val="1000"/>
              </a:lnSpc>
              <a:buNone/>
            </a:pPr>
            <a:endParaRPr lang="en-IN" b="1" dirty="0">
              <a:latin typeface="Sans Serif Collection" panose="020B0502040504020204" pitchFamily="34" charset="0"/>
              <a:ea typeface="Sans Serif Collection" panose="020B0502040504020204" pitchFamily="34" charset="0"/>
              <a:cs typeface="Sans Serif Collection" panose="020B0502040504020204" pitchFamily="34" charset="0"/>
            </a:endParaRPr>
          </a:p>
          <a:p>
            <a:pPr marL="0" indent="0" algn="ctr">
              <a:lnSpc>
                <a:spcPts val="1000"/>
              </a:lnSpc>
              <a:buNone/>
            </a:pPr>
            <a:r>
              <a:rPr lang="en-IN" b="1" dirty="0">
                <a:latin typeface="Sans Serif Collection" panose="020B0502040504020204" pitchFamily="34" charset="0"/>
                <a:ea typeface="Sans Serif Collection" panose="020B0502040504020204" pitchFamily="34" charset="0"/>
                <a:cs typeface="Sans Serif Collection" panose="020B0502040504020204" pitchFamily="34" charset="0"/>
              </a:rPr>
              <a:t>Large Mission Critical Event-Driven Systems</a:t>
            </a:r>
          </a:p>
          <a:p>
            <a:pPr marL="0" indent="0" algn="ctr">
              <a:lnSpc>
                <a:spcPts val="1000"/>
              </a:lnSpc>
              <a:buNone/>
            </a:pPr>
            <a:r>
              <a:rPr lang="en-IN" b="1" dirty="0">
                <a:latin typeface="Sans Serif Collection" panose="020B0502040504020204" pitchFamily="34" charset="0"/>
                <a:ea typeface="Sans Serif Collection" panose="020B0502040504020204" pitchFamily="34" charset="0"/>
                <a:cs typeface="Sans Serif Collection" panose="020B0502040504020204" pitchFamily="34" charset="0"/>
              </a:rPr>
              <a:t>↓</a:t>
            </a:r>
          </a:p>
          <a:p>
            <a:pPr marL="0" indent="0" algn="ctr">
              <a:lnSpc>
                <a:spcPts val="1000"/>
              </a:lnSpc>
              <a:buNone/>
            </a:pPr>
            <a:r>
              <a:rPr lang="en-IN" b="1" dirty="0">
                <a:latin typeface="Sans Serif Collection" panose="020B0502040504020204" pitchFamily="34" charset="0"/>
                <a:ea typeface="Sans Serif Collection" panose="020B0502040504020204" pitchFamily="34" charset="0"/>
                <a:cs typeface="Sans Serif Collection" panose="020B0502040504020204" pitchFamily="34" charset="0"/>
              </a:rPr>
              <a:t>     Concurrent &amp; Asynchronous</a:t>
            </a:r>
          </a:p>
          <a:p>
            <a:pPr marL="0" indent="0" algn="ctr">
              <a:lnSpc>
                <a:spcPts val="1000"/>
              </a:lnSpc>
              <a:buNone/>
            </a:pPr>
            <a:r>
              <a:rPr lang="en-IN" b="1" dirty="0">
                <a:latin typeface="Sans Serif Collection" panose="020B0502040504020204" pitchFamily="34" charset="0"/>
                <a:ea typeface="Sans Serif Collection" panose="020B0502040504020204" pitchFamily="34" charset="0"/>
                <a:cs typeface="Sans Serif Collection" panose="020B0502040504020204" pitchFamily="34" charset="0"/>
              </a:rPr>
              <a:t> ↓</a:t>
            </a:r>
          </a:p>
          <a:p>
            <a:pPr marL="0" indent="0" algn="ctr">
              <a:lnSpc>
                <a:spcPts val="1000"/>
              </a:lnSpc>
              <a:buNone/>
            </a:pPr>
            <a:r>
              <a:rPr lang="en-IN" b="1" dirty="0">
                <a:latin typeface="Sans Serif Collection" panose="020B0502040504020204" pitchFamily="34" charset="0"/>
                <a:ea typeface="Sans Serif Collection" panose="020B0502040504020204" pitchFamily="34" charset="0"/>
                <a:cs typeface="Sans Serif Collection" panose="020B0502040504020204" pitchFamily="34" charset="0"/>
              </a:rPr>
              <a:t>Traces - Incomplete / Noisy - often instrumentation limited</a:t>
            </a:r>
          </a:p>
          <a:p>
            <a:pPr marL="0" indent="0" algn="ctr">
              <a:lnSpc>
                <a:spcPts val="1000"/>
              </a:lnSpc>
              <a:buNone/>
            </a:pPr>
            <a:r>
              <a:rPr lang="en-IN" b="1" dirty="0">
                <a:latin typeface="Sans Serif Collection" panose="020B0502040504020204" pitchFamily="34" charset="0"/>
                <a:ea typeface="Sans Serif Collection" panose="020B0502040504020204" pitchFamily="34" charset="0"/>
                <a:cs typeface="Sans Serif Collection" panose="020B0502040504020204" pitchFamily="34" charset="0"/>
              </a:rPr>
              <a:t>↓</a:t>
            </a:r>
          </a:p>
          <a:p>
            <a:pPr marL="0" indent="0" algn="ctr">
              <a:lnSpc>
                <a:spcPts val="1000"/>
              </a:lnSpc>
              <a:buNone/>
            </a:pPr>
            <a:r>
              <a:rPr lang="en-IN" b="1" dirty="0">
                <a:latin typeface="Sans Serif Collection" panose="020B0502040504020204" pitchFamily="34" charset="0"/>
                <a:ea typeface="Sans Serif Collection" panose="020B0502040504020204" pitchFamily="34" charset="0"/>
                <a:cs typeface="Sans Serif Collection" panose="020B0502040504020204" pitchFamily="34" charset="0"/>
              </a:rPr>
              <a:t> Static Code Analysis - Over-Approximates behaviour</a:t>
            </a:r>
          </a:p>
          <a:p>
            <a:pPr marL="0" indent="0" algn="ctr">
              <a:lnSpc>
                <a:spcPts val="1000"/>
              </a:lnSpc>
              <a:buNone/>
            </a:pPr>
            <a:r>
              <a:rPr lang="en-IN" b="1" dirty="0">
                <a:latin typeface="Sans Serif Collection" panose="020B0502040504020204" pitchFamily="34" charset="0"/>
                <a:ea typeface="Sans Serif Collection" panose="020B0502040504020204" pitchFamily="34" charset="0"/>
                <a:cs typeface="Sans Serif Collection" panose="020B0502040504020204" pitchFamily="34" charset="0"/>
              </a:rPr>
              <a:t>↓</a:t>
            </a:r>
          </a:p>
          <a:p>
            <a:pPr marL="0" indent="0" algn="ctr">
              <a:lnSpc>
                <a:spcPts val="1000"/>
              </a:lnSpc>
              <a:buNone/>
            </a:pPr>
            <a:r>
              <a:rPr lang="en-IN" b="1" dirty="0">
                <a:latin typeface="Sans Serif Collection" panose="020B0502040504020204" pitchFamily="34" charset="0"/>
                <a:ea typeface="Sans Serif Collection" panose="020B0502040504020204" pitchFamily="34" charset="0"/>
                <a:cs typeface="Sans Serif Collection" panose="020B0502040504020204" pitchFamily="34" charset="0"/>
              </a:rPr>
              <a:t> No Scenario-Specific Accurate Interaction Diagrams</a:t>
            </a:r>
          </a:p>
          <a:p>
            <a:endParaRPr lang="en-IN" dirty="0"/>
          </a:p>
        </p:txBody>
      </p:sp>
      <p:sp>
        <p:nvSpPr>
          <p:cNvPr id="4" name="Slide Number Placeholder 3">
            <a:extLst>
              <a:ext uri="{FF2B5EF4-FFF2-40B4-BE49-F238E27FC236}">
                <a16:creationId xmlns:a16="http://schemas.microsoft.com/office/drawing/2014/main" id="{8569C273-46DA-B546-B52F-52C3CF267C2D}"/>
              </a:ext>
            </a:extLst>
          </p:cNvPr>
          <p:cNvSpPr>
            <a:spLocks noGrp="1"/>
          </p:cNvSpPr>
          <p:nvPr>
            <p:ph type="sldNum" sz="quarter" idx="4"/>
          </p:nvPr>
        </p:nvSpPr>
        <p:spPr/>
        <p:txBody>
          <a:bodyPr/>
          <a:lstStyle/>
          <a:p>
            <a:fld id="{B5CEABB6-07DC-46E8-9B57-56EC44A396E5}" type="slidenum">
              <a:rPr lang="en-US" smtClean="0"/>
              <a:pPr/>
              <a:t>15</a:t>
            </a:fld>
            <a:endParaRPr lang="en-US" dirty="0"/>
          </a:p>
        </p:txBody>
      </p:sp>
    </p:spTree>
    <p:extLst>
      <p:ext uri="{BB962C8B-B14F-4D97-AF65-F5344CB8AC3E}">
        <p14:creationId xmlns:p14="http://schemas.microsoft.com/office/powerpoint/2010/main" val="173336883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19C523-2219-1928-3FB1-42A630D0B394}"/>
            </a:ext>
          </a:extLst>
        </p:cNvPr>
        <p:cNvGrpSpPr/>
        <p:nvPr/>
      </p:nvGrpSpPr>
      <p:grpSpPr>
        <a:xfrm>
          <a:off x="0" y="0"/>
          <a:ext cx="0" cy="0"/>
          <a:chOff x="0" y="0"/>
          <a:chExt cx="0" cy="0"/>
        </a:xfrm>
      </p:grpSpPr>
      <p:graphicFrame>
        <p:nvGraphicFramePr>
          <p:cNvPr id="2" name="Diagram 1">
            <a:extLst>
              <a:ext uri="{FF2B5EF4-FFF2-40B4-BE49-F238E27FC236}">
                <a16:creationId xmlns:a16="http://schemas.microsoft.com/office/drawing/2014/main" id="{5879956F-1004-2692-1C05-D2AE321E8329}"/>
              </a:ext>
            </a:extLst>
          </p:cNvPr>
          <p:cNvGraphicFramePr/>
          <p:nvPr>
            <p:extLst>
              <p:ext uri="{D42A27DB-BD31-4B8C-83A1-F6EECF244321}">
                <p14:modId xmlns:p14="http://schemas.microsoft.com/office/powerpoint/2010/main" val="3943959309"/>
              </p:ext>
            </p:extLst>
          </p:nvPr>
        </p:nvGraphicFramePr>
        <p:xfrm>
          <a:off x="566058" y="1114697"/>
          <a:ext cx="10859631" cy="5529943"/>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8" name="Title 7">
            <a:extLst>
              <a:ext uri="{FF2B5EF4-FFF2-40B4-BE49-F238E27FC236}">
                <a16:creationId xmlns:a16="http://schemas.microsoft.com/office/drawing/2014/main" id="{12E25E1A-C215-33FB-0BCF-7DE2F35B68FA}"/>
              </a:ext>
            </a:extLst>
          </p:cNvPr>
          <p:cNvSpPr>
            <a:spLocks noGrp="1"/>
          </p:cNvSpPr>
          <p:nvPr>
            <p:ph type="title"/>
          </p:nvPr>
        </p:nvSpPr>
        <p:spPr>
          <a:xfrm>
            <a:off x="566058" y="371623"/>
            <a:ext cx="9762309" cy="1163190"/>
          </a:xfrm>
        </p:spPr>
        <p:txBody>
          <a:bodyPr>
            <a:normAutofit/>
          </a:bodyPr>
          <a:lstStyle/>
          <a:p>
            <a:r>
              <a:rPr lang="en-IN" sz="4400" dirty="0">
                <a:latin typeface="Sans Serif Collection" panose="020B0502040504020204" pitchFamily="34" charset="0"/>
                <a:ea typeface="Sans Serif Collection" panose="020B0502040504020204" pitchFamily="34" charset="0"/>
                <a:cs typeface="Sans Serif Collection" panose="020B0502040504020204" pitchFamily="34" charset="0"/>
              </a:rPr>
              <a:t>Proposed Approach - Methodology</a:t>
            </a:r>
            <a:endParaRPr lang="en-US" sz="4400" dirty="0">
              <a:latin typeface="Sans Serif Collection" panose="020B0502040504020204" pitchFamily="34" charset="0"/>
              <a:ea typeface="Sans Serif Collection" panose="020B0502040504020204" pitchFamily="34" charset="0"/>
              <a:cs typeface="Sans Serif Collection" panose="020B0502040504020204" pitchFamily="34" charset="0"/>
            </a:endParaRPr>
          </a:p>
        </p:txBody>
      </p:sp>
      <p:sp>
        <p:nvSpPr>
          <p:cNvPr id="3" name="Slide Number Placeholder 2">
            <a:extLst>
              <a:ext uri="{FF2B5EF4-FFF2-40B4-BE49-F238E27FC236}">
                <a16:creationId xmlns:a16="http://schemas.microsoft.com/office/drawing/2014/main" id="{C9BE2216-FBE3-D9D5-4D63-4B5CC8901596}"/>
              </a:ext>
            </a:extLst>
          </p:cNvPr>
          <p:cNvSpPr>
            <a:spLocks noGrp="1"/>
          </p:cNvSpPr>
          <p:nvPr>
            <p:ph type="sldNum" sz="quarter" idx="4"/>
          </p:nvPr>
        </p:nvSpPr>
        <p:spPr>
          <a:xfrm>
            <a:off x="8534400" y="6121252"/>
            <a:ext cx="2743200" cy="365125"/>
          </a:xfrm>
        </p:spPr>
        <p:txBody>
          <a:bodyPr/>
          <a:lstStyle/>
          <a:p>
            <a:fld id="{B5CEABB6-07DC-46E8-9B57-56EC44A396E5}" type="slidenum">
              <a:rPr lang="en-US" smtClean="0"/>
              <a:pPr/>
              <a:t>16</a:t>
            </a:fld>
            <a:endParaRPr lang="en-US" dirty="0"/>
          </a:p>
        </p:txBody>
      </p:sp>
    </p:spTree>
    <p:extLst>
      <p:ext uri="{BB962C8B-B14F-4D97-AF65-F5344CB8AC3E}">
        <p14:creationId xmlns:p14="http://schemas.microsoft.com/office/powerpoint/2010/main" val="302583946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432263-9105-2C3C-E1DE-C8DE23A416AA}"/>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BA4EF7C2-0A83-AEB6-A684-B69E839F2A96}"/>
              </a:ext>
            </a:extLst>
          </p:cNvPr>
          <p:cNvSpPr>
            <a:spLocks noGrp="1"/>
          </p:cNvSpPr>
          <p:nvPr>
            <p:ph type="title"/>
          </p:nvPr>
        </p:nvSpPr>
        <p:spPr/>
        <p:txBody>
          <a:bodyPr>
            <a:normAutofit/>
          </a:bodyPr>
          <a:lstStyle/>
          <a:p>
            <a:r>
              <a:rPr lang="en-IN" sz="4400" dirty="0">
                <a:latin typeface="Sans Serif Collection" panose="020B0502040504020204" pitchFamily="34" charset="0"/>
                <a:ea typeface="Sans Serif Collection" panose="020B0502040504020204" pitchFamily="34" charset="0"/>
                <a:cs typeface="Sans Serif Collection" panose="020B0502040504020204" pitchFamily="34" charset="0"/>
              </a:rPr>
              <a:t>Evaluation &amp; Expected Outcomes</a:t>
            </a:r>
          </a:p>
        </p:txBody>
      </p:sp>
      <p:sp>
        <p:nvSpPr>
          <p:cNvPr id="4" name="Slide Number Placeholder 3">
            <a:extLst>
              <a:ext uri="{FF2B5EF4-FFF2-40B4-BE49-F238E27FC236}">
                <a16:creationId xmlns:a16="http://schemas.microsoft.com/office/drawing/2014/main" id="{CF516A9F-E954-9B54-5B63-FC9AC8251B42}"/>
              </a:ext>
            </a:extLst>
          </p:cNvPr>
          <p:cNvSpPr>
            <a:spLocks noGrp="1"/>
          </p:cNvSpPr>
          <p:nvPr>
            <p:ph type="sldNum" sz="quarter" idx="4"/>
          </p:nvPr>
        </p:nvSpPr>
        <p:spPr/>
        <p:txBody>
          <a:bodyPr/>
          <a:lstStyle/>
          <a:p>
            <a:fld id="{B5CEABB6-07DC-46E8-9B57-56EC44A396E5}" type="slidenum">
              <a:rPr lang="en-US" smtClean="0"/>
              <a:pPr/>
              <a:t>17</a:t>
            </a:fld>
            <a:endParaRPr lang="en-US" dirty="0"/>
          </a:p>
        </p:txBody>
      </p:sp>
      <p:graphicFrame>
        <p:nvGraphicFramePr>
          <p:cNvPr id="3" name="Table 11">
            <a:extLst>
              <a:ext uri="{FF2B5EF4-FFF2-40B4-BE49-F238E27FC236}">
                <a16:creationId xmlns:a16="http://schemas.microsoft.com/office/drawing/2014/main" id="{618F5EC6-9237-BD09-C34B-6AF719222C85}"/>
              </a:ext>
            </a:extLst>
          </p:cNvPr>
          <p:cNvGraphicFramePr>
            <a:graphicFrameLocks/>
          </p:cNvGraphicFramePr>
          <p:nvPr>
            <p:extLst>
              <p:ext uri="{D42A27DB-BD31-4B8C-83A1-F6EECF244321}">
                <p14:modId xmlns:p14="http://schemas.microsoft.com/office/powerpoint/2010/main" val="3365071810"/>
              </p:ext>
            </p:extLst>
          </p:nvPr>
        </p:nvGraphicFramePr>
        <p:xfrm>
          <a:off x="849497" y="2186073"/>
          <a:ext cx="10493001" cy="1957954"/>
        </p:xfrm>
        <a:graphic>
          <a:graphicData uri="http://schemas.openxmlformats.org/drawingml/2006/table">
            <a:tbl>
              <a:tblPr firstRow="1" bandRow="1">
                <a:tableStyleId>{5FD0F851-EC5A-4D38-B0AD-8093EC10F338}</a:tableStyleId>
              </a:tblPr>
              <a:tblGrid>
                <a:gridCol w="3417349">
                  <a:extLst>
                    <a:ext uri="{9D8B030D-6E8A-4147-A177-3AD203B41FA5}">
                      <a16:colId xmlns:a16="http://schemas.microsoft.com/office/drawing/2014/main" val="3233966979"/>
                    </a:ext>
                  </a:extLst>
                </a:gridCol>
                <a:gridCol w="3316134">
                  <a:extLst>
                    <a:ext uri="{9D8B030D-6E8A-4147-A177-3AD203B41FA5}">
                      <a16:colId xmlns:a16="http://schemas.microsoft.com/office/drawing/2014/main" val="1427916659"/>
                    </a:ext>
                  </a:extLst>
                </a:gridCol>
                <a:gridCol w="3759518">
                  <a:extLst>
                    <a:ext uri="{9D8B030D-6E8A-4147-A177-3AD203B41FA5}">
                      <a16:colId xmlns:a16="http://schemas.microsoft.com/office/drawing/2014/main" val="1158840958"/>
                    </a:ext>
                  </a:extLst>
                </a:gridCol>
              </a:tblGrid>
              <a:tr h="436576">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000" noProof="1">
                          <a:latin typeface="Sans Serif Collection" panose="020B0502040504020204" pitchFamily="34" charset="0"/>
                          <a:ea typeface="Sans Serif Collection" panose="020B0502040504020204" pitchFamily="34" charset="0"/>
                          <a:cs typeface="Sans Serif Collection" panose="020B0502040504020204" pitchFamily="34" charset="0"/>
                        </a:rPr>
                        <a:t>Trace-Only Approach </a:t>
                      </a:r>
                    </a:p>
                  </a:txBody>
                  <a:tcPr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000" noProof="1">
                          <a:latin typeface="Sans Serif Collection" panose="020B0502040504020204" pitchFamily="34" charset="0"/>
                          <a:ea typeface="Sans Serif Collection" panose="020B0502040504020204" pitchFamily="34" charset="0"/>
                          <a:cs typeface="Sans Serif Collection" panose="020B0502040504020204" pitchFamily="34" charset="0"/>
                        </a:rPr>
                        <a:t>Static-Only Approach </a:t>
                      </a:r>
                    </a:p>
                  </a:txBody>
                  <a:tcPr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000" noProof="1">
                          <a:latin typeface="Sans Serif Collection" panose="020B0502040504020204" pitchFamily="34" charset="0"/>
                          <a:ea typeface="Sans Serif Collection" panose="020B0502040504020204" pitchFamily="34" charset="0"/>
                          <a:cs typeface="Sans Serif Collection" panose="020B0502040504020204" pitchFamily="34" charset="0"/>
                        </a:rPr>
                        <a:t>Hybrid Approach</a:t>
                      </a:r>
                    </a:p>
                  </a:txBody>
                  <a:tcPr marL="95186" marR="95186" marT="47593" marB="47593" anchor="ctr">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3213590700"/>
                  </a:ext>
                </a:extLst>
              </a:tr>
              <a:tr h="760689">
                <a:tc>
                  <a:txBody>
                    <a:bodyPr/>
                    <a:lstStyle/>
                    <a:p>
                      <a:pPr marL="0" algn="ctr" defTabSz="914400" rtl="0" eaLnBrk="1" latinLnBrk="0" hangingPunct="1"/>
                      <a:r>
                        <a:rPr lang="en-US" sz="2000" kern="1200" noProof="1">
                          <a:solidFill>
                            <a:schemeClr val="tx1">
                              <a:lumMod val="65000"/>
                              <a:lumOff val="35000"/>
                            </a:schemeClr>
                          </a:solidFill>
                          <a:latin typeface="+mn-lt"/>
                          <a:ea typeface="+mn-ea"/>
                          <a:cs typeface="+mn-cs"/>
                        </a:rPr>
                        <a:t>Interaction Diagram</a:t>
                      </a:r>
                    </a:p>
                    <a:p>
                      <a:pPr marL="0" algn="ctr" defTabSz="914400" rtl="0" eaLnBrk="1" latinLnBrk="0" hangingPunct="1"/>
                      <a:r>
                        <a:rPr lang="en-US" sz="2000" kern="1200" noProof="1">
                          <a:solidFill>
                            <a:schemeClr val="tx1">
                              <a:lumMod val="65000"/>
                              <a:lumOff val="35000"/>
                            </a:schemeClr>
                          </a:solidFill>
                          <a:latin typeface="+mn-lt"/>
                          <a:ea typeface="+mn-ea"/>
                          <a:cs typeface="+mn-cs"/>
                        </a:rPr>
                        <a:t>(from traces alone)</a:t>
                      </a:r>
                    </a:p>
                  </a:txBody>
                  <a:tcPr anchor="ctr">
                    <a:lnL>
                      <a:noFill/>
                    </a:lnL>
                    <a:lnR>
                      <a:noFill/>
                    </a:lnR>
                    <a:lnT w="12700" cmpd="sng">
                      <a:noFill/>
                    </a:lnT>
                    <a:lnB>
                      <a:noFill/>
                    </a:lnB>
                    <a:lnTlToBr w="12700" cmpd="sng">
                      <a:noFill/>
                      <a:prstDash val="solid"/>
                    </a:lnTlToBr>
                    <a:lnBlToTr w="12700" cmpd="sng">
                      <a:noFill/>
                      <a:prstDash val="solid"/>
                    </a:lnBlToTr>
                  </a:tcPr>
                </a:tc>
                <a:tc>
                  <a:txBody>
                    <a:bodyPr/>
                    <a:lstStyle/>
                    <a:p>
                      <a:pPr marL="0" algn="ctr" defTabSz="914400" rtl="0" eaLnBrk="1" latinLnBrk="0" hangingPunct="1"/>
                      <a:r>
                        <a:rPr lang="en-US" sz="2000" kern="1200" noProof="1">
                          <a:solidFill>
                            <a:schemeClr val="tx1">
                              <a:lumMod val="65000"/>
                              <a:lumOff val="35000"/>
                            </a:schemeClr>
                          </a:solidFill>
                          <a:latin typeface="+mn-lt"/>
                          <a:ea typeface="+mn-ea"/>
                          <a:cs typeface="+mn-cs"/>
                        </a:rPr>
                        <a:t>Interaction Diagram</a:t>
                      </a:r>
                    </a:p>
                    <a:p>
                      <a:pPr marL="0" algn="ctr" defTabSz="914400" rtl="0" eaLnBrk="1" latinLnBrk="0" hangingPunct="1"/>
                      <a:r>
                        <a:rPr lang="en-US" sz="2000" kern="1200" noProof="1">
                          <a:solidFill>
                            <a:schemeClr val="tx1">
                              <a:lumMod val="65000"/>
                              <a:lumOff val="35000"/>
                            </a:schemeClr>
                          </a:solidFill>
                          <a:latin typeface="+mn-lt"/>
                          <a:ea typeface="+mn-ea"/>
                          <a:cs typeface="+mn-cs"/>
                        </a:rPr>
                        <a:t>(from static code alone)</a:t>
                      </a:r>
                    </a:p>
                  </a:txBody>
                  <a:tcPr anchor="ctr">
                    <a:lnL>
                      <a:noFill/>
                    </a:lnL>
                    <a:lnR>
                      <a:noFill/>
                    </a:lnR>
                    <a:lnT w="12700" cmpd="sng">
                      <a:noFill/>
                    </a:lnT>
                    <a:lnB>
                      <a:noFill/>
                    </a:lnB>
                    <a:lnTlToBr w="12700" cmpd="sng">
                      <a:noFill/>
                      <a:prstDash val="solid"/>
                    </a:lnTlToBr>
                    <a:lnBlToTr w="12700" cmpd="sng">
                      <a:noFill/>
                      <a:prstDash val="solid"/>
                    </a:lnBlToTr>
                  </a:tcPr>
                </a:tc>
                <a:tc>
                  <a:txBody>
                    <a:bodyPr/>
                    <a:lstStyle/>
                    <a:p>
                      <a:pPr marL="0" algn="ctr" defTabSz="914400" rtl="0" eaLnBrk="1" latinLnBrk="0" hangingPunct="1"/>
                      <a:r>
                        <a:rPr lang="en-US" sz="2000" kern="1200" noProof="1">
                          <a:solidFill>
                            <a:schemeClr val="tx1">
                              <a:lumMod val="65000"/>
                              <a:lumOff val="35000"/>
                            </a:schemeClr>
                          </a:solidFill>
                          <a:latin typeface="+mn-lt"/>
                          <a:ea typeface="+mn-ea"/>
                          <a:cs typeface="+mn-cs"/>
                        </a:rPr>
                        <a:t>Interaction Diagram</a:t>
                      </a:r>
                    </a:p>
                    <a:p>
                      <a:pPr marL="0" algn="ctr" defTabSz="914400" rtl="0" eaLnBrk="1" latinLnBrk="0" hangingPunct="1"/>
                      <a:r>
                        <a:rPr lang="en-US" sz="2000" kern="1200" noProof="1">
                          <a:solidFill>
                            <a:schemeClr val="tx1">
                              <a:lumMod val="65000"/>
                              <a:lumOff val="35000"/>
                            </a:schemeClr>
                          </a:solidFill>
                          <a:latin typeface="+mn-lt"/>
                          <a:ea typeface="+mn-ea"/>
                          <a:cs typeface="+mn-cs"/>
                        </a:rPr>
                        <a:t>(Trace enriched with static code)</a:t>
                      </a:r>
                    </a:p>
                  </a:txBody>
                  <a:tcPr marL="95186" marR="95186" marT="47593" marB="47593" anchor="ctr">
                    <a:lnL>
                      <a:noFill/>
                    </a:lnL>
                    <a:lnR>
                      <a:noFill/>
                    </a:lnR>
                    <a:lnT w="12700" cmpd="sng">
                      <a:noFill/>
                    </a:lnT>
                    <a:lnB>
                      <a:noFill/>
                    </a:lnB>
                    <a:lnTlToBr w="12700" cmpd="sng">
                      <a:noFill/>
                      <a:prstDash val="solid"/>
                    </a:lnTlToBr>
                    <a:lnBlToTr w="12700" cmpd="sng">
                      <a:noFill/>
                      <a:prstDash val="solid"/>
                    </a:lnBlToTr>
                  </a:tcPr>
                </a:tc>
                <a:extLst>
                  <a:ext uri="{0D108BD9-81ED-4DB2-BD59-A6C34878D82A}">
                    <a16:rowId xmlns:a16="http://schemas.microsoft.com/office/drawing/2014/main" val="2830826746"/>
                  </a:ext>
                </a:extLst>
              </a:tr>
              <a:tr h="760689">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000" kern="1200" noProof="1">
                          <a:solidFill>
                            <a:schemeClr val="tx1">
                              <a:lumMod val="65000"/>
                              <a:lumOff val="35000"/>
                            </a:schemeClr>
                          </a:solidFill>
                          <a:latin typeface="+mn-lt"/>
                          <a:ea typeface="+mn-ea"/>
                          <a:cs typeface="+mn-cs"/>
                        </a:rPr>
                        <a:t>Incomplete flow</a:t>
                      </a:r>
                    </a:p>
                  </a:txBody>
                  <a:tcPr anchor="ctr">
                    <a:lnL>
                      <a:noFill/>
                    </a:lnL>
                    <a:lnR>
                      <a:noFill/>
                    </a:lnR>
                    <a:lnT>
                      <a:noFill/>
                    </a:lnT>
                    <a:lnB>
                      <a:noFill/>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000" kern="1200" noProof="1">
                          <a:solidFill>
                            <a:schemeClr val="tx1">
                              <a:lumMod val="65000"/>
                              <a:lumOff val="35000"/>
                            </a:schemeClr>
                          </a:solidFill>
                          <a:latin typeface="+mn-lt"/>
                          <a:ea typeface="+mn-ea"/>
                          <a:cs typeface="+mn-cs"/>
                        </a:rPr>
                        <a:t>Over-approximation</a:t>
                      </a:r>
                    </a:p>
                  </a:txBody>
                  <a:tcPr anchor="ctr">
                    <a:lnL>
                      <a:noFill/>
                    </a:lnL>
                    <a:lnR>
                      <a:noFill/>
                    </a:lnR>
                    <a:lnT>
                      <a:noFill/>
                    </a:lnT>
                    <a:lnB>
                      <a:noFill/>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000" kern="1200" noProof="1">
                          <a:solidFill>
                            <a:schemeClr val="tx1">
                              <a:lumMod val="65000"/>
                              <a:lumOff val="35000"/>
                            </a:schemeClr>
                          </a:solidFill>
                          <a:latin typeface="+mn-lt"/>
                          <a:ea typeface="+mn-ea"/>
                          <a:cs typeface="+mn-cs"/>
                        </a:rPr>
                        <a:t>More complete flow</a:t>
                      </a:r>
                    </a:p>
                  </a:txBody>
                  <a:tcPr marL="95186" marR="95186" marT="47593" marB="47593" anchor="ctr">
                    <a:lnL>
                      <a:noFill/>
                    </a:lnL>
                    <a:lnR>
                      <a:noFill/>
                    </a:lnR>
                    <a:lnT>
                      <a:noFill/>
                    </a:lnT>
                    <a:lnB>
                      <a:noFill/>
                    </a:lnB>
                    <a:lnTlToBr w="12700" cmpd="sng">
                      <a:noFill/>
                      <a:prstDash val="solid"/>
                    </a:lnTlToBr>
                    <a:lnBlToTr w="12700" cmpd="sng">
                      <a:noFill/>
                      <a:prstDash val="solid"/>
                    </a:lnBlToTr>
                  </a:tcPr>
                </a:tc>
                <a:extLst>
                  <a:ext uri="{0D108BD9-81ED-4DB2-BD59-A6C34878D82A}">
                    <a16:rowId xmlns:a16="http://schemas.microsoft.com/office/drawing/2014/main" val="3321589815"/>
                  </a:ext>
                </a:extLst>
              </a:tr>
            </a:tbl>
          </a:graphicData>
        </a:graphic>
      </p:graphicFrame>
      <p:sp>
        <p:nvSpPr>
          <p:cNvPr id="8" name="TextBox 7">
            <a:extLst>
              <a:ext uri="{FF2B5EF4-FFF2-40B4-BE49-F238E27FC236}">
                <a16:creationId xmlns:a16="http://schemas.microsoft.com/office/drawing/2014/main" id="{72135843-6E30-2E41-5C48-4108864AD894}"/>
              </a:ext>
            </a:extLst>
          </p:cNvPr>
          <p:cNvSpPr txBox="1"/>
          <p:nvPr/>
        </p:nvSpPr>
        <p:spPr>
          <a:xfrm>
            <a:off x="916169" y="4917626"/>
            <a:ext cx="6096000" cy="1015663"/>
          </a:xfrm>
          <a:prstGeom prst="rect">
            <a:avLst/>
          </a:prstGeom>
          <a:noFill/>
        </p:spPr>
        <p:txBody>
          <a:bodyPr wrap="square">
            <a:spAutoFit/>
          </a:bodyPr>
          <a:lstStyle/>
          <a:p>
            <a:pPr marL="285750" indent="-285750">
              <a:buFont typeface="Arial" panose="020B0604020202020204" pitchFamily="34" charset="0"/>
              <a:buChar char="•"/>
            </a:pPr>
            <a:r>
              <a:rPr lang="en-IN" sz="2000" dirty="0">
                <a:solidFill>
                  <a:schemeClr val="tx1">
                    <a:lumMod val="65000"/>
                    <a:lumOff val="35000"/>
                  </a:schemeClr>
                </a:solidFill>
                <a:latin typeface="Sans Serif Collection" panose="020B0502040504020204" pitchFamily="34" charset="0"/>
                <a:ea typeface="Sans Serif Collection" panose="020B0502040504020204" pitchFamily="34" charset="0"/>
                <a:cs typeface="Sans Serif Collection" panose="020B0502040504020204" pitchFamily="34" charset="0"/>
              </a:rPr>
              <a:t>Prototype implementation</a:t>
            </a:r>
          </a:p>
          <a:p>
            <a:pPr marL="285750" indent="-285750">
              <a:buFont typeface="Arial" panose="020B0604020202020204" pitchFamily="34" charset="0"/>
              <a:buChar char="•"/>
            </a:pPr>
            <a:r>
              <a:rPr lang="en-IN" sz="2000" dirty="0">
                <a:solidFill>
                  <a:schemeClr val="tx1">
                    <a:lumMod val="65000"/>
                    <a:lumOff val="35000"/>
                  </a:schemeClr>
                </a:solidFill>
                <a:latin typeface="Sans Serif Collection" panose="020B0502040504020204" pitchFamily="34" charset="0"/>
                <a:ea typeface="Sans Serif Collection" panose="020B0502040504020204" pitchFamily="34" charset="0"/>
                <a:cs typeface="Sans Serif Collection" panose="020B0502040504020204" pitchFamily="34" charset="0"/>
              </a:rPr>
              <a:t>Scenario-specific </a:t>
            </a:r>
            <a:r>
              <a:rPr lang="en-IN" sz="2000" dirty="0" err="1">
                <a:solidFill>
                  <a:schemeClr val="tx1">
                    <a:lumMod val="65000"/>
                    <a:lumOff val="35000"/>
                  </a:schemeClr>
                </a:solidFill>
                <a:latin typeface="Sans Serif Collection" panose="020B0502040504020204" pitchFamily="34" charset="0"/>
                <a:ea typeface="Sans Serif Collection" panose="020B0502040504020204" pitchFamily="34" charset="0"/>
                <a:cs typeface="Sans Serif Collection" panose="020B0502040504020204" pitchFamily="34" charset="0"/>
              </a:rPr>
              <a:t>SysML</a:t>
            </a:r>
            <a:r>
              <a:rPr lang="en-IN" sz="2000" dirty="0">
                <a:solidFill>
                  <a:schemeClr val="tx1">
                    <a:lumMod val="65000"/>
                    <a:lumOff val="35000"/>
                  </a:schemeClr>
                </a:solidFill>
                <a:latin typeface="Sans Serif Collection" panose="020B0502040504020204" pitchFamily="34" charset="0"/>
                <a:ea typeface="Sans Serif Collection" panose="020B0502040504020204" pitchFamily="34" charset="0"/>
                <a:cs typeface="Sans Serif Collection" panose="020B0502040504020204" pitchFamily="34" charset="0"/>
              </a:rPr>
              <a:t> v2 diagrams</a:t>
            </a:r>
          </a:p>
          <a:p>
            <a:pPr marL="285750" indent="-285750">
              <a:buFont typeface="Arial" panose="020B0604020202020204" pitchFamily="34" charset="0"/>
              <a:buChar char="•"/>
            </a:pPr>
            <a:r>
              <a:rPr lang="en-IN" sz="2000" dirty="0">
                <a:solidFill>
                  <a:schemeClr val="tx1">
                    <a:lumMod val="65000"/>
                    <a:lumOff val="35000"/>
                  </a:schemeClr>
                </a:solidFill>
                <a:latin typeface="Sans Serif Collection" panose="020B0502040504020204" pitchFamily="34" charset="0"/>
                <a:ea typeface="Sans Serif Collection" panose="020B0502040504020204" pitchFamily="34" charset="0"/>
                <a:cs typeface="Sans Serif Collection" panose="020B0502040504020204" pitchFamily="34" charset="0"/>
              </a:rPr>
              <a:t>Comparative evaluation results</a:t>
            </a:r>
          </a:p>
        </p:txBody>
      </p:sp>
    </p:spTree>
    <p:extLst>
      <p:ext uri="{BB962C8B-B14F-4D97-AF65-F5344CB8AC3E}">
        <p14:creationId xmlns:p14="http://schemas.microsoft.com/office/powerpoint/2010/main" val="221215316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039863-1334-69B2-98D8-71AE5E199974}"/>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D5C87862-358F-1349-F402-1FBDC5323204}"/>
              </a:ext>
            </a:extLst>
          </p:cNvPr>
          <p:cNvSpPr>
            <a:spLocks noGrp="1"/>
          </p:cNvSpPr>
          <p:nvPr>
            <p:ph type="title"/>
          </p:nvPr>
        </p:nvSpPr>
        <p:spPr>
          <a:xfrm>
            <a:off x="835980" y="630776"/>
            <a:ext cx="9762309" cy="1163190"/>
          </a:xfrm>
        </p:spPr>
        <p:txBody>
          <a:bodyPr>
            <a:normAutofit/>
          </a:bodyPr>
          <a:lstStyle/>
          <a:p>
            <a:r>
              <a:rPr lang="en-IN" sz="4400" dirty="0">
                <a:latin typeface="Sans Serif Collection" panose="020B0502040504020204" pitchFamily="34" charset="0"/>
                <a:ea typeface="Sans Serif Collection" panose="020B0502040504020204" pitchFamily="34" charset="0"/>
                <a:cs typeface="Sans Serif Collection" panose="020B0502040504020204" pitchFamily="34" charset="0"/>
              </a:rPr>
              <a:t>Planning &amp; Feasibility</a:t>
            </a:r>
            <a:endParaRPr lang="en-US" sz="4400" dirty="0">
              <a:latin typeface="Sans Serif Collection" panose="020B0502040504020204" pitchFamily="34" charset="0"/>
              <a:ea typeface="Sans Serif Collection" panose="020B0502040504020204" pitchFamily="34" charset="0"/>
              <a:cs typeface="Sans Serif Collection" panose="020B0502040504020204" pitchFamily="34" charset="0"/>
            </a:endParaRPr>
          </a:p>
        </p:txBody>
      </p:sp>
      <p:sp>
        <p:nvSpPr>
          <p:cNvPr id="10" name="Content Placeholder 9">
            <a:extLst>
              <a:ext uri="{FF2B5EF4-FFF2-40B4-BE49-F238E27FC236}">
                <a16:creationId xmlns:a16="http://schemas.microsoft.com/office/drawing/2014/main" id="{4477682C-AE9B-05BC-9FD4-A1E6EE10F3DF}"/>
              </a:ext>
            </a:extLst>
          </p:cNvPr>
          <p:cNvSpPr>
            <a:spLocks noGrp="1"/>
          </p:cNvSpPr>
          <p:nvPr>
            <p:ph sz="quarter" idx="11"/>
          </p:nvPr>
        </p:nvSpPr>
        <p:spPr>
          <a:xfrm>
            <a:off x="914399" y="2392678"/>
            <a:ext cx="7277494" cy="3046587"/>
          </a:xfrm>
        </p:spPr>
        <p:txBody>
          <a:bodyPr>
            <a:normAutofit/>
          </a:bodyPr>
          <a:lstStyle/>
          <a:p>
            <a:pPr marL="285750" indent="-285750">
              <a:buFont typeface="Arial" panose="020B0604020202020204" pitchFamily="34" charset="0"/>
              <a:buChar char="•"/>
            </a:pPr>
            <a:r>
              <a:rPr lang="en-US" sz="2000" noProof="1">
                <a:latin typeface="Sans Serif Collection" panose="020B0502040504020204" pitchFamily="34" charset="0"/>
                <a:ea typeface="Sans Serif Collection" panose="020B0502040504020204" pitchFamily="34" charset="0"/>
                <a:cs typeface="Sans Serif Collection" panose="020B0502040504020204" pitchFamily="34" charset="0"/>
              </a:rPr>
              <a:t>Weeks 1–3       -	Literature &amp; Scoping</a:t>
            </a:r>
          </a:p>
          <a:p>
            <a:pPr marL="285750" indent="-285750">
              <a:buFont typeface="Arial" panose="020B0604020202020204" pitchFamily="34" charset="0"/>
              <a:buChar char="•"/>
            </a:pPr>
            <a:r>
              <a:rPr lang="en-US" sz="2000" noProof="1">
                <a:latin typeface="Sans Serif Collection" panose="020B0502040504020204" pitchFamily="34" charset="0"/>
                <a:ea typeface="Sans Serif Collection" panose="020B0502040504020204" pitchFamily="34" charset="0"/>
                <a:cs typeface="Sans Serif Collection" panose="020B0502040504020204" pitchFamily="34" charset="0"/>
              </a:rPr>
              <a:t>Weeks 4–7       -	Static Analysis</a:t>
            </a:r>
          </a:p>
          <a:p>
            <a:pPr marL="285750" indent="-285750">
              <a:buFont typeface="Arial" panose="020B0604020202020204" pitchFamily="34" charset="0"/>
              <a:buChar char="•"/>
            </a:pPr>
            <a:r>
              <a:rPr lang="en-US" sz="2000" noProof="1">
                <a:latin typeface="Sans Serif Collection" panose="020B0502040504020204" pitchFamily="34" charset="0"/>
                <a:ea typeface="Sans Serif Collection" panose="020B0502040504020204" pitchFamily="34" charset="0"/>
                <a:cs typeface="Sans Serif Collection" panose="020B0502040504020204" pitchFamily="34" charset="0"/>
              </a:rPr>
              <a:t>Weeks 7–10     -	Trace Collection &amp; Mapping</a:t>
            </a:r>
          </a:p>
          <a:p>
            <a:pPr marL="285750" indent="-285750">
              <a:buFont typeface="Arial" panose="020B0604020202020204" pitchFamily="34" charset="0"/>
              <a:buChar char="•"/>
            </a:pPr>
            <a:r>
              <a:rPr lang="en-US" sz="2000" noProof="1">
                <a:latin typeface="Sans Serif Collection" panose="020B0502040504020204" pitchFamily="34" charset="0"/>
                <a:ea typeface="Sans Serif Collection" panose="020B0502040504020204" pitchFamily="34" charset="0"/>
                <a:cs typeface="Sans Serif Collection" panose="020B0502040504020204" pitchFamily="34" charset="0"/>
              </a:rPr>
              <a:t>Weeks 10–13   -	Hybrid Modeling &amp; Evaluation</a:t>
            </a:r>
          </a:p>
          <a:p>
            <a:pPr marL="285750" indent="-285750">
              <a:buFont typeface="Arial" panose="020B0604020202020204" pitchFamily="34" charset="0"/>
              <a:buChar char="•"/>
            </a:pPr>
            <a:r>
              <a:rPr lang="en-US" sz="2000" noProof="1">
                <a:latin typeface="Sans Serif Collection" panose="020B0502040504020204" pitchFamily="34" charset="0"/>
                <a:ea typeface="Sans Serif Collection" panose="020B0502040504020204" pitchFamily="34" charset="0"/>
                <a:cs typeface="Sans Serif Collection" panose="020B0502040504020204" pitchFamily="34" charset="0"/>
              </a:rPr>
              <a:t>Weeks 13–17   - 	Writing</a:t>
            </a:r>
          </a:p>
          <a:p>
            <a:pPr marL="285750" indent="-285750">
              <a:buFont typeface="Arial" panose="020B0604020202020204" pitchFamily="34" charset="0"/>
              <a:buChar char="•"/>
            </a:pPr>
            <a:r>
              <a:rPr lang="en-US" sz="2000" noProof="1">
                <a:latin typeface="Sans Serif Collection" panose="020B0502040504020204" pitchFamily="34" charset="0"/>
                <a:ea typeface="Sans Serif Collection" panose="020B0502040504020204" pitchFamily="34" charset="0"/>
                <a:cs typeface="Sans Serif Collection" panose="020B0502040504020204" pitchFamily="34" charset="0"/>
              </a:rPr>
              <a:t>Weeks 17–21   -	Buffer</a:t>
            </a:r>
          </a:p>
        </p:txBody>
      </p:sp>
      <p:sp>
        <p:nvSpPr>
          <p:cNvPr id="3" name="Slide Number Placeholder 2">
            <a:extLst>
              <a:ext uri="{FF2B5EF4-FFF2-40B4-BE49-F238E27FC236}">
                <a16:creationId xmlns:a16="http://schemas.microsoft.com/office/drawing/2014/main" id="{BD83182D-8F63-E16F-3C49-55E086CB912C}"/>
              </a:ext>
            </a:extLst>
          </p:cNvPr>
          <p:cNvSpPr>
            <a:spLocks noGrp="1"/>
          </p:cNvSpPr>
          <p:nvPr>
            <p:ph type="sldNum" sz="quarter" idx="4"/>
          </p:nvPr>
        </p:nvSpPr>
        <p:spPr>
          <a:xfrm>
            <a:off x="8534400" y="6121252"/>
            <a:ext cx="2743200" cy="365125"/>
          </a:xfrm>
        </p:spPr>
        <p:txBody>
          <a:bodyPr/>
          <a:lstStyle/>
          <a:p>
            <a:fld id="{B5CEABB6-07DC-46E8-9B57-56EC44A396E5}" type="slidenum">
              <a:rPr lang="en-US" smtClean="0"/>
              <a:pPr/>
              <a:t>18</a:t>
            </a:fld>
            <a:endParaRPr lang="en-US" dirty="0"/>
          </a:p>
        </p:txBody>
      </p:sp>
    </p:spTree>
    <p:extLst>
      <p:ext uri="{BB962C8B-B14F-4D97-AF65-F5344CB8AC3E}">
        <p14:creationId xmlns:p14="http://schemas.microsoft.com/office/powerpoint/2010/main" val="2473809672"/>
      </p:ext>
    </p:extLst>
  </p:cSld>
  <p:clrMapOvr>
    <a:masterClrMapping/>
  </p:clrMapOvr>
</p:sld>
</file>

<file path=ppt/theme/theme1.xml><?xml version="1.0" encoding="utf-8"?>
<a:theme xmlns:a="http://schemas.openxmlformats.org/drawingml/2006/main" name="Custom">
  <a:themeElements>
    <a:clrScheme name="Custom 77">
      <a:dk1>
        <a:sysClr val="windowText" lastClr="000000"/>
      </a:dk1>
      <a:lt1>
        <a:sysClr val="window" lastClr="FFFFFF"/>
      </a:lt1>
      <a:dk2>
        <a:srgbClr val="44546A"/>
      </a:dk2>
      <a:lt2>
        <a:srgbClr val="E7E6E6"/>
      </a:lt2>
      <a:accent1>
        <a:srgbClr val="FFB09D"/>
      </a:accent1>
      <a:accent2>
        <a:srgbClr val="FFD7C7"/>
      </a:accent2>
      <a:accent3>
        <a:srgbClr val="FFE9E0"/>
      </a:accent3>
      <a:accent4>
        <a:srgbClr val="55736D"/>
      </a:accent4>
      <a:accent5>
        <a:srgbClr val="88A88E"/>
      </a:accent5>
      <a:accent6>
        <a:srgbClr val="E6FFFB"/>
      </a:accent6>
      <a:hlink>
        <a:srgbClr val="0563C1"/>
      </a:hlink>
      <a:folHlink>
        <a:srgbClr val="954F72"/>
      </a:folHlink>
    </a:clrScheme>
    <a:fontScheme name="Custom 116">
      <a:majorFont>
        <a:latin typeface="Bodoni MT"/>
        <a:ea typeface=""/>
        <a:cs typeface=""/>
      </a:majorFont>
      <a:minorFont>
        <a:latin typeface="Source Sans Pro Ligh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TM66722518_win32_SD_v11" id="{6E195932-91F4-4861-8538-848409B20D97}" vid="{F5C82CE7-F5AC-4E30-975C-FD228ED2202F}"/>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28" ma:contentTypeDescription="Create a new document." ma:contentTypeScope="" ma:versionID="60f5a4f2d2b0abadcf532d48ebf9cb71">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7dd78129e6a1811f84807ad11c651531"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element ref="ns2:MediaServiceSystemTag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internalName="Background">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element name="MediaServiceSystemTags" ma:index="32" nillable="true" ma:displayName="MediaServiceSystemTags" ma:hidden="true" ma:internalName="MediaServiceSystemTag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Props1.xml><?xml version="1.0" encoding="utf-8"?>
<ds:datastoreItem xmlns:ds="http://schemas.openxmlformats.org/officeDocument/2006/customXml" ds:itemID="{32E4FA29-61E2-42A6-9537-732ED628B68D}">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3F796806-D3A7-49C6-9335-B8A0B9307F8E}">
  <ds:schemaRefs>
    <ds:schemaRef ds:uri="http://schemas.microsoft.com/sharepoint/v3/contenttype/forms"/>
  </ds:schemaRefs>
</ds:datastoreItem>
</file>

<file path=customXml/itemProps3.xml><?xml version="1.0" encoding="utf-8"?>
<ds:datastoreItem xmlns:ds="http://schemas.openxmlformats.org/officeDocument/2006/customXml" ds:itemID="{337CDA33-9251-49D0-A51A-7888AA3E0635}">
  <ds:schemaRefs>
    <ds:schemaRef ds:uri="http://schemas.microsoft.com/sharepoint/v3"/>
    <ds:schemaRef ds:uri="http://schemas.microsoft.com/office/2006/metadata/properties"/>
    <ds:schemaRef ds:uri="http://www.w3.org/XML/1998/namespace"/>
    <ds:schemaRef ds:uri="http://schemas.microsoft.com/office/2006/documentManagement/types"/>
    <ds:schemaRef ds:uri="230e9df3-be65-4c73-a93b-d1236ebd677e"/>
    <ds:schemaRef ds:uri="16c05727-aa75-4e4a-9b5f-8a80a1165891"/>
    <ds:schemaRef ds:uri="http://purl.org/dc/elements/1.1/"/>
    <ds:schemaRef ds:uri="http://purl.org/dc/dcmitype/"/>
    <ds:schemaRef ds:uri="http://schemas.microsoft.com/office/infopath/2007/PartnerControls"/>
    <ds:schemaRef ds:uri="http://schemas.openxmlformats.org/package/2006/metadata/core-properties"/>
    <ds:schemaRef ds:uri="71af3243-3dd4-4a8d-8c0d-dd76da1f02a5"/>
    <ds:schemaRef ds:uri="http://purl.org/dc/terms/"/>
  </ds:schemaRefs>
</ds:datastoreItem>
</file>

<file path=docMetadata/LabelInfo.xml><?xml version="1.0" encoding="utf-8"?>
<clbl:labelList xmlns:clbl="http://schemas.microsoft.com/office/2020/mipLabelMetadata"/>
</file>

<file path=docProps/app.xml><?xml version="1.0" encoding="utf-8"?>
<Properties xmlns="http://schemas.openxmlformats.org/officeDocument/2006/extended-properties" xmlns:vt="http://schemas.openxmlformats.org/officeDocument/2006/docPropsVTypes">
  <Template>Light sales pitch presentation</Template>
  <TotalTime>1435</TotalTime>
  <Words>2397</Words>
  <Application>Microsoft Office PowerPoint</Application>
  <PresentationFormat>Widescreen</PresentationFormat>
  <Paragraphs>309</Paragraphs>
  <Slides>18</Slides>
  <Notes>11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18</vt:i4>
      </vt:variant>
    </vt:vector>
  </HeadingPairs>
  <TitlesOfParts>
    <vt:vector size="24" baseType="lpstr">
      <vt:lpstr>Arial</vt:lpstr>
      <vt:lpstr>Bodoni MT</vt:lpstr>
      <vt:lpstr>Calibri</vt:lpstr>
      <vt:lpstr>Sans Serif Collection</vt:lpstr>
      <vt:lpstr>Source Sans Pro Light</vt:lpstr>
      <vt:lpstr>Custom</vt:lpstr>
      <vt:lpstr>Hybrid Static–Trace Analysis for Synthesizing Interaction Diagrams in Event-Driven Systems</vt:lpstr>
      <vt:lpstr>Recap: Original 5-Stage Methodology</vt:lpstr>
      <vt:lpstr>Progress Against Original Timeline</vt:lpstr>
      <vt:lpstr>State of the Art &amp; Research Gap</vt:lpstr>
      <vt:lpstr>Research Question &amp; Goal</vt:lpstr>
      <vt:lpstr>What Changed: The Static Analysis Layer Evolved</vt:lpstr>
      <vt:lpstr>What Was Built: Agent Skill Pipeline</vt:lpstr>
      <vt:lpstr>What Was Produced: SysML v2 Artifacts</vt:lpstr>
      <vt:lpstr>Current On-going Work</vt:lpstr>
      <vt:lpstr>Research Questions: Where Each Stands</vt:lpstr>
      <vt:lpstr>Some On going Challenges &amp; How I plan to Address</vt:lpstr>
      <vt:lpstr>Overall Summary</vt:lpstr>
      <vt:lpstr>Progress Against Original Timeline</vt:lpstr>
      <vt:lpstr>Thank you! </vt:lpstr>
      <vt:lpstr>Problem Statement &amp; Motivation</vt:lpstr>
      <vt:lpstr>Proposed Approach - Methodology</vt:lpstr>
      <vt:lpstr>Evaluation &amp; Expected Outcomes</vt:lpstr>
      <vt:lpstr>Planning &amp; Feasibility</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Prathik Anand Krishnan</dc:creator>
  <cp:lastModifiedBy>Prathik Anand Krishnan</cp:lastModifiedBy>
  <cp:revision>34</cp:revision>
  <dcterms:created xsi:type="dcterms:W3CDTF">2026-01-24T15:38:06Z</dcterms:created>
  <dcterms:modified xsi:type="dcterms:W3CDTF">2026-07-15T08:56:48Z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y fmtid="{D5CDD505-2E9C-101B-9397-08002B2CF9AE}" pid="3" name="MediaServiceImageTags">
    <vt:lpwstr/>
  </property>
</Properties>
</file>